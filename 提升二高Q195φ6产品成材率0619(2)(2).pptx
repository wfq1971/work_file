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5.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6.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7.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8.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9.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0.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1.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12.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13.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14.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15.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16.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17.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18.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19.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notesSlides/notesSlide20.xml" ContentType="application/vnd.openxmlformats-officedocument.presentationml.notesSlide+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notesSlides/notesSlide2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notesSlides/notesSlide22.xml" ContentType="application/vnd.openxmlformats-officedocument.presentationml.notesSlide+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6"/>
  </p:notesMasterIdLst>
  <p:handoutMasterIdLst>
    <p:handoutMasterId r:id="rId27"/>
  </p:handoutMasterIdLst>
  <p:sldIdLst>
    <p:sldId id="697" r:id="rId3"/>
    <p:sldId id="1159" r:id="rId4"/>
    <p:sldId id="723" r:id="rId5"/>
    <p:sldId id="1106" r:id="rId6"/>
    <p:sldId id="1110" r:id="rId7"/>
    <p:sldId id="685" r:id="rId8"/>
    <p:sldId id="1111" r:id="rId9"/>
    <p:sldId id="1122" r:id="rId10"/>
    <p:sldId id="1104" r:id="rId11"/>
    <p:sldId id="1105" r:id="rId12"/>
    <p:sldId id="1131" r:id="rId13"/>
    <p:sldId id="1160" r:id="rId14"/>
    <p:sldId id="1161" r:id="rId15"/>
    <p:sldId id="1162" r:id="rId16"/>
    <p:sldId id="1163" r:id="rId17"/>
    <p:sldId id="1124" r:id="rId18"/>
    <p:sldId id="1137" r:id="rId19"/>
    <p:sldId id="1164" r:id="rId20"/>
    <p:sldId id="1132" r:id="rId21"/>
    <p:sldId id="1158" r:id="rId22"/>
    <p:sldId id="1154" r:id="rId23"/>
    <p:sldId id="1155" r:id="rId24"/>
    <p:sldId id="1147" r:id="rId25"/>
  </p:sldIdLst>
  <p:sldSz cx="12192000" cy="6858000"/>
  <p:notesSz cx="6858000" cy="9144000"/>
  <p:custDataLst>
    <p:tags r:id="rId28"/>
  </p:custDataLst>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9pPr>
  </p:defaultTextStyle>
  <p:extLst>
    <p:ext uri="{521415D9-36F7-43E2-AB2F-B90AF26B5E84}">
      <p14:sectionLst xmlns:p14="http://schemas.microsoft.com/office/powerpoint/2010/main">
        <p14:section name="默认节" id="{83463A94-290D-416B-8EA1-D7FD945A225F}">
          <p14:sldIdLst>
            <p14:sldId id="697"/>
            <p14:sldId id="1159"/>
            <p14:sldId id="723"/>
            <p14:sldId id="1106"/>
            <p14:sldId id="1110"/>
            <p14:sldId id="685"/>
            <p14:sldId id="1111"/>
            <p14:sldId id="1122"/>
            <p14:sldId id="1104"/>
            <p14:sldId id="1105"/>
            <p14:sldId id="1131"/>
            <p14:sldId id="1160"/>
            <p14:sldId id="1161"/>
            <p14:sldId id="1162"/>
            <p14:sldId id="1163"/>
            <p14:sldId id="1124"/>
            <p14:sldId id="1137"/>
            <p14:sldId id="1164"/>
            <p14:sldId id="1132"/>
            <p14:sldId id="1158"/>
            <p14:sldId id="1154"/>
            <p14:sldId id="1155"/>
            <p14:sldId id="1147"/>
          </p14:sldIdLst>
        </p14:section>
      </p14:sectionLst>
    </p:ext>
    <p:ext uri="{EFAFB233-063F-42B5-8137-9DF3F51BA10A}">
      <p15:sldGuideLst xmlns:p15="http://schemas.microsoft.com/office/powerpoint/2012/main">
        <p15:guide id="1" orient="horz" pos="2104" userDrawn="1">
          <p15:clr>
            <a:srgbClr val="A4A3A4"/>
          </p15:clr>
        </p15:guide>
        <p15:guide id="2" pos="37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7" name="1206988966@qq.com" initials="1" lastIdx="1" clrIdx="2"/>
  <p:cmAuthor id="1" name="14697" initials="1" lastIdx="1" clrIdx="0"/>
  <p:cmAuthor id="8" name="姜伟光" initials="姜" lastIdx="1" clrIdx="0"/>
  <p:cmAuthor id="2" name="gyb1" initials="g" lastIdx="1" clrIdx="1"/>
  <p:cmAuthor id="3" name="Admin" initials="A" lastIdx="6" clrIdx="2"/>
  <p:cmAuthor id="10" name="水钢管理员" initials="水" lastIdx="1" clrIdx="9"/>
  <p:cmAuthor id="4" name="Administrator" initials="A" lastIdx="4" clrIdx="3"/>
  <p:cmAuthor id="5" name="宗 福宝" initials="宗" lastIdx="1" clrIdx="4"/>
  <p:cmAuthor id="6" name="ming qiu" initials="m"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B0F0"/>
    <a:srgbClr val="586EAD"/>
    <a:srgbClr val="56CA95"/>
    <a:srgbClr val="FB9E13"/>
    <a:srgbClr val="DCDCDC"/>
    <a:srgbClr val="F0F0F0"/>
    <a:srgbClr val="E6E6E6"/>
    <a:srgbClr val="C8C8C8"/>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22" autoAdjust="0"/>
    <p:restoredTop sz="94660"/>
  </p:normalViewPr>
  <p:slideViewPr>
    <p:cSldViewPr snapToGrid="0" showGuides="1">
      <p:cViewPr varScale="1">
        <p:scale>
          <a:sx n="64" d="100"/>
          <a:sy n="64" d="100"/>
        </p:scale>
        <p:origin x="812" y="48"/>
      </p:cViewPr>
      <p:guideLst>
        <p:guide orient="horz" pos="2104"/>
        <p:guide pos="3796"/>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presProps" Target="presProps.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oleObject" Target="&#24037;&#20316;&#31807;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en-US" altLang="zh-CN"/>
              <a:t>效果验证</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endParaRPr lang="en-US" altLang="zh-CN"/>
        </a:p>
      </c:txPr>
    </c:title>
    <c:autoTitleDeleted val="0"/>
    <c:plotArea>
      <c:layout/>
      <c:barChart>
        <c:barDir val="col"/>
        <c:grouping val="clustered"/>
        <c:varyColors val="0"/>
        <c:ser>
          <c:idx val="0"/>
          <c:order val="0"/>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a:outerShdw blurRad="76200" dist="25400" dir="2700000" algn="tl" rotWithShape="0">
                <a:schemeClr val="accent1">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[工作簿1]Sheet1!$B$1:$D$1</c:f>
              <c:strCache>
                <c:ptCount val="3"/>
                <c:pt idx="0">
                  <c:v>基线</c:v>
                </c:pt>
                <c:pt idx="1">
                  <c:v>现状</c:v>
                </c:pt>
                <c:pt idx="2">
                  <c:v>极限目标</c:v>
                </c:pt>
              </c:strCache>
            </c:strRef>
          </c:cat>
          <c:val>
            <c:numRef>
              <c:f>[工作簿1]Sheet1!$B$2:$D$2</c:f>
              <c:numCache>
                <c:formatCode>0.00%</c:formatCode>
                <c:ptCount val="3"/>
                <c:pt idx="0">
                  <c:v>0.95330000000000004</c:v>
                </c:pt>
                <c:pt idx="1">
                  <c:v>0.98229999999999995</c:v>
                </c:pt>
                <c:pt idx="2">
                  <c:v>0.98499999999999999</c:v>
                </c:pt>
              </c:numCache>
            </c:numRef>
          </c:val>
          <c:extLst>
            <c:ext xmlns:c16="http://schemas.microsoft.com/office/drawing/2014/chart" uri="{C3380CC4-5D6E-409C-BE32-E72D297353CC}">
              <c16:uniqueId val="{00000000-698C-48DB-9AA3-2929EF647C66}"/>
            </c:ext>
          </c:extLst>
        </c:ser>
        <c:dLbls>
          <c:showLegendKey val="0"/>
          <c:showVal val="1"/>
          <c:showCatName val="0"/>
          <c:showSerName val="0"/>
          <c:showPercent val="0"/>
          <c:showBubbleSize val="0"/>
        </c:dLbls>
        <c:gapWidth val="260"/>
        <c:overlap val="-32"/>
        <c:axId val="703478475"/>
        <c:axId val="917590449"/>
      </c:barChart>
      <c:catAx>
        <c:axId val="703478475"/>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917590449"/>
        <c:crosses val="autoZero"/>
        <c:auto val="1"/>
        <c:lblAlgn val="ctr"/>
        <c:lblOffset val="100"/>
        <c:noMultiLvlLbl val="0"/>
      </c:catAx>
      <c:valAx>
        <c:axId val="917590449"/>
        <c:scaling>
          <c:orientation val="minMax"/>
        </c:scaling>
        <c:delete val="1"/>
        <c:axPos val="l"/>
        <c:majorGridlines>
          <c:spPr>
            <a:ln w="9525" cap="flat" cmpd="sng" algn="ctr">
              <a:solidFill>
                <a:schemeClr val="lt1">
                  <a:lumMod val="90200"/>
                </a:schemeClr>
              </a:solidFill>
              <a:round/>
            </a:ln>
            <a:effectLst/>
          </c:spPr>
        </c:majorGridlines>
        <c:numFmt formatCode="0.00%" sourceLinked="1"/>
        <c:majorTickMark val="none"/>
        <c:minorTickMark val="none"/>
        <c:tickLblPos val="nextTo"/>
        <c:crossAx val="703478475"/>
        <c:crosses val="autoZero"/>
        <c:crossBetween val="between"/>
      </c:valAx>
      <c:spPr>
        <a:noFill/>
        <a:ln>
          <a:noFill/>
        </a:ln>
        <a:effectLst/>
      </c:spPr>
    </c:plotArea>
    <c:plotVisOnly val="1"/>
    <c:dispBlanksAs val="gap"/>
    <c:showDLblsOverMax val="0"/>
    <c:extLst>
      <c:ext uri="{0b15fc19-7d7d-44ad-8c2d-2c3a37ce22c3}">
        <chartProps xmlns="https://web.wps.cn/et/2018/main" chartId="{5bea1d0b-b104-400f-b9dd-319faf292c11}"/>
      </c:ext>
    </c:extLst>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2026/7/10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D2A48B96-639E-45A3-A0BA-2464DFDB1FAA}" type="datetimeFigureOut">
              <a:rPr lang="zh-CN" altLang="en-US" strike="noStrike" noProof="1" smtClean="0">
                <a:latin typeface="+mn-lt"/>
                <a:ea typeface="+mn-ea"/>
                <a:cs typeface="+mn-cs"/>
              </a:rPr>
              <a:t>2026/7/10</a:t>
            </a:fld>
            <a:endParaRPr lang="zh-CN" altLang="en-US" strike="noStrike" noProof="1"/>
          </a:p>
        </p:txBody>
      </p:sp>
      <p:sp>
        <p:nvSpPr>
          <p:cNvPr id="3076"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A6837353-30EB-4A48-80EB-173D804AEFBD}"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pPr algn="l"/>
            <a:r>
              <a:rPr lang="en-US" altLang="zh-CN">
                <a:latin typeface="微软雅黑" panose="020B0503020204020204" charset="-122"/>
                <a:ea typeface="微软雅黑" panose="020B0503020204020204" charset="-122"/>
                <a:cs typeface="微软雅黑" panose="020B0503020204020204" charset="-122"/>
                <a:sym typeface="+mn-ea"/>
              </a:rPr>
              <a:t>尊敬的各位领导，同事</a:t>
            </a:r>
            <a:r>
              <a:rPr lang="zh-CN" altLang="en-US">
                <a:latin typeface="微软雅黑" panose="020B0503020204020204" charset="-122"/>
                <a:ea typeface="微软雅黑" panose="020B0503020204020204" charset="-122"/>
                <a:cs typeface="微软雅黑" panose="020B0503020204020204" charset="-122"/>
                <a:sym typeface="+mn-ea"/>
              </a:rPr>
              <a:t>们</a:t>
            </a:r>
            <a:r>
              <a:rPr lang="en-US" altLang="zh-CN">
                <a:latin typeface="微软雅黑" panose="020B0503020204020204" charset="-122"/>
                <a:ea typeface="微软雅黑" panose="020B0503020204020204" charset="-122"/>
                <a:cs typeface="微软雅黑" panose="020B0503020204020204" charset="-122"/>
                <a:sym typeface="+mn-ea"/>
              </a:rPr>
              <a:t>：</a:t>
            </a:r>
            <a:endParaRPr lang="en-US" altLang="zh-CN">
              <a:latin typeface="微软雅黑" panose="020B0503020204020204" charset="-122"/>
              <a:ea typeface="微软雅黑" panose="020B0503020204020204" charset="-122"/>
              <a:cs typeface="微软雅黑" panose="020B0503020204020204" charset="-122"/>
            </a:endParaRPr>
          </a:p>
          <a:p>
            <a:pPr algn="l"/>
            <a:r>
              <a:rPr lang="en-US" altLang="zh-CN">
                <a:latin typeface="微软雅黑" panose="020B0503020204020204" charset="-122"/>
                <a:ea typeface="微软雅黑" panose="020B0503020204020204" charset="-122"/>
                <a:cs typeface="微软雅黑" panose="020B0503020204020204" charset="-122"/>
                <a:sym typeface="+mn-ea"/>
              </a:rPr>
              <a:t>大家好！</a:t>
            </a:r>
            <a:endParaRPr lang="en-US" altLang="zh-CN">
              <a:latin typeface="微软雅黑" panose="020B0503020204020204" charset="-122"/>
              <a:ea typeface="微软雅黑" panose="020B0503020204020204" charset="-122"/>
              <a:cs typeface="微软雅黑" panose="020B0503020204020204" charset="-122"/>
            </a:endParaRPr>
          </a:p>
          <a:p>
            <a:pPr algn="l"/>
            <a:r>
              <a:rPr lang="en-US" altLang="zh-CN">
                <a:latin typeface="微软雅黑" panose="020B0503020204020204" charset="-122"/>
                <a:ea typeface="微软雅黑" panose="020B0503020204020204" charset="-122"/>
                <a:cs typeface="微软雅黑" panose="020B0503020204020204" charset="-122"/>
                <a:sym typeface="+mn-ea"/>
              </a:rPr>
              <a:t>我是</a:t>
            </a:r>
            <a:r>
              <a:rPr lang="zh-CN" altLang="en-US">
                <a:latin typeface="微软雅黑" panose="020B0503020204020204" charset="-122"/>
                <a:ea typeface="微软雅黑" panose="020B0503020204020204" charset="-122"/>
                <a:cs typeface="微软雅黑" panose="020B0503020204020204" charset="-122"/>
                <a:sym typeface="+mn-ea"/>
              </a:rPr>
              <a:t>第七期</a:t>
            </a:r>
            <a:r>
              <a:rPr lang="en-US" altLang="zh-CN">
                <a:latin typeface="微软雅黑" panose="020B0503020204020204" charset="-122"/>
                <a:ea typeface="微软雅黑" panose="020B0503020204020204" charset="-122"/>
                <a:cs typeface="微软雅黑" panose="020B0503020204020204" charset="-122"/>
                <a:sym typeface="+mn-ea"/>
              </a:rPr>
              <a:t>SQTI</a:t>
            </a:r>
            <a:r>
              <a:rPr lang="zh-CN" altLang="en-US">
                <a:latin typeface="微软雅黑" panose="020B0503020204020204" charset="-122"/>
                <a:ea typeface="微软雅黑" panose="020B0503020204020204" charset="-122"/>
                <a:cs typeface="微软雅黑" panose="020B0503020204020204" charset="-122"/>
                <a:sym typeface="+mn-ea"/>
              </a:rPr>
              <a:t>改善骨干培训班学员周维兴</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我汇报</a:t>
            </a:r>
            <a:r>
              <a:rPr lang="en-US" altLang="zh-CN">
                <a:latin typeface="微软雅黑" panose="020B0503020204020204" charset="-122"/>
                <a:ea typeface="微软雅黑" panose="020B0503020204020204" charset="-122"/>
                <a:cs typeface="微软雅黑" panose="020B0503020204020204" charset="-122"/>
                <a:sym typeface="+mn-ea"/>
              </a:rPr>
              <a:t>的</a:t>
            </a:r>
            <a:r>
              <a:rPr lang="zh-CN" altLang="en-US">
                <a:latin typeface="微软雅黑" panose="020B0503020204020204" charset="-122"/>
                <a:ea typeface="微软雅黑" panose="020B0503020204020204" charset="-122"/>
                <a:cs typeface="微软雅黑" panose="020B0503020204020204" charset="-122"/>
                <a:sym typeface="+mn-ea"/>
              </a:rPr>
              <a:t>课题是</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b="1">
                <a:ln w="9525">
                  <a:solidFill>
                    <a:schemeClr val="bg1"/>
                  </a:solidFill>
                  <a:prstDash val="solid"/>
                </a:ln>
                <a:effectLst>
                  <a:outerShdw blurRad="12700" dist="38100" dir="2700000" algn="tl" rotWithShape="0">
                    <a:schemeClr val="bg1">
                      <a:lumMod val="50000"/>
                    </a:schemeClr>
                  </a:outerShdw>
                </a:effectLst>
                <a:latin typeface="+mj-ea"/>
                <a:ea typeface="+mj-ea"/>
                <a:cs typeface="+mj-ea"/>
                <a:sym typeface="+mn-ea"/>
              </a:rPr>
              <a:t>提升二高</a:t>
            </a:r>
            <a:r>
              <a:rPr lang="en-US" altLang="zh-CN" b="1">
                <a:ln w="9525">
                  <a:solidFill>
                    <a:schemeClr val="bg1"/>
                  </a:solidFill>
                  <a:prstDash val="solid"/>
                </a:ln>
                <a:effectLst>
                  <a:outerShdw blurRad="12700" dist="38100" dir="2700000" algn="tl" rotWithShape="0">
                    <a:schemeClr val="bg1">
                      <a:lumMod val="50000"/>
                    </a:schemeClr>
                  </a:outerShdw>
                </a:effectLst>
                <a:latin typeface="+mj-ea"/>
                <a:ea typeface="+mj-ea"/>
                <a:cs typeface="+mj-ea"/>
                <a:sym typeface="+mn-ea"/>
              </a:rPr>
              <a:t>Q195φ6</a:t>
            </a:r>
            <a:r>
              <a:rPr lang="zh-CN" altLang="en-US" b="1">
                <a:ln w="9525">
                  <a:solidFill>
                    <a:schemeClr val="bg1"/>
                  </a:solidFill>
                  <a:prstDash val="solid"/>
                </a:ln>
                <a:effectLst>
                  <a:outerShdw blurRad="12700" dist="38100" dir="2700000" algn="tl" rotWithShape="0">
                    <a:schemeClr val="bg1">
                      <a:lumMod val="50000"/>
                    </a:schemeClr>
                  </a:outerShdw>
                </a:effectLst>
                <a:latin typeface="+mj-ea"/>
                <a:ea typeface="+mj-ea"/>
                <a:cs typeface="+mj-ea"/>
                <a:sym typeface="+mn-ea"/>
              </a:rPr>
              <a:t>产品成材率</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小组成员还有</a:t>
            </a:r>
            <a:r>
              <a:rPr lang="zh-CN" altLang="en-US">
                <a:latin typeface="微软雅黑" panose="020B0503020204020204" charset="-122"/>
                <a:ea typeface="微软雅黑" panose="020B0503020204020204" charset="-122"/>
                <a:cs typeface="微软雅黑" panose="020B0503020204020204" charset="-122"/>
                <a:sym typeface="+mn-ea"/>
              </a:rPr>
              <a:t>祝开权</a:t>
            </a:r>
            <a:r>
              <a:rPr lang="en-US" altLang="zh-CN">
                <a:latin typeface="微软雅黑" panose="020B0503020204020204" charset="-122"/>
                <a:ea typeface="微软雅黑" panose="020B0503020204020204" charset="-122"/>
                <a:cs typeface="微软雅黑" panose="020B0503020204020204" charset="-122"/>
                <a:sym typeface="+mn-ea"/>
              </a:rPr>
              <a:t>、李</a:t>
            </a:r>
            <a:r>
              <a:rPr lang="zh-CN" altLang="en-US">
                <a:latin typeface="微软雅黑" panose="020B0503020204020204" charset="-122"/>
                <a:ea typeface="微软雅黑" panose="020B0503020204020204" charset="-122"/>
                <a:cs typeface="微软雅黑" panose="020B0503020204020204" charset="-122"/>
                <a:sym typeface="+mn-ea"/>
              </a:rPr>
              <a:t>响</a:t>
            </a:r>
            <a:r>
              <a:rPr lang="en-US" altLang="zh-CN">
                <a:latin typeface="微软雅黑" panose="020B0503020204020204" charset="-122"/>
                <a:ea typeface="微软雅黑" panose="020B0503020204020204" charset="-122"/>
                <a:cs typeface="微软雅黑" panose="020B0503020204020204" charset="-122"/>
                <a:sym typeface="+mn-ea"/>
              </a:rPr>
              <a:t>。</a:t>
            </a:r>
            <a:endParaRPr lang="en-US" altLang="zh-CN">
              <a:latin typeface="微软雅黑" panose="020B0503020204020204" charset="-122"/>
              <a:ea typeface="微软雅黑" panose="020B0503020204020204" charset="-122"/>
              <a:cs typeface="微软雅黑" panose="020B0503020204020204" charset="-122"/>
            </a:endParaRPr>
          </a:p>
          <a:p>
            <a:endParaRPr lang="zh-CN">
              <a:sym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0EC17-408E-FE64-562D-CBA171FDA3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7973DB-8F51-1A9E-D15B-21EAC24B9EF7}"/>
              </a:ext>
            </a:extLst>
          </p:cNvPr>
          <p:cNvSpPr>
            <a:spLocks noGrp="1" noRot="1" noChangeAspect="1"/>
          </p:cNvSpPr>
          <p:nvPr>
            <p:ph type="sldImg"/>
          </p:nvPr>
        </p:nvSpPr>
        <p:spPr/>
      </p:sp>
      <p:sp>
        <p:nvSpPr>
          <p:cNvPr id="3" name="文本占位符 2">
            <a:extLst>
              <a:ext uri="{FF2B5EF4-FFF2-40B4-BE49-F238E27FC236}">
                <a16:creationId xmlns:a16="http://schemas.microsoft.com/office/drawing/2014/main" id="{D4F8DEFA-6CB6-3B07-6EE1-F157E9729397}"/>
              </a:ext>
            </a:extLst>
          </p:cNvPr>
          <p:cNvSpPr>
            <a:spLocks noGrp="1"/>
          </p:cNvSpPr>
          <p:nvPr>
            <p:ph type="body"/>
          </p:nvPr>
        </p:nvSpPr>
        <p:spPr/>
        <p:txBody>
          <a:bodyPr/>
          <a:lstStyle/>
          <a:p>
            <a:r>
              <a:rPr lang="zh-CN" altLang="en-US"/>
              <a:t>为什么选这个课题呢，调查</a:t>
            </a:r>
            <a:r>
              <a:rPr lang="en-US" altLang="zh-CN"/>
              <a:t>1-3</a:t>
            </a:r>
            <a:r>
              <a:rPr lang="zh-CN" altLang="en-US"/>
              <a:t>月份的数据，发现在众多系列的产品中，</a:t>
            </a:r>
            <a:r>
              <a:rPr lang="en-US" altLang="zh-CN"/>
              <a:t>Q195φ6</a:t>
            </a:r>
            <a:r>
              <a:rPr lang="zh-CN" altLang="en-US"/>
              <a:t>的成材率很低，和公司指标存在较大差距。便决定以此为改善课题</a:t>
            </a:r>
          </a:p>
        </p:txBody>
      </p:sp>
    </p:spTree>
    <p:extLst>
      <p:ext uri="{BB962C8B-B14F-4D97-AF65-F5344CB8AC3E}">
        <p14:creationId xmlns:p14="http://schemas.microsoft.com/office/powerpoint/2010/main" val="3018388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为什么选这个课题呢，调查</a:t>
            </a:r>
            <a:r>
              <a:rPr lang="en-US" altLang="zh-CN"/>
              <a:t>1-3</a:t>
            </a:r>
            <a:r>
              <a:rPr lang="zh-CN" altLang="en-US"/>
              <a:t>月份的数据，发现在众多系列的产品中，</a:t>
            </a:r>
            <a:r>
              <a:rPr lang="en-US" altLang="zh-CN"/>
              <a:t>Q195φ6</a:t>
            </a:r>
            <a:r>
              <a:rPr lang="zh-CN" altLang="en-US"/>
              <a:t>的成材率很低，和公司指标存在较大差距。便决定以此为改善课题</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t>通过调查影响成材率的各个因素，我们发现堆钢和吊废在</a:t>
            </a:r>
            <a:r>
              <a:rPr lang="en-US" altLang="zh-CN"/>
              <a:t>Q195φ6</a:t>
            </a:r>
            <a:r>
              <a:rPr lang="zh-CN" altLang="en-US"/>
              <a:t>的占比很大</a:t>
            </a:r>
            <a:r>
              <a:rPr lang="zh-CN"/>
              <a:t>。其他钢种这两部分的比重才</a:t>
            </a:r>
            <a:r>
              <a:rPr lang="en-US" altLang="zh-CN"/>
              <a:t>11%</a:t>
            </a:r>
            <a:r>
              <a:rPr lang="zh-CN" altLang="en-US"/>
              <a:t>，而</a:t>
            </a:r>
            <a:r>
              <a:rPr lang="en-US" altLang="zh-CN"/>
              <a:t>Q195φ6</a:t>
            </a:r>
            <a:r>
              <a:rPr lang="zh-CN" altLang="en-US"/>
              <a:t>达到了</a:t>
            </a:r>
            <a:r>
              <a:rPr lang="en-US" altLang="zh-CN"/>
              <a:t>40%</a:t>
            </a:r>
            <a:r>
              <a:rPr lang="zh-CN" altLang="en-US"/>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t>于是我们分析轧钢工艺流程，把改善聚焦到主要影响堆钢和吊废的精轧，穿水，风冷三部分。</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sym typeface="+mn-ea"/>
              </a:rPr>
              <a:t>确定目标后，我们拟定了课题概要，在领导的支持下，组建了攻关团队。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sym typeface="+mn-ea"/>
              </a:rPr>
              <a:t>按照三现两原的原则到现场进行调研及数据勘测。</a:t>
            </a:r>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sym typeface="+mn-ea"/>
              </a:rPr>
              <a:t>用</a:t>
            </a:r>
            <a:r>
              <a:rPr>
                <a:sym typeface="+mn-ea"/>
              </a:rPr>
              <a:t>鱼骨图分析</a:t>
            </a:r>
            <a:r>
              <a:rPr lang="zh-CN">
                <a:sym typeface="+mn-ea"/>
              </a:rPr>
              <a:t>影响因子</a:t>
            </a:r>
            <a:endParaRPr lang="zh-CN"/>
          </a:p>
          <a:p>
            <a:endParaRPr 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sym typeface="+mn-ea"/>
              </a:rPr>
              <a:t>通过</a:t>
            </a:r>
            <a:r>
              <a:rPr>
                <a:sym typeface="+mn-ea"/>
              </a:rPr>
              <a:t>矩阵分析</a:t>
            </a:r>
            <a:r>
              <a:rPr lang="zh-CN">
                <a:sym typeface="+mn-ea"/>
              </a:rPr>
              <a:t>对这</a:t>
            </a:r>
            <a:r>
              <a:rPr lang="en-US">
                <a:sym typeface="+mn-ea"/>
              </a:rPr>
              <a:t>26</a:t>
            </a:r>
            <a:r>
              <a:rPr>
                <a:sym typeface="+mn-ea"/>
              </a:rPr>
              <a:t>个影响因子</a:t>
            </a:r>
            <a:r>
              <a:rPr lang="zh-CN">
                <a:sym typeface="+mn-ea"/>
              </a:rPr>
              <a:t>进行打分</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tLang="en-US">
                <a:sym typeface="+mn-ea"/>
              </a:rPr>
              <a:t>再通过帕累托图，聚焦到了</a:t>
            </a:r>
            <a:r>
              <a:rPr lang="en-US" altLang="zh-CN">
                <a:sym typeface="+mn-ea"/>
              </a:rPr>
              <a:t>14</a:t>
            </a:r>
            <a:r>
              <a:rPr lang="zh-CN" altLang="en-US">
                <a:sym typeface="+mn-ea"/>
              </a:rPr>
              <a:t>个重要因子。</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09425-785C-191C-773C-D38C6147E39B}"/>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39DAF9B6-0310-2EB1-B5F1-7BF041E5503F}"/>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1C90C4BF-4E2A-CD49-1C4D-88687A98650F}"/>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52288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B4B36-72DA-1998-2B0E-0A5FD09563FA}"/>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67583BD6-EFC8-0109-DDB9-66528BCD0CF0}"/>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72AAECCD-991C-9A1C-6DFE-C2158A8F94BC}"/>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1532109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B26C2-2E84-B8F1-82D0-088466EB9E31}"/>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9B1B09DC-013E-8D50-3A3A-B999ADEFCF3F}"/>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65D9CE19-8B1C-0AE6-8274-2256CCE81064}"/>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3424541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D0C06-1686-DFCD-FF47-D7FFD9196F38}"/>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AADE07A1-B4F9-BF24-F5E6-3807A6E95AB6}"/>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BC61C1C8-3FE5-A3BF-D7B3-011BC08BE5D8}"/>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592129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tLang="en-US"/>
              <a:t>接着进入风冷线。目前风冷线存在</a:t>
            </a:r>
            <a:r>
              <a:rPr lang="en-US" altLang="zh-CN"/>
              <a:t>3</a:t>
            </a:r>
            <a:r>
              <a:rPr lang="zh-CN" altLang="en-US"/>
              <a:t>个问题，一是密集辊间隙过大，线圈头部易进入间隙之中。其二风冷线尾部部分侧立辊冗余，易引发小规格钢材挂丝。第三点是跌落辊更换不规范，两侧辊道不对称，影响过钢流畅与平稳。</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atin typeface="微软雅黑" panose="020B0503020204020204" charset="-122"/>
                <a:ea typeface="微软雅黑" panose="020B0503020204020204" charset="-122"/>
                <a:cs typeface="微软雅黑" panose="020B0503020204020204" charset="-122"/>
                <a:sym typeface="+mn-ea"/>
              </a:rPr>
              <a:t>针对这些问题我们进行逐一改善，首先更换了更大辊径的密集辊，使辊缝由原来的</a:t>
            </a:r>
            <a:r>
              <a:rPr lang="en-US" altLang="zh-CN">
                <a:latin typeface="微软雅黑" panose="020B0503020204020204" charset="-122"/>
                <a:ea typeface="微软雅黑" panose="020B0503020204020204" charset="-122"/>
                <a:cs typeface="微软雅黑" panose="020B0503020204020204" charset="-122"/>
                <a:sym typeface="+mn-ea"/>
              </a:rPr>
              <a:t>18mm</a:t>
            </a:r>
            <a:r>
              <a:rPr lang="zh-CN" altLang="en-US">
                <a:latin typeface="微软雅黑" panose="020B0503020204020204" charset="-122"/>
                <a:ea typeface="微软雅黑" panose="020B0503020204020204" charset="-122"/>
                <a:cs typeface="微软雅黑" panose="020B0503020204020204" charset="-122"/>
                <a:sym typeface="+mn-ea"/>
              </a:rPr>
              <a:t>变为</a:t>
            </a:r>
            <a:r>
              <a:rPr lang="en-US" altLang="zh-CN">
                <a:latin typeface="微软雅黑" panose="020B0503020204020204" charset="-122"/>
                <a:ea typeface="微软雅黑" panose="020B0503020204020204" charset="-122"/>
                <a:cs typeface="微软雅黑" panose="020B0503020204020204" charset="-122"/>
                <a:sym typeface="+mn-ea"/>
              </a:rPr>
              <a:t>8mm</a:t>
            </a:r>
            <a:r>
              <a:rPr lang="zh-CN" altLang="en-US">
                <a:latin typeface="微软雅黑" panose="020B0503020204020204" charset="-122"/>
                <a:ea typeface="微软雅黑" panose="020B0503020204020204" charset="-122"/>
                <a:cs typeface="微软雅黑" panose="020B0503020204020204" charset="-122"/>
                <a:sym typeface="+mn-ea"/>
              </a:rPr>
              <a:t>。对尾部</a:t>
            </a:r>
            <a:r>
              <a:rPr lang="zh-CN" altLang="en-US" spc="150">
                <a:solidFill>
                  <a:srgbClr val="20E4F9">
                    <a:lumMod val="50000"/>
                  </a:srgbClr>
                </a:solidFill>
                <a:uFillTx/>
                <a:latin typeface="思源黑体 CN Regular" panose="020B0500000000000000" charset="-122"/>
                <a:ea typeface="思源黑体 CN Regular" panose="020B0500000000000000" charset="-122"/>
                <a:sym typeface="+mn-ea"/>
              </a:rPr>
              <a:t>冗余的侧立辊进行拆除，减少挂丝的可能。规范更换跌落辊的标准，使两侧对称统一。</a:t>
            </a:r>
          </a:p>
          <a:p>
            <a:endParaRPr lang="zh-CN" altLang="en-US">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4BC2B-EB96-B655-DC59-69F6E5468994}"/>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AAB19E75-D98F-FE63-88C3-1A2A85C91DB3}"/>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E2AE5FAB-D3E9-0A9A-D01A-E2E65CBF0632}"/>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17297504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tLang="en-US"/>
              <a:t>进入分析改善。下面这是夹送辊位置示意图，夹送辊位于穿水与吐丝机之间，其核心功能是确保轧件稳定进入吐丝机。夹送辊的问题是他之前的穿水段是很长的一段，这一段是没有动力提供。不同钢种的摩擦力重力不一样，所以到达夹送辊的动能也不同，不能满足进入吐丝机的要求。</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tLang="en-US">
                <a:latin typeface="微软雅黑" panose="020B0503020204020204" charset="-122"/>
                <a:ea typeface="微软雅黑" panose="020B0503020204020204" charset="-122"/>
                <a:cs typeface="微软雅黑" panose="020B0503020204020204" charset="-122"/>
                <a:sym typeface="+mn-ea"/>
              </a:rPr>
              <a:t>通过如上的改善，现场生产有了明显好转。从视频可以看到，之前的吐丝圈型混乱，改善后有了明显好转。风冷线影响时间</a:t>
            </a:r>
            <a:r>
              <a:rPr lang="en-US" altLang="zh-CN">
                <a:latin typeface="微软雅黑" panose="020B0503020204020204" charset="-122"/>
                <a:ea typeface="微软雅黑" panose="020B0503020204020204" charset="-122"/>
                <a:cs typeface="微软雅黑" panose="020B0503020204020204" charset="-122"/>
                <a:sym typeface="+mn-ea"/>
              </a:rPr>
              <a:t>3</a:t>
            </a:r>
            <a:r>
              <a:rPr lang="zh-CN" altLang="en-US">
                <a:latin typeface="微软雅黑" panose="020B0503020204020204" charset="-122"/>
                <a:ea typeface="微软雅黑" panose="020B0503020204020204" charset="-122"/>
                <a:cs typeface="微软雅黑" panose="020B0503020204020204" charset="-122"/>
                <a:sym typeface="+mn-ea"/>
              </a:rPr>
              <a:t>月份为</a:t>
            </a:r>
            <a:r>
              <a:rPr lang="en-US" altLang="zh-CN">
                <a:latin typeface="微软雅黑" panose="020B0503020204020204" charset="-122"/>
                <a:ea typeface="微软雅黑" panose="020B0503020204020204" charset="-122"/>
                <a:cs typeface="微软雅黑" panose="020B0503020204020204" charset="-122"/>
                <a:sym typeface="+mn-ea"/>
              </a:rPr>
              <a:t>136</a:t>
            </a:r>
            <a:r>
              <a:rPr lang="zh-CN" altLang="en-US">
                <a:latin typeface="微软雅黑" panose="020B0503020204020204" charset="-122"/>
                <a:ea typeface="微软雅黑" panose="020B0503020204020204" charset="-122"/>
                <a:cs typeface="微软雅黑" panose="020B0503020204020204" charset="-122"/>
                <a:sym typeface="+mn-ea"/>
              </a:rPr>
              <a:t>分钟，</a:t>
            </a:r>
            <a:r>
              <a:rPr lang="en-US" altLang="zh-CN">
                <a:latin typeface="微软雅黑" panose="020B0503020204020204" charset="-122"/>
                <a:ea typeface="微软雅黑" panose="020B0503020204020204" charset="-122"/>
                <a:cs typeface="微软雅黑" panose="020B0503020204020204" charset="-122"/>
                <a:sym typeface="+mn-ea"/>
              </a:rPr>
              <a:t>6</a:t>
            </a:r>
            <a:r>
              <a:rPr lang="zh-CN" altLang="en-US">
                <a:latin typeface="微软雅黑" panose="020B0503020204020204" charset="-122"/>
                <a:ea typeface="微软雅黑" panose="020B0503020204020204" charset="-122"/>
                <a:cs typeface="微软雅黑" panose="020B0503020204020204" charset="-122"/>
                <a:sym typeface="+mn-ea"/>
              </a:rPr>
              <a:t>月无影响时间。</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03" name="幻灯片图像占位符 1"/>
          <p:cNvSpPr>
            <a:spLocks noGrp="1" noRot="1" noChangeAspect="1"/>
          </p:cNvSpPr>
          <p:nvPr>
            <p:ph type="sldImg" idx="2"/>
          </p:nvPr>
        </p:nvSpPr>
        <p:spPr/>
      </p:sp>
      <p:sp>
        <p:nvSpPr>
          <p:cNvPr id="1049304" name="文本占位符 2"/>
          <p:cNvSpPr>
            <a:spLocks noGrp="1"/>
          </p:cNvSpPr>
          <p:nvPr>
            <p:ph type="body" idx="3"/>
          </p:nvPr>
        </p:nvSpPr>
        <p:spPr/>
        <p:txBody>
          <a:bodyPr/>
          <a:lstStyle/>
          <a:p>
            <a:r>
              <a:rPr lang="zh-CN" altLang="en-US">
                <a:sym typeface="+mn-ea"/>
              </a:rPr>
              <a:t>由于四高炉的影响，二高线</a:t>
            </a:r>
            <a:r>
              <a:rPr lang="en-US" altLang="zh-CN">
                <a:sym typeface="+mn-ea"/>
              </a:rPr>
              <a:t>5</a:t>
            </a:r>
            <a:r>
              <a:rPr lang="zh-CN" altLang="en-US">
                <a:sym typeface="+mn-ea"/>
              </a:rPr>
              <a:t>月份未进行轧制，</a:t>
            </a:r>
            <a:r>
              <a:rPr lang="en-US" altLang="zh-CN">
                <a:sym typeface="+mn-ea"/>
              </a:rPr>
              <a:t>Q195φ6</a:t>
            </a:r>
            <a:r>
              <a:rPr lang="zh-CN" altLang="en-US">
                <a:sym typeface="+mn-ea"/>
              </a:rPr>
              <a:t>就</a:t>
            </a:r>
            <a:r>
              <a:rPr lang="en-US" altLang="zh-CN">
                <a:sym typeface="+mn-ea"/>
              </a:rPr>
              <a:t>6</a:t>
            </a:r>
            <a:r>
              <a:rPr lang="zh-CN" altLang="en-US">
                <a:sym typeface="+mn-ea"/>
              </a:rPr>
              <a:t>月</a:t>
            </a:r>
            <a:r>
              <a:rPr lang="en-US" altLang="zh-CN">
                <a:sym typeface="+mn-ea"/>
              </a:rPr>
              <a:t>8</a:t>
            </a:r>
            <a:r>
              <a:rPr lang="zh-CN" altLang="en-US">
                <a:sym typeface="+mn-ea"/>
              </a:rPr>
              <a:t>号、</a:t>
            </a:r>
            <a:r>
              <a:rPr lang="en-US" altLang="zh-CN">
                <a:sym typeface="+mn-ea"/>
              </a:rPr>
              <a:t>9</a:t>
            </a:r>
            <a:r>
              <a:rPr lang="zh-CN" altLang="en-US">
                <a:sym typeface="+mn-ea"/>
              </a:rPr>
              <a:t>号进行轧制。</a:t>
            </a:r>
            <a:r>
              <a:rPr lang="en-US" altLang="zh-CN">
                <a:sym typeface="+mn-ea"/>
              </a:rPr>
              <a:t>8</a:t>
            </a:r>
            <a:r>
              <a:rPr lang="zh-CN" altLang="en-US">
                <a:sym typeface="+mn-ea"/>
              </a:rPr>
              <a:t>号的成材率为</a:t>
            </a:r>
            <a:r>
              <a:rPr lang="en-US" altLang="zh-CN">
                <a:sym typeface="+mn-ea"/>
              </a:rPr>
              <a:t>98.23%,</a:t>
            </a:r>
            <a:r>
              <a:rPr lang="zh-CN" altLang="en-US">
                <a:sym typeface="+mn-ea"/>
              </a:rPr>
              <a:t>达到了课程目标。</a:t>
            </a:r>
            <a:r>
              <a:rPr lang="en-US" altLang="zh-CN">
                <a:sym typeface="+mn-ea"/>
              </a:rPr>
              <a:t>9</a:t>
            </a:r>
            <a:r>
              <a:rPr lang="zh-CN" altLang="en-US">
                <a:sym typeface="+mn-ea"/>
              </a:rPr>
              <a:t>号由于工作人员操作问题，出现了较大的生产事故，成材率只有</a:t>
            </a:r>
            <a:r>
              <a:rPr lang="en-US" altLang="zh-CN">
                <a:sym typeface="+mn-ea"/>
              </a:rPr>
              <a:t>91.21%,</a:t>
            </a:r>
            <a:r>
              <a:rPr lang="zh-CN" altLang="en-US">
                <a:sym typeface="+mn-ea"/>
              </a:rPr>
              <a:t>这是当时的事故分析。验证数据较少，后续我们将持续进行跟踪。</a:t>
            </a:r>
            <a:endParaRPr lang="zh-CN" altLang="en-US"/>
          </a:p>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41" name="幻灯片图像占位符 1"/>
          <p:cNvSpPr>
            <a:spLocks noGrp="1" noRot="1" noChangeAspect="1"/>
          </p:cNvSpPr>
          <p:nvPr>
            <p:ph type="sldImg" idx="2"/>
          </p:nvPr>
        </p:nvSpPr>
        <p:spPr/>
      </p:sp>
      <p:sp>
        <p:nvSpPr>
          <p:cNvPr id="1049542" name="文本占位符 2"/>
          <p:cNvSpPr>
            <a:spLocks noGrp="1"/>
          </p:cNvSpPr>
          <p:nvPr>
            <p:ph type="body" idx="3"/>
          </p:nvPr>
        </p:nvSpPr>
        <p:spPr/>
        <p:txBody>
          <a:bodyPr/>
          <a:lstStyle/>
          <a:p>
            <a:pPr>
              <a:lnSpc>
                <a:spcPct val="200000"/>
              </a:lnSpc>
            </a:pPr>
            <a:r>
              <a:rPr lang="zh-CN" dirty="0">
                <a:latin typeface="微软雅黑" panose="020B0503020204020204" charset="-122"/>
                <a:sym typeface="+mn-ea"/>
              </a:rPr>
              <a:t>就目前的</a:t>
            </a:r>
            <a:r>
              <a:rPr dirty="0">
                <a:latin typeface="微软雅黑" panose="020B0503020204020204" charset="-122"/>
                <a:sym typeface="+mn-ea"/>
              </a:rPr>
              <a:t>数据</a:t>
            </a:r>
            <a:r>
              <a:rPr lang="zh-CN" dirty="0">
                <a:latin typeface="微软雅黑" panose="020B0503020204020204" charset="-122"/>
                <a:sym typeface="+mn-ea"/>
              </a:rPr>
              <a:t>计算，预计年增效</a:t>
            </a:r>
            <a:r>
              <a:rPr lang="en-US" altLang="zh-CN" dirty="0">
                <a:latin typeface="微软雅黑" panose="020B0503020204020204" charset="-122"/>
                <a:sym typeface="+mn-ea"/>
              </a:rPr>
              <a:t>32</a:t>
            </a:r>
            <a:r>
              <a:rPr lang="zh-CN" altLang="en-US" dirty="0">
                <a:latin typeface="微软雅黑" panose="020B0503020204020204" charset="-122"/>
                <a:sym typeface="+mn-ea"/>
              </a:rPr>
              <a:t>万元。</a:t>
            </a:r>
            <a:r>
              <a:rPr dirty="0">
                <a:latin typeface="微软雅黑" panose="020B0503020204020204" charset="-122"/>
                <a:sym typeface="+mn-ea"/>
              </a:rPr>
              <a:t>与此同时，一系列的改善在无形之中，降低了</a:t>
            </a:r>
            <a:r>
              <a:rPr lang="zh-CN" dirty="0">
                <a:latin typeface="微软雅黑" panose="020B0503020204020204" charset="-122"/>
                <a:sym typeface="+mn-ea"/>
              </a:rPr>
              <a:t>职工</a:t>
            </a:r>
            <a:r>
              <a:rPr dirty="0">
                <a:latin typeface="微软雅黑" panose="020B0503020204020204" charset="-122"/>
                <a:sym typeface="+mn-ea"/>
              </a:rPr>
              <a:t>劳动强度，</a:t>
            </a:r>
            <a:r>
              <a:rPr lang="zh-CN" dirty="0">
                <a:latin typeface="微软雅黑" panose="020B0503020204020204" charset="-122"/>
                <a:sym typeface="+mn-ea"/>
              </a:rPr>
              <a:t>提高了产品质量，</a:t>
            </a:r>
            <a:r>
              <a:rPr dirty="0">
                <a:latin typeface="微软雅黑" panose="020B0503020204020204" charset="-122"/>
                <a:sym typeface="+mn-ea"/>
              </a:rPr>
              <a:t>提升了岗位人员的安全系数。</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61" name="幻灯片图像占位符 1"/>
          <p:cNvSpPr>
            <a:spLocks noGrp="1" noRot="1" noChangeAspect="1"/>
          </p:cNvSpPr>
          <p:nvPr>
            <p:ph type="sldImg" idx="2"/>
          </p:nvPr>
        </p:nvSpPr>
        <p:spPr/>
      </p:sp>
      <p:sp>
        <p:nvSpPr>
          <p:cNvPr id="1049562" name="文本占位符 2"/>
          <p:cNvSpPr>
            <a:spLocks noGrp="1"/>
          </p:cNvSpPr>
          <p:nvPr>
            <p:ph type="body" idx="3"/>
          </p:nvPr>
        </p:nvSpPr>
        <p:spPr/>
        <p:txBody>
          <a:bodyPr/>
          <a:lstStyle/>
          <a:p>
            <a:r>
              <a:rPr lang="zh-CN" altLang="en-US">
                <a:sym typeface="+mn-ea"/>
              </a:rPr>
              <a:t>最后，在领导和各部门的帮助下，制定了新的作业流程、标准、对岗位人员开展了培训。</a:t>
            </a:r>
            <a:endParaRPr lang="zh-CN" altLang="en-US"/>
          </a:p>
          <a:p>
            <a:endParaRPr lang="zh-CN" altLang="en-US" b="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98800" y="914400"/>
            <a:ext cx="9799200" cy="2570400"/>
          </a:xfrm>
        </p:spPr>
        <p:txBody>
          <a:bodyPr lIns="90000" tIns="46800" rIns="90000" bIns="46800" anchor="b" anchorCtr="0">
            <a:normAutofit/>
          </a:bodyPr>
          <a:lstStyle>
            <a:lvl1pPr algn="ctr">
              <a:defRPr sz="60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4" name="页脚占位符 3"/>
          <p:cNvSpPr>
            <a:spLocks noGrp="1"/>
          </p:cNvSpPr>
          <p:nvPr>
            <p:ph type="ftr" sz="quarter" idx="11"/>
          </p:nvPr>
        </p:nvSpPr>
        <p:spPr/>
        <p:txBody>
          <a:bodyPr/>
          <a:lstStyle/>
          <a:p>
            <a:pPr fontAlgn="auto"/>
            <a:endParaRPr lang="zh-CN" altLang="en-US" strike="noStrike" noProof="1"/>
          </a:p>
        </p:txBody>
      </p:sp>
      <p:sp>
        <p:nvSpPr>
          <p:cNvPr id="5" name="灯片编号占位符 4"/>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内容占位符 2"/>
          <p:cNvSpPr>
            <a:spLocks noGrp="1"/>
          </p:cNvSpPr>
          <p:nvPr>
            <p:ph idx="1"/>
          </p:nvPr>
        </p:nvSpPr>
        <p:spPr>
          <a:xfrm>
            <a:off x="608400" y="1490400"/>
            <a:ext cx="10969200" cy="4759200"/>
          </a:xfrm>
        </p:spPr>
        <p:txBody>
          <a:bodyPr vert="horz" lIns="90000" tIns="46800" rIns="90000" bIns="4680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990800" y="3848400"/>
            <a:ext cx="7768800" cy="766800"/>
          </a:xfrm>
        </p:spPr>
        <p:txBody>
          <a:bodyPr lIns="90000" tIns="46800" rIns="90000" bIns="46800" anchor="b" anchorCtr="0">
            <a:normAutofit/>
          </a:bodyPr>
          <a:lstStyle>
            <a:lvl1pPr>
              <a:defRPr sz="4400"/>
            </a:lvl1pPr>
          </a:lstStyle>
          <a:p>
            <a:pPr fontAlgn="auto"/>
            <a:r>
              <a:rPr lang="zh-CN" altLang="en-US" strike="noStrike" noProof="1"/>
              <a:t>单击此处编辑标题</a:t>
            </a:r>
          </a:p>
        </p:txBody>
      </p:sp>
      <p:sp>
        <p:nvSpPr>
          <p:cNvPr id="3" name="文本占位符 2"/>
          <p:cNvSpPr>
            <a:spLocks noGrp="1"/>
          </p:cNvSpPr>
          <p:nvPr>
            <p:ph type="body" idx="1" hasCustomPrompt="1"/>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CN" altLang="en-US" strike="noStrike" noProof="1"/>
              <a:t>单击此处编辑文本</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内容占位符 2"/>
          <p:cNvSpPr>
            <a:spLocks noGrp="1"/>
          </p:cNvSpPr>
          <p:nvPr>
            <p:ph sz="half" idx="1"/>
          </p:nvPr>
        </p:nvSpPr>
        <p:spPr>
          <a:xfrm>
            <a:off x="608400" y="1501200"/>
            <a:ext cx="5176800" cy="4748400"/>
          </a:xfrm>
        </p:spPr>
        <p:txBody>
          <a:bodyPr vert="horz" lIns="90000" tIns="46800" rIns="90000" bIns="4680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6411600" y="1501200"/>
            <a:ext cx="5176800" cy="4748400"/>
          </a:xfrm>
        </p:spPr>
        <p:txBody>
          <a:bodyPr lIns="90000" tIns="46800" rIns="90000" bIns="4680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文本占位符 2"/>
          <p:cNvSpPr>
            <a:spLocks noGrp="1"/>
          </p:cNvSpPr>
          <p:nvPr>
            <p:ph type="body" idx="1" hasCustomPrompt="1"/>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单击此处编辑文本</a:t>
            </a:r>
          </a:p>
        </p:txBody>
      </p:sp>
      <p:sp>
        <p:nvSpPr>
          <p:cNvPr id="4" name="内容占位符 3"/>
          <p:cNvSpPr>
            <a:spLocks noGrp="1"/>
          </p:cNvSpPr>
          <p:nvPr>
            <p:ph sz="half" idx="2"/>
          </p:nvPr>
        </p:nvSpPr>
        <p:spPr>
          <a:xfrm>
            <a:off x="608400" y="1854000"/>
            <a:ext cx="5342400" cy="4395600"/>
          </a:xfrm>
        </p:spPr>
        <p:txBody>
          <a:bodyPr vert="horz" lIns="101600" tIns="0" rIns="82550" bIns="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hasCustomPrompt="1"/>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单击此处编辑文本</a:t>
            </a:r>
          </a:p>
        </p:txBody>
      </p:sp>
      <p:sp>
        <p:nvSpPr>
          <p:cNvPr id="6" name="内容占位符 5"/>
          <p:cNvSpPr>
            <a:spLocks noGrp="1"/>
          </p:cNvSpPr>
          <p:nvPr>
            <p:ph sz="quarter" idx="4"/>
          </p:nvPr>
        </p:nvSpPr>
        <p:spPr>
          <a:xfrm>
            <a:off x="6235750" y="1854000"/>
            <a:ext cx="5342400" cy="4395600"/>
          </a:xfrm>
        </p:spPr>
        <p:txBody>
          <a:bodyPr vert="horz" lIns="101600" tIns="0" rIns="82550" bIns="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4" name="页脚占位符 3"/>
          <p:cNvSpPr>
            <a:spLocks noGrp="1"/>
          </p:cNvSpPr>
          <p:nvPr>
            <p:ph type="ftr" sz="quarter" idx="11"/>
          </p:nvPr>
        </p:nvSpPr>
        <p:spPr/>
        <p:txBody>
          <a:bodyPr/>
          <a:lstStyle/>
          <a:p>
            <a:pPr fontAlgn="auto"/>
            <a:endParaRPr lang="zh-CN" altLang="en-US" strike="noStrike" noProof="1"/>
          </a:p>
        </p:txBody>
      </p:sp>
      <p:sp>
        <p:nvSpPr>
          <p:cNvPr id="5" name="灯片编号占位符 4"/>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3" name="页脚占位符 2"/>
          <p:cNvSpPr>
            <a:spLocks noGrp="1"/>
          </p:cNvSpPr>
          <p:nvPr>
            <p:ph type="ftr" sz="quarter" idx="11"/>
          </p:nvPr>
        </p:nvSpPr>
        <p:spPr/>
        <p:txBody>
          <a:bodyPr/>
          <a:lstStyle/>
          <a:p>
            <a:pPr fontAlgn="auto"/>
            <a:endParaRPr lang="zh-CN" altLang="en-US" strike="noStrike" noProof="1"/>
          </a:p>
        </p:txBody>
      </p:sp>
      <p:sp>
        <p:nvSpPr>
          <p:cNvPr id="4" name="灯片编号占位符 3"/>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608400" y="1555200"/>
            <a:ext cx="5233077" cy="4608000"/>
          </a:xfrm>
        </p:spPr>
        <p:txBody>
          <a:bodyPr vert="horz" lIns="90000" tIns="46800" rIns="90000" bIns="46800" rtlCol="0">
            <a:normAutofit/>
          </a:bodyPr>
          <a:lstStyle>
            <a:lvl1pPr>
              <a:buNone/>
              <a:defRPr sz="1600"/>
            </a:lvl1pPr>
          </a:lstStyle>
          <a:p>
            <a:pPr lvl="0" fontAlgn="auto"/>
            <a:endParaRPr lang="zh-CN" altLang="en-US" strike="noStrike" noProof="1"/>
          </a:p>
        </p:txBody>
      </p:sp>
      <p:sp>
        <p:nvSpPr>
          <p:cNvPr id="4" name="文本占位符 3"/>
          <p:cNvSpPr>
            <a:spLocks noGrp="1"/>
          </p:cNvSpPr>
          <p:nvPr>
            <p:ph type="body" sz="half" idx="2"/>
          </p:nvPr>
        </p:nvSpPr>
        <p:spPr>
          <a:xfrm>
            <a:off x="6350400" y="1555200"/>
            <a:ext cx="5227200" cy="4608000"/>
          </a:xfrm>
        </p:spPr>
        <p:txBody>
          <a:bodyPr vert="horz" lIns="90000" tIns="46800" rIns="90000" bIns="46800" rtlCol="0">
            <a:normAutofit/>
          </a:bodyPr>
          <a:lstStyle>
            <a:lvl1pPr>
              <a:buNone/>
              <a:defRPr sz="1600"/>
            </a:lvl1pPr>
          </a:lstStyle>
          <a:p>
            <a:pPr lvl="0" fontAlgn="auto"/>
            <a:r>
              <a:rPr lang="zh-CN" altLang="en-US" strike="noStrike" noProof="1"/>
              <a:t>单击此处编辑母版文本样式</a:t>
            </a:r>
          </a:p>
        </p:txBody>
      </p:sp>
      <p:sp>
        <p:nvSpPr>
          <p:cNvPr id="9" name="标题 8"/>
          <p:cNvSpPr>
            <a:spLocks noGrp="1"/>
          </p:cNvSpPr>
          <p:nvPr>
            <p:ph type="title"/>
          </p:nvPr>
        </p:nvSpPr>
        <p:spPr/>
        <p:txBody>
          <a:bodyPr/>
          <a:lstStyle/>
          <a:p>
            <a:pPr fontAlgn="auto"/>
            <a:r>
              <a:rPr lang="zh-CN" altLang="en-US" strike="noStrike" noProof="1"/>
              <a:t>单击此处编辑母版标题样式</a:t>
            </a:r>
          </a:p>
        </p:txBody>
      </p:sp>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234800" y="914400"/>
            <a:ext cx="1044000" cy="5029200"/>
          </a:xfrm>
        </p:spPr>
        <p:txBody>
          <a:bodyPr vert="eaVert" lIns="90000" tIns="46800" rIns="90000" bIns="46800" rtlCol="0" anchor="ctr" anchorCtr="0">
            <a:normAutofit/>
          </a:bodyPr>
          <a:lstStyle>
            <a:lvl1pPr>
              <a:buNone/>
              <a:defRPr sz="2800"/>
            </a:lvl1pPr>
          </a:lstStyle>
          <a:p>
            <a:pPr lvl="0" fontAlgn="auto"/>
            <a:r>
              <a:rPr lang="zh-CN" altLang="en-US" strike="noStrike" noProof="1"/>
              <a:t>单击此处编辑标题</a:t>
            </a:r>
          </a:p>
        </p:txBody>
      </p:sp>
      <p:sp>
        <p:nvSpPr>
          <p:cNvPr id="3" name="竖排文字占位符 2"/>
          <p:cNvSpPr>
            <a:spLocks noGrp="1"/>
          </p:cNvSpPr>
          <p:nvPr>
            <p:ph type="body" orient="vert" idx="1"/>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608400" y="774000"/>
            <a:ext cx="10972800" cy="5482800"/>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2" name="日期占位符 1"/>
          <p:cNvSpPr>
            <a:spLocks noGrp="1"/>
          </p:cNvSpPr>
          <p:nvPr>
            <p:ph type="dt" sz="half" idx="14"/>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3" name="页脚占位符 2"/>
          <p:cNvSpPr>
            <a:spLocks noGrp="1"/>
          </p:cNvSpPr>
          <p:nvPr>
            <p:ph type="ftr" sz="quarter" idx="15"/>
          </p:nvPr>
        </p:nvSpPr>
        <p:spPr/>
        <p:txBody>
          <a:bodyPr/>
          <a:lstStyle/>
          <a:p>
            <a:pPr fontAlgn="auto"/>
            <a:endParaRPr lang="zh-CN" altLang="en-US" strike="noStrike" noProof="1"/>
          </a:p>
        </p:txBody>
      </p:sp>
      <p:sp>
        <p:nvSpPr>
          <p:cNvPr id="4" name="灯片编号占位符 3"/>
          <p:cNvSpPr>
            <a:spLocks noGrp="1"/>
          </p:cNvSpPr>
          <p:nvPr>
            <p:ph type="sldNum" sz="quarter" idx="16"/>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198800" y="2484000"/>
            <a:ext cx="9799200" cy="1018800"/>
          </a:xfrm>
        </p:spPr>
        <p:txBody>
          <a:bodyPr vert="horz" lIns="90000" tIns="46800" rIns="90000" bIns="46800" rtlCol="0" anchor="t" anchorCtr="0">
            <a:normAutofit/>
          </a:bodyPr>
          <a:lstStyle>
            <a:lvl1pPr algn="ctr">
              <a:defRPr sz="6000"/>
            </a:lvl1pPr>
          </a:lstStyle>
          <a:p>
            <a:pPr lvl="0" fontAlgn="auto"/>
            <a:r>
              <a:rPr lang="zh-CN" altLang="en-US" strike="noStrike" noProof="1"/>
              <a:t>单击此处编辑标题</a:t>
            </a:r>
          </a:p>
        </p:txBody>
      </p:sp>
      <p:sp>
        <p:nvSpPr>
          <p:cNvPr id="7" name="文本占位符 6"/>
          <p:cNvSpPr>
            <a:spLocks noGrp="1"/>
          </p:cNvSpPr>
          <p:nvPr>
            <p:ph type="body" sz="quarter" idx="13"/>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fontAlgn="auto"/>
            <a:r>
              <a:rPr lang="zh-CN" altLang="en-US" strike="noStrike" noProof="1"/>
              <a:t>单击此处编辑母版文本样式</a:t>
            </a:r>
          </a:p>
        </p:txBody>
      </p:sp>
      <p:sp>
        <p:nvSpPr>
          <p:cNvPr id="3" name="日期占位符 2"/>
          <p:cNvSpPr>
            <a:spLocks noGrp="1"/>
          </p:cNvSpPr>
          <p:nvPr>
            <p:ph type="dt" sz="half" idx="14"/>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4" name="页脚占位符 3"/>
          <p:cNvSpPr>
            <a:spLocks noGrp="1"/>
          </p:cNvSpPr>
          <p:nvPr>
            <p:ph type="ftr" sz="quarter" idx="15"/>
          </p:nvPr>
        </p:nvSpPr>
        <p:spPr/>
        <p:txBody>
          <a:bodyPr/>
          <a:lstStyle/>
          <a:p>
            <a:pPr fontAlgn="auto"/>
            <a:endParaRPr lang="zh-CN" altLang="en-US" strike="noStrike" noProof="1"/>
          </a:p>
        </p:txBody>
      </p:sp>
      <p:sp>
        <p:nvSpPr>
          <p:cNvPr id="5" name="灯片编号占位符 4"/>
          <p:cNvSpPr>
            <a:spLocks noGrp="1"/>
          </p:cNvSpPr>
          <p:nvPr>
            <p:ph type="sldNum" sz="quarter" idx="16"/>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98800" y="914400"/>
            <a:ext cx="9799200" cy="2570400"/>
          </a:xfrm>
        </p:spPr>
        <p:txBody>
          <a:bodyPr lIns="90000" tIns="46800" rIns="90000" bIns="46800" anchor="b" anchorCtr="0">
            <a:normAutofit/>
          </a:bodyPr>
          <a:lstStyle>
            <a:lvl1pPr algn="ctr">
              <a:defRPr sz="60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内容占位符 2"/>
          <p:cNvSpPr>
            <a:spLocks noGrp="1"/>
          </p:cNvSpPr>
          <p:nvPr>
            <p:ph idx="1"/>
          </p:nvPr>
        </p:nvSpPr>
        <p:spPr>
          <a:xfrm>
            <a:off x="608400" y="1490400"/>
            <a:ext cx="10969200" cy="4759200"/>
          </a:xfrm>
        </p:spPr>
        <p:txBody>
          <a:bodyPr vert="horz" lIns="90000" tIns="46800" rIns="90000" bIns="4680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990800" y="3848400"/>
            <a:ext cx="7768800" cy="766800"/>
          </a:xfrm>
        </p:spPr>
        <p:txBody>
          <a:bodyPr lIns="90000" tIns="46800" rIns="90000" bIns="46800" anchor="b" anchorCtr="0">
            <a:normAutofit/>
          </a:bodyPr>
          <a:lstStyle>
            <a:lvl1pPr>
              <a:defRPr sz="4400"/>
            </a:lvl1pPr>
          </a:lstStyle>
          <a:p>
            <a:pPr fontAlgn="auto"/>
            <a:r>
              <a:rPr lang="zh-CN" altLang="en-US" strike="noStrike" noProof="1"/>
              <a:t>单击此处编辑标题</a:t>
            </a:r>
          </a:p>
        </p:txBody>
      </p:sp>
      <p:sp>
        <p:nvSpPr>
          <p:cNvPr id="3" name="文本占位符 2"/>
          <p:cNvSpPr>
            <a:spLocks noGrp="1"/>
          </p:cNvSpPr>
          <p:nvPr>
            <p:ph type="body" idx="1" hasCustomPrompt="1"/>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CN" altLang="en-US" strike="noStrike" noProof="1"/>
              <a:t>单击此处编辑文本</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内容占位符 2"/>
          <p:cNvSpPr>
            <a:spLocks noGrp="1"/>
          </p:cNvSpPr>
          <p:nvPr>
            <p:ph sz="half" idx="1"/>
          </p:nvPr>
        </p:nvSpPr>
        <p:spPr>
          <a:xfrm>
            <a:off x="608400" y="1501200"/>
            <a:ext cx="5176800" cy="4748400"/>
          </a:xfrm>
        </p:spPr>
        <p:txBody>
          <a:bodyPr vert="horz" lIns="90000" tIns="46800" rIns="90000" bIns="4680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6411600" y="1501200"/>
            <a:ext cx="5176800" cy="4748400"/>
          </a:xfrm>
        </p:spPr>
        <p:txBody>
          <a:bodyPr lIns="90000" tIns="46800" rIns="90000" bIns="4680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文本占位符 2"/>
          <p:cNvSpPr>
            <a:spLocks noGrp="1"/>
          </p:cNvSpPr>
          <p:nvPr>
            <p:ph type="body" idx="1" hasCustomPrompt="1"/>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单击此处编辑文本</a:t>
            </a:r>
          </a:p>
        </p:txBody>
      </p:sp>
      <p:sp>
        <p:nvSpPr>
          <p:cNvPr id="4" name="内容占位符 3"/>
          <p:cNvSpPr>
            <a:spLocks noGrp="1"/>
          </p:cNvSpPr>
          <p:nvPr>
            <p:ph sz="half" idx="2"/>
          </p:nvPr>
        </p:nvSpPr>
        <p:spPr>
          <a:xfrm>
            <a:off x="608400" y="1854000"/>
            <a:ext cx="5342400" cy="4395600"/>
          </a:xfrm>
        </p:spPr>
        <p:txBody>
          <a:bodyPr vert="horz" lIns="101600" tIns="0" rIns="82550" bIns="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hasCustomPrompt="1"/>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单击此处编辑文本</a:t>
            </a:r>
          </a:p>
        </p:txBody>
      </p:sp>
      <p:sp>
        <p:nvSpPr>
          <p:cNvPr id="6" name="内容占位符 5"/>
          <p:cNvSpPr>
            <a:spLocks noGrp="1"/>
          </p:cNvSpPr>
          <p:nvPr>
            <p:ph sz="quarter" idx="4"/>
          </p:nvPr>
        </p:nvSpPr>
        <p:spPr>
          <a:xfrm>
            <a:off x="6235750" y="1854000"/>
            <a:ext cx="5342400" cy="4395600"/>
          </a:xfrm>
        </p:spPr>
        <p:txBody>
          <a:bodyPr vert="horz" lIns="101600" tIns="0" rIns="82550" bIns="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4" name="页脚占位符 3"/>
          <p:cNvSpPr>
            <a:spLocks noGrp="1"/>
          </p:cNvSpPr>
          <p:nvPr>
            <p:ph type="ftr" sz="quarter" idx="11"/>
          </p:nvPr>
        </p:nvSpPr>
        <p:spPr/>
        <p:txBody>
          <a:bodyPr/>
          <a:lstStyle/>
          <a:p>
            <a:pPr fontAlgn="auto"/>
            <a:endParaRPr lang="zh-CN" altLang="en-US" strike="noStrike" noProof="1"/>
          </a:p>
        </p:txBody>
      </p:sp>
      <p:sp>
        <p:nvSpPr>
          <p:cNvPr id="5" name="灯片编号占位符 4"/>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3" name="页脚占位符 2"/>
          <p:cNvSpPr>
            <a:spLocks noGrp="1"/>
          </p:cNvSpPr>
          <p:nvPr>
            <p:ph type="ftr" sz="quarter" idx="11"/>
          </p:nvPr>
        </p:nvSpPr>
        <p:spPr/>
        <p:txBody>
          <a:bodyPr/>
          <a:lstStyle/>
          <a:p>
            <a:pPr fontAlgn="auto"/>
            <a:endParaRPr lang="zh-CN" altLang="en-US" strike="noStrike" noProof="1"/>
          </a:p>
        </p:txBody>
      </p:sp>
      <p:sp>
        <p:nvSpPr>
          <p:cNvPr id="4" name="灯片编号占位符 3"/>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608400" y="1555200"/>
            <a:ext cx="5233077" cy="4608000"/>
          </a:xfrm>
        </p:spPr>
        <p:txBody>
          <a:bodyPr vert="horz" lIns="90000" tIns="46800" rIns="90000" bIns="46800" rtlCol="0">
            <a:normAutofit/>
          </a:bodyPr>
          <a:lstStyle>
            <a:lvl1pPr>
              <a:buNone/>
              <a:defRPr sz="1600"/>
            </a:lvl1pPr>
          </a:lstStyle>
          <a:p>
            <a:pPr lvl="0" fontAlgn="auto"/>
            <a:endParaRPr lang="zh-CN" altLang="en-US" strike="noStrike" noProof="1"/>
          </a:p>
        </p:txBody>
      </p:sp>
      <p:sp>
        <p:nvSpPr>
          <p:cNvPr id="4" name="文本占位符 3"/>
          <p:cNvSpPr>
            <a:spLocks noGrp="1"/>
          </p:cNvSpPr>
          <p:nvPr>
            <p:ph type="body" sz="half" idx="2"/>
          </p:nvPr>
        </p:nvSpPr>
        <p:spPr>
          <a:xfrm>
            <a:off x="6350400" y="1555200"/>
            <a:ext cx="5227200" cy="4608000"/>
          </a:xfrm>
        </p:spPr>
        <p:txBody>
          <a:bodyPr vert="horz" lIns="90000" tIns="46800" rIns="90000" bIns="46800" rtlCol="0">
            <a:normAutofit/>
          </a:bodyPr>
          <a:lstStyle>
            <a:lvl1pPr>
              <a:buNone/>
              <a:defRPr sz="1600"/>
            </a:lvl1pPr>
          </a:lstStyle>
          <a:p>
            <a:pPr lvl="0" fontAlgn="auto"/>
            <a:r>
              <a:rPr lang="zh-CN" altLang="en-US" strike="noStrike" noProof="1"/>
              <a:t>单击此处编辑母版文本样式</a:t>
            </a:r>
          </a:p>
        </p:txBody>
      </p:sp>
      <p:sp>
        <p:nvSpPr>
          <p:cNvPr id="9" name="标题 8"/>
          <p:cNvSpPr>
            <a:spLocks noGrp="1"/>
          </p:cNvSpPr>
          <p:nvPr>
            <p:ph type="title"/>
          </p:nvPr>
        </p:nvSpPr>
        <p:spPr/>
        <p:txBody>
          <a:bodyPr/>
          <a:lstStyle/>
          <a:p>
            <a:pPr fontAlgn="auto"/>
            <a:r>
              <a:rPr lang="zh-CN" altLang="en-US" strike="noStrike" noProof="1"/>
              <a:t>单击此处编辑母版标题样式</a:t>
            </a:r>
          </a:p>
        </p:txBody>
      </p:sp>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234800" y="914400"/>
            <a:ext cx="1044000" cy="5029200"/>
          </a:xfrm>
        </p:spPr>
        <p:txBody>
          <a:bodyPr vert="eaVert" lIns="90000" tIns="46800" rIns="90000" bIns="46800" rtlCol="0" anchor="ctr" anchorCtr="0">
            <a:normAutofit/>
          </a:bodyPr>
          <a:lstStyle>
            <a:lvl1pPr>
              <a:buNone/>
              <a:defRPr sz="2800"/>
            </a:lvl1pPr>
          </a:lstStyle>
          <a:p>
            <a:pPr lvl="0" fontAlgn="auto"/>
            <a:r>
              <a:rPr lang="zh-CN" altLang="en-US" strike="noStrike" noProof="1"/>
              <a:t>单击此处编辑标题</a:t>
            </a:r>
          </a:p>
        </p:txBody>
      </p:sp>
      <p:sp>
        <p:nvSpPr>
          <p:cNvPr id="3" name="竖排文字占位符 2"/>
          <p:cNvSpPr>
            <a:spLocks noGrp="1"/>
          </p:cNvSpPr>
          <p:nvPr>
            <p:ph type="body" orient="vert" idx="1"/>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608400" y="774000"/>
            <a:ext cx="10972800" cy="5482800"/>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2" name="日期占位符 1"/>
          <p:cNvSpPr>
            <a:spLocks noGrp="1"/>
          </p:cNvSpPr>
          <p:nvPr>
            <p:ph type="dt" sz="half" idx="14"/>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3" name="页脚占位符 2"/>
          <p:cNvSpPr>
            <a:spLocks noGrp="1"/>
          </p:cNvSpPr>
          <p:nvPr>
            <p:ph type="ftr" sz="quarter" idx="15"/>
          </p:nvPr>
        </p:nvSpPr>
        <p:spPr/>
        <p:txBody>
          <a:bodyPr/>
          <a:lstStyle/>
          <a:p>
            <a:pPr fontAlgn="auto"/>
            <a:endParaRPr lang="zh-CN" altLang="en-US" strike="noStrike" noProof="1"/>
          </a:p>
        </p:txBody>
      </p:sp>
      <p:sp>
        <p:nvSpPr>
          <p:cNvPr id="4" name="灯片编号占位符 3"/>
          <p:cNvSpPr>
            <a:spLocks noGrp="1"/>
          </p:cNvSpPr>
          <p:nvPr>
            <p:ph type="sldNum" sz="quarter" idx="16"/>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198800" y="2484000"/>
            <a:ext cx="9799200" cy="1018800"/>
          </a:xfrm>
        </p:spPr>
        <p:txBody>
          <a:bodyPr vert="horz" lIns="90000" tIns="46800" rIns="90000" bIns="46800" rtlCol="0" anchor="t" anchorCtr="0">
            <a:normAutofit/>
          </a:bodyPr>
          <a:lstStyle>
            <a:lvl1pPr algn="ctr">
              <a:defRPr sz="6000"/>
            </a:lvl1pPr>
          </a:lstStyle>
          <a:p>
            <a:pPr lvl="0" fontAlgn="auto"/>
            <a:r>
              <a:rPr lang="zh-CN" altLang="en-US" strike="noStrike" noProof="1"/>
              <a:t>单击此处编辑标题</a:t>
            </a:r>
          </a:p>
        </p:txBody>
      </p:sp>
      <p:sp>
        <p:nvSpPr>
          <p:cNvPr id="7" name="文本占位符 6"/>
          <p:cNvSpPr>
            <a:spLocks noGrp="1"/>
          </p:cNvSpPr>
          <p:nvPr>
            <p:ph type="body" sz="quarter" idx="13"/>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fontAlgn="auto"/>
            <a:r>
              <a:rPr lang="zh-CN" altLang="en-US" strike="noStrike" noProof="1"/>
              <a:t>单击此处编辑母版文本样式</a:t>
            </a:r>
          </a:p>
        </p:txBody>
      </p:sp>
      <p:sp>
        <p:nvSpPr>
          <p:cNvPr id="3" name="日期占位符 2"/>
          <p:cNvSpPr>
            <a:spLocks noGrp="1"/>
          </p:cNvSpPr>
          <p:nvPr>
            <p:ph type="dt" sz="half" idx="14"/>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4" name="页脚占位符 3"/>
          <p:cNvSpPr>
            <a:spLocks noGrp="1"/>
          </p:cNvSpPr>
          <p:nvPr>
            <p:ph type="ftr" sz="quarter" idx="15"/>
          </p:nvPr>
        </p:nvSpPr>
        <p:spPr/>
        <p:txBody>
          <a:bodyPr/>
          <a:lstStyle/>
          <a:p>
            <a:pPr fontAlgn="auto"/>
            <a:endParaRPr lang="zh-CN" altLang="en-US" strike="noStrike" noProof="1"/>
          </a:p>
        </p:txBody>
      </p:sp>
      <p:sp>
        <p:nvSpPr>
          <p:cNvPr id="5" name="灯片编号占位符 4"/>
          <p:cNvSpPr>
            <a:spLocks noGrp="1"/>
          </p:cNvSpPr>
          <p:nvPr>
            <p:ph type="sldNum" sz="quarter" idx="16"/>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ags" Target="../tags/tag7.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17" Type="http://schemas.openxmlformats.org/officeDocument/2006/relationships/tags" Target="../tags/tag11.xml"/><Relationship Id="rId2" Type="http://schemas.openxmlformats.org/officeDocument/2006/relationships/slideLayout" Target="../slideLayouts/slideLayout14.xml"/><Relationship Id="rId16" Type="http://schemas.openxmlformats.org/officeDocument/2006/relationships/tags" Target="../tags/tag10.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ags" Target="../tags/tag9.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26" name="标题占位符 1"/>
          <p:cNvSpPr>
            <a:spLocks noGrp="1"/>
          </p:cNvSpPr>
          <p:nvPr>
            <p:ph type="title"/>
            <p:custDataLst>
              <p:tags r:id="rId14"/>
            </p:custDataLst>
          </p:nvPr>
        </p:nvSpPr>
        <p:spPr>
          <a:xfrm>
            <a:off x="608013" y="608013"/>
            <a:ext cx="10969625" cy="706437"/>
          </a:xfrm>
          <a:prstGeom prst="rect">
            <a:avLst/>
          </a:prstGeom>
          <a:noFill/>
          <a:ln w="9525">
            <a:noFill/>
          </a:ln>
        </p:spPr>
        <p:txBody>
          <a:bodyPr vert="horz" lIns="90170" tIns="46990" rIns="90170" bIns="46990" anchor="ctr" anchorCtr="0"/>
          <a:lstStyle/>
          <a:p>
            <a:pPr lvl="0"/>
            <a:r>
              <a:rPr lang="zh-CN" altLang="en-US" dirty="0"/>
              <a:t>单击此处编辑母版标题样式</a:t>
            </a:r>
          </a:p>
        </p:txBody>
      </p:sp>
      <p:sp>
        <p:nvSpPr>
          <p:cNvPr id="1027" name="文本占位符 2"/>
          <p:cNvSpPr>
            <a:spLocks noGrp="1"/>
          </p:cNvSpPr>
          <p:nvPr>
            <p:ph type="body"/>
            <p:custDataLst>
              <p:tags r:id="rId15"/>
            </p:custDataLst>
          </p:nvPr>
        </p:nvSpPr>
        <p:spPr>
          <a:xfrm>
            <a:off x="608013" y="1490663"/>
            <a:ext cx="10969625" cy="4759325"/>
          </a:xfrm>
          <a:prstGeom prst="rect">
            <a:avLst/>
          </a:prstGeom>
          <a:noFill/>
          <a:ln w="9525">
            <a:noFill/>
          </a:ln>
        </p:spPr>
        <p:txBody>
          <a:bodyPr vert="horz" lIns="90000" tIns="46800" rIns="90000" bIns="46800"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775" y="6315075"/>
            <a:ext cx="2698750" cy="315913"/>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3"/>
            <p:custDataLst>
              <p:tags r:id="rId17"/>
            </p:custDataLst>
          </p:nvPr>
        </p:nvSpPr>
        <p:spPr>
          <a:xfrm>
            <a:off x="4116388" y="6315075"/>
            <a:ext cx="3959225" cy="315913"/>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custDataLst>
              <p:tags r:id="rId18"/>
            </p:custDataLst>
          </p:nvPr>
        </p:nvSpPr>
        <p:spPr>
          <a:xfrm>
            <a:off x="8877300" y="6315075"/>
            <a:ext cx="2700338" cy="315913"/>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2050" name="标题占位符 1"/>
          <p:cNvSpPr>
            <a:spLocks noGrp="1"/>
          </p:cNvSpPr>
          <p:nvPr>
            <p:ph type="title"/>
            <p:custDataLst>
              <p:tags r:id="rId13"/>
            </p:custDataLst>
          </p:nvPr>
        </p:nvSpPr>
        <p:spPr>
          <a:xfrm>
            <a:off x="608013" y="608013"/>
            <a:ext cx="10969625" cy="706437"/>
          </a:xfrm>
          <a:prstGeom prst="rect">
            <a:avLst/>
          </a:prstGeom>
          <a:noFill/>
          <a:ln w="9525">
            <a:noFill/>
          </a:ln>
        </p:spPr>
        <p:txBody>
          <a:bodyPr vert="horz" lIns="90170" tIns="46990" rIns="90170" bIns="46990" anchor="ctr" anchorCtr="0"/>
          <a:lstStyle/>
          <a:p>
            <a:pPr lvl="0"/>
            <a:r>
              <a:rPr lang="zh-CN" altLang="en-US" dirty="0"/>
              <a:t>单击此处编辑母版标题样式</a:t>
            </a:r>
          </a:p>
        </p:txBody>
      </p:sp>
      <p:sp>
        <p:nvSpPr>
          <p:cNvPr id="2051" name="文本占位符 2"/>
          <p:cNvSpPr>
            <a:spLocks noGrp="1"/>
          </p:cNvSpPr>
          <p:nvPr>
            <p:ph type="body"/>
            <p:custDataLst>
              <p:tags r:id="rId14"/>
            </p:custDataLst>
          </p:nvPr>
        </p:nvSpPr>
        <p:spPr>
          <a:xfrm>
            <a:off x="608013" y="1490663"/>
            <a:ext cx="10969625" cy="4759325"/>
          </a:xfrm>
          <a:prstGeom prst="rect">
            <a:avLst/>
          </a:prstGeom>
          <a:noFill/>
          <a:ln w="9525">
            <a:noFill/>
          </a:ln>
        </p:spPr>
        <p:txBody>
          <a:bodyPr vert="horz" lIns="90000" tIns="46800" rIns="90000" bIns="46800"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775" y="6315075"/>
            <a:ext cx="2698750" cy="315913"/>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3"/>
            <p:custDataLst>
              <p:tags r:id="rId16"/>
            </p:custDataLst>
          </p:nvPr>
        </p:nvSpPr>
        <p:spPr>
          <a:xfrm>
            <a:off x="4116388" y="6315075"/>
            <a:ext cx="3959225" cy="315913"/>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custDataLst>
              <p:tags r:id="rId17"/>
            </p:custDataLst>
          </p:nvPr>
        </p:nvSpPr>
        <p:spPr>
          <a:xfrm>
            <a:off x="8877300" y="6315075"/>
            <a:ext cx="2700338" cy="315913"/>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4.xml"/><Relationship Id="rId7" Type="http://schemas.openxmlformats.org/officeDocument/2006/relationships/notesSlide" Target="../notesSlides/notesSlide1.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1.xml"/><Relationship Id="rId5" Type="http://schemas.openxmlformats.org/officeDocument/2006/relationships/tags" Target="../tags/tag16.xml"/><Relationship Id="rId4" Type="http://schemas.openxmlformats.org/officeDocument/2006/relationships/tags" Target="../tags/tag15.xml"/><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19.xml"/><Relationship Id="rId7" Type="http://schemas.openxmlformats.org/officeDocument/2006/relationships/slideLayout" Target="../slideLayouts/slideLayout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25.xml"/><Relationship Id="rId7" Type="http://schemas.openxmlformats.org/officeDocument/2006/relationships/slideLayout" Target="../slideLayouts/slideLayout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10" Type="http://schemas.openxmlformats.org/officeDocument/2006/relationships/image" Target="../media/image4.png"/><Relationship Id="rId4" Type="http://schemas.openxmlformats.org/officeDocument/2006/relationships/tags" Target="../tags/tag26.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31.xml"/><Relationship Id="rId7" Type="http://schemas.openxmlformats.org/officeDocument/2006/relationships/slideLayout" Target="../slideLayouts/slideLayout3.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image" Target="../media/image7.png"/><Relationship Id="rId5" Type="http://schemas.openxmlformats.org/officeDocument/2006/relationships/tags" Target="../tags/tag33.xml"/><Relationship Id="rId10" Type="http://schemas.openxmlformats.org/officeDocument/2006/relationships/image" Target="../media/image6.png"/><Relationship Id="rId4" Type="http://schemas.openxmlformats.org/officeDocument/2006/relationships/tags" Target="../tags/tag32.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37.xml"/><Relationship Id="rId7" Type="http://schemas.openxmlformats.org/officeDocument/2006/relationships/slideLayout" Target="../slideLayouts/slideLayout3.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43.xml"/><Relationship Id="rId7" Type="http://schemas.openxmlformats.org/officeDocument/2006/relationships/slideLayout" Target="../slideLayouts/slideLayout3.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10" Type="http://schemas.openxmlformats.org/officeDocument/2006/relationships/image" Target="../media/image9.png"/><Relationship Id="rId4" Type="http://schemas.openxmlformats.org/officeDocument/2006/relationships/tags" Target="../tags/tag44.xml"/><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tags" Target="../tags/tag54.xml"/><Relationship Id="rId13" Type="http://schemas.openxmlformats.org/officeDocument/2006/relationships/image" Target="../media/image12.jpeg"/><Relationship Id="rId3" Type="http://schemas.openxmlformats.org/officeDocument/2006/relationships/tags" Target="../tags/tag49.xml"/><Relationship Id="rId7" Type="http://schemas.openxmlformats.org/officeDocument/2006/relationships/tags" Target="../tags/tag53.xml"/><Relationship Id="rId12" Type="http://schemas.openxmlformats.org/officeDocument/2006/relationships/image" Target="../media/image11.jpeg"/><Relationship Id="rId2" Type="http://schemas.openxmlformats.org/officeDocument/2006/relationships/tags" Target="../tags/tag48.xml"/><Relationship Id="rId16" Type="http://schemas.openxmlformats.org/officeDocument/2006/relationships/image" Target="../media/image15.jpeg"/><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image" Target="../media/image10.jpeg"/><Relationship Id="rId5" Type="http://schemas.openxmlformats.org/officeDocument/2006/relationships/tags" Target="../tags/tag51.xml"/><Relationship Id="rId15" Type="http://schemas.openxmlformats.org/officeDocument/2006/relationships/image" Target="../media/image14.jpeg"/><Relationship Id="rId10" Type="http://schemas.openxmlformats.org/officeDocument/2006/relationships/notesSlide" Target="../notesSlides/notesSlide7.xml"/><Relationship Id="rId4" Type="http://schemas.openxmlformats.org/officeDocument/2006/relationships/tags" Target="../tags/tag50.xml"/><Relationship Id="rId9" Type="http://schemas.openxmlformats.org/officeDocument/2006/relationships/slideLayout" Target="../slideLayouts/slideLayout3.xml"/><Relationship Id="rId14" Type="http://schemas.openxmlformats.org/officeDocument/2006/relationships/image" Target="../media/image13.jpe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64.xml"/><Relationship Id="rId7" Type="http://schemas.openxmlformats.org/officeDocument/2006/relationships/slideLayout" Target="../slideLayouts/slideLayout3.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70.xml"/><Relationship Id="rId7" Type="http://schemas.openxmlformats.org/officeDocument/2006/relationships/slideLayout" Target="../slideLayouts/slideLayout3.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76.xml"/><Relationship Id="rId7" Type="http://schemas.openxmlformats.org/officeDocument/2006/relationships/slideLayout" Target="../slideLayouts/slideLayout3.xml"/><Relationship Id="rId12" Type="http://schemas.openxmlformats.org/officeDocument/2006/relationships/image" Target="../media/image19.jpe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image" Target="../media/image18.jpeg"/><Relationship Id="rId5" Type="http://schemas.openxmlformats.org/officeDocument/2006/relationships/tags" Target="../tags/tag78.xml"/><Relationship Id="rId10" Type="http://schemas.openxmlformats.org/officeDocument/2006/relationships/image" Target="../media/image17.jpeg"/><Relationship Id="rId4" Type="http://schemas.openxmlformats.org/officeDocument/2006/relationships/tags" Target="../tags/tag77.xml"/><Relationship Id="rId9" Type="http://schemas.openxmlformats.org/officeDocument/2006/relationships/image" Target="../media/image16.jpe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3" Type="http://schemas.openxmlformats.org/officeDocument/2006/relationships/tags" Target="../tags/tag82.xml"/><Relationship Id="rId7" Type="http://schemas.openxmlformats.org/officeDocument/2006/relationships/slideLayout" Target="../slideLayouts/slideLayout3.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tags" Target="../tags/tag85.xml"/><Relationship Id="rId5" Type="http://schemas.openxmlformats.org/officeDocument/2006/relationships/tags" Target="../tags/tag84.xml"/><Relationship Id="rId10" Type="http://schemas.openxmlformats.org/officeDocument/2006/relationships/image" Target="../media/image21.jpg"/><Relationship Id="rId4" Type="http://schemas.openxmlformats.org/officeDocument/2006/relationships/tags" Target="../tags/tag83.xml"/><Relationship Id="rId9" Type="http://schemas.openxmlformats.org/officeDocument/2006/relationships/image" Target="../media/image20.jp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88.xml"/><Relationship Id="rId7" Type="http://schemas.openxmlformats.org/officeDocument/2006/relationships/slideLayout" Target="../slideLayouts/slideLayout3.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5" Type="http://schemas.openxmlformats.org/officeDocument/2006/relationships/tags" Target="../tags/tag90.xml"/><Relationship Id="rId10" Type="http://schemas.openxmlformats.org/officeDocument/2006/relationships/image" Target="../media/image23.jpeg"/><Relationship Id="rId4" Type="http://schemas.openxmlformats.org/officeDocument/2006/relationships/tags" Target="../tags/tag89.xml"/><Relationship Id="rId9" Type="http://schemas.openxmlformats.org/officeDocument/2006/relationships/image" Target="../media/image22.jp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3" Type="http://schemas.openxmlformats.org/officeDocument/2006/relationships/tags" Target="../tags/tag94.xml"/><Relationship Id="rId7" Type="http://schemas.openxmlformats.org/officeDocument/2006/relationships/slideLayout" Target="../slideLayouts/slideLayout3.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5" Type="http://schemas.openxmlformats.org/officeDocument/2006/relationships/tags" Target="../tags/tag96.xml"/><Relationship Id="rId10" Type="http://schemas.openxmlformats.org/officeDocument/2006/relationships/image" Target="../media/image25.jpg"/><Relationship Id="rId4" Type="http://schemas.openxmlformats.org/officeDocument/2006/relationships/tags" Target="../tags/tag95.xml"/><Relationship Id="rId9" Type="http://schemas.openxmlformats.org/officeDocument/2006/relationships/image" Target="../media/image24.jp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3" Type="http://schemas.openxmlformats.org/officeDocument/2006/relationships/tags" Target="../tags/tag100.xml"/><Relationship Id="rId7" Type="http://schemas.openxmlformats.org/officeDocument/2006/relationships/slideLayout" Target="../slideLayouts/slideLayout3.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s>
</file>

<file path=ppt/slides/_rels/slide16.xml.rels><?xml version="1.0" encoding="UTF-8" standalone="yes"?>
<Relationships xmlns="http://schemas.openxmlformats.org/package/2006/relationships"><Relationship Id="rId13" Type="http://schemas.openxmlformats.org/officeDocument/2006/relationships/tags" Target="../tags/tag116.xml"/><Relationship Id="rId18" Type="http://schemas.openxmlformats.org/officeDocument/2006/relationships/tags" Target="../tags/tag121.xml"/><Relationship Id="rId26" Type="http://schemas.openxmlformats.org/officeDocument/2006/relationships/slideLayout" Target="../slideLayouts/slideLayout3.xml"/><Relationship Id="rId3" Type="http://schemas.openxmlformats.org/officeDocument/2006/relationships/tags" Target="../tags/tag106.xml"/><Relationship Id="rId21" Type="http://schemas.openxmlformats.org/officeDocument/2006/relationships/tags" Target="../tags/tag124.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tags" Target="../tags/tag120.xml"/><Relationship Id="rId25" Type="http://schemas.openxmlformats.org/officeDocument/2006/relationships/tags" Target="../tags/tag128.xml"/><Relationship Id="rId33" Type="http://schemas.openxmlformats.org/officeDocument/2006/relationships/image" Target="../media/image31.jpeg"/><Relationship Id="rId2" Type="http://schemas.openxmlformats.org/officeDocument/2006/relationships/tags" Target="../tags/tag105.xml"/><Relationship Id="rId16" Type="http://schemas.openxmlformats.org/officeDocument/2006/relationships/tags" Target="../tags/tag119.xml"/><Relationship Id="rId20" Type="http://schemas.openxmlformats.org/officeDocument/2006/relationships/tags" Target="../tags/tag123.xml"/><Relationship Id="rId29" Type="http://schemas.openxmlformats.org/officeDocument/2006/relationships/image" Target="../media/image27.svg"/><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24" Type="http://schemas.openxmlformats.org/officeDocument/2006/relationships/tags" Target="../tags/tag127.xml"/><Relationship Id="rId32" Type="http://schemas.openxmlformats.org/officeDocument/2006/relationships/image" Target="../media/image30.jpeg"/><Relationship Id="rId5" Type="http://schemas.openxmlformats.org/officeDocument/2006/relationships/tags" Target="../tags/tag108.xml"/><Relationship Id="rId15" Type="http://schemas.openxmlformats.org/officeDocument/2006/relationships/tags" Target="../tags/tag118.xml"/><Relationship Id="rId23" Type="http://schemas.openxmlformats.org/officeDocument/2006/relationships/tags" Target="../tags/tag126.xml"/><Relationship Id="rId28" Type="http://schemas.openxmlformats.org/officeDocument/2006/relationships/image" Target="../media/image26.svg"/><Relationship Id="rId10" Type="http://schemas.openxmlformats.org/officeDocument/2006/relationships/tags" Target="../tags/tag113.xml"/><Relationship Id="rId19" Type="http://schemas.openxmlformats.org/officeDocument/2006/relationships/tags" Target="../tags/tag122.xml"/><Relationship Id="rId31" Type="http://schemas.openxmlformats.org/officeDocument/2006/relationships/image" Target="../media/image29.jpeg"/><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 Id="rId22" Type="http://schemas.openxmlformats.org/officeDocument/2006/relationships/tags" Target="../tags/tag125.xml"/><Relationship Id="rId27" Type="http://schemas.openxmlformats.org/officeDocument/2006/relationships/notesSlide" Target="../notesSlides/notesSlide16.xml"/><Relationship Id="rId30" Type="http://schemas.openxmlformats.org/officeDocument/2006/relationships/image" Target="../media/image28.svg"/><Relationship Id="rId8" Type="http://schemas.openxmlformats.org/officeDocument/2006/relationships/tags" Target="../tags/tag111.xml"/></Relationships>
</file>

<file path=ppt/slides/_rels/slide17.xml.rels><?xml version="1.0" encoding="UTF-8" standalone="yes"?>
<Relationships xmlns="http://schemas.openxmlformats.org/package/2006/relationships"><Relationship Id="rId8" Type="http://schemas.openxmlformats.org/officeDocument/2006/relationships/tags" Target="../tags/tag136.xml"/><Relationship Id="rId13" Type="http://schemas.openxmlformats.org/officeDocument/2006/relationships/tags" Target="../tags/tag141.xml"/><Relationship Id="rId18" Type="http://schemas.openxmlformats.org/officeDocument/2006/relationships/tags" Target="../tags/tag146.xml"/><Relationship Id="rId26" Type="http://schemas.openxmlformats.org/officeDocument/2006/relationships/image" Target="../media/image26.svg"/><Relationship Id="rId3" Type="http://schemas.openxmlformats.org/officeDocument/2006/relationships/tags" Target="../tags/tag131.xml"/><Relationship Id="rId21" Type="http://schemas.openxmlformats.org/officeDocument/2006/relationships/tags" Target="../tags/tag149.xml"/><Relationship Id="rId7" Type="http://schemas.openxmlformats.org/officeDocument/2006/relationships/tags" Target="../tags/tag135.xml"/><Relationship Id="rId12" Type="http://schemas.openxmlformats.org/officeDocument/2006/relationships/tags" Target="../tags/tag140.xml"/><Relationship Id="rId17" Type="http://schemas.openxmlformats.org/officeDocument/2006/relationships/tags" Target="../tags/tag145.xml"/><Relationship Id="rId25" Type="http://schemas.openxmlformats.org/officeDocument/2006/relationships/notesSlide" Target="../notesSlides/notesSlide17.xml"/><Relationship Id="rId2" Type="http://schemas.openxmlformats.org/officeDocument/2006/relationships/tags" Target="../tags/tag130.xml"/><Relationship Id="rId16" Type="http://schemas.openxmlformats.org/officeDocument/2006/relationships/tags" Target="../tags/tag144.xml"/><Relationship Id="rId20" Type="http://schemas.openxmlformats.org/officeDocument/2006/relationships/tags" Target="../tags/tag148.xml"/><Relationship Id="rId29" Type="http://schemas.openxmlformats.org/officeDocument/2006/relationships/image" Target="../media/image32.jpg"/><Relationship Id="rId1" Type="http://schemas.openxmlformats.org/officeDocument/2006/relationships/tags" Target="../tags/tag129.xml"/><Relationship Id="rId6" Type="http://schemas.openxmlformats.org/officeDocument/2006/relationships/tags" Target="../tags/tag134.xml"/><Relationship Id="rId11" Type="http://schemas.openxmlformats.org/officeDocument/2006/relationships/tags" Target="../tags/tag139.xml"/><Relationship Id="rId24" Type="http://schemas.openxmlformats.org/officeDocument/2006/relationships/slideLayout" Target="../slideLayouts/slideLayout3.xml"/><Relationship Id="rId5" Type="http://schemas.openxmlformats.org/officeDocument/2006/relationships/tags" Target="../tags/tag133.xml"/><Relationship Id="rId15" Type="http://schemas.openxmlformats.org/officeDocument/2006/relationships/tags" Target="../tags/tag143.xml"/><Relationship Id="rId23" Type="http://schemas.openxmlformats.org/officeDocument/2006/relationships/tags" Target="../tags/tag151.xml"/><Relationship Id="rId28" Type="http://schemas.openxmlformats.org/officeDocument/2006/relationships/image" Target="../media/image28.svg"/><Relationship Id="rId10" Type="http://schemas.openxmlformats.org/officeDocument/2006/relationships/tags" Target="../tags/tag138.xml"/><Relationship Id="rId19" Type="http://schemas.openxmlformats.org/officeDocument/2006/relationships/tags" Target="../tags/tag147.xml"/><Relationship Id="rId4" Type="http://schemas.openxmlformats.org/officeDocument/2006/relationships/tags" Target="../tags/tag132.xml"/><Relationship Id="rId9" Type="http://schemas.openxmlformats.org/officeDocument/2006/relationships/tags" Target="../tags/tag137.xml"/><Relationship Id="rId14" Type="http://schemas.openxmlformats.org/officeDocument/2006/relationships/tags" Target="../tags/tag142.xml"/><Relationship Id="rId22" Type="http://schemas.openxmlformats.org/officeDocument/2006/relationships/tags" Target="../tags/tag150.xml"/><Relationship Id="rId27" Type="http://schemas.openxmlformats.org/officeDocument/2006/relationships/image" Target="../media/image27.svg"/><Relationship Id="rId30" Type="http://schemas.openxmlformats.org/officeDocument/2006/relationships/image" Target="../media/image33.jp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3" Type="http://schemas.openxmlformats.org/officeDocument/2006/relationships/tags" Target="../tags/tag154.xml"/><Relationship Id="rId7" Type="http://schemas.openxmlformats.org/officeDocument/2006/relationships/slideLayout" Target="../slideLayouts/slideLayout3.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3" Type="http://schemas.openxmlformats.org/officeDocument/2006/relationships/tags" Target="../tags/tag160.xml"/><Relationship Id="rId7" Type="http://schemas.openxmlformats.org/officeDocument/2006/relationships/slideLayout" Target="../slideLayouts/slideLayout3.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s>
</file>

<file path=ppt/slides/_rels/slide20.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notesSlide" Target="../notesSlides/notesSlide20.xml"/><Relationship Id="rId5" Type="http://schemas.openxmlformats.org/officeDocument/2006/relationships/slideLayout" Target="../slideLayouts/slideLayout3.xml"/><Relationship Id="rId4" Type="http://schemas.openxmlformats.org/officeDocument/2006/relationships/tags" Target="../tags/tag167.xml"/></Relationships>
</file>

<file path=ppt/slides/_rels/slide21.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170.xml"/><Relationship Id="rId7" Type="http://schemas.openxmlformats.org/officeDocument/2006/relationships/notesSlide" Target="../notesSlides/notesSlide21.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slideLayout" Target="../slideLayouts/slideLayout3.xml"/><Relationship Id="rId5" Type="http://schemas.openxmlformats.org/officeDocument/2006/relationships/tags" Target="../tags/tag172.xml"/><Relationship Id="rId4" Type="http://schemas.openxmlformats.org/officeDocument/2006/relationships/tags" Target="../tags/tag171.xml"/></Relationships>
</file>

<file path=ppt/slides/_rels/slide22.xml.rels><?xml version="1.0" encoding="UTF-8" standalone="yes"?>
<Relationships xmlns="http://schemas.openxmlformats.org/package/2006/relationships"><Relationship Id="rId117" Type="http://schemas.openxmlformats.org/officeDocument/2006/relationships/tags" Target="../tags/tag289.xml"/><Relationship Id="rId21" Type="http://schemas.openxmlformats.org/officeDocument/2006/relationships/tags" Target="../tags/tag193.xml"/><Relationship Id="rId42" Type="http://schemas.openxmlformats.org/officeDocument/2006/relationships/tags" Target="../tags/tag214.xml"/><Relationship Id="rId63" Type="http://schemas.openxmlformats.org/officeDocument/2006/relationships/tags" Target="../tags/tag235.xml"/><Relationship Id="rId84" Type="http://schemas.openxmlformats.org/officeDocument/2006/relationships/tags" Target="../tags/tag256.xml"/><Relationship Id="rId138" Type="http://schemas.openxmlformats.org/officeDocument/2006/relationships/tags" Target="../tags/tag310.xml"/><Relationship Id="rId159" Type="http://schemas.openxmlformats.org/officeDocument/2006/relationships/tags" Target="../tags/tag331.xml"/><Relationship Id="rId170" Type="http://schemas.openxmlformats.org/officeDocument/2006/relationships/tags" Target="../tags/tag342.xml"/><Relationship Id="rId191" Type="http://schemas.openxmlformats.org/officeDocument/2006/relationships/tags" Target="../tags/tag363.xml"/><Relationship Id="rId205" Type="http://schemas.openxmlformats.org/officeDocument/2006/relationships/tags" Target="../tags/tag377.xml"/><Relationship Id="rId226" Type="http://schemas.openxmlformats.org/officeDocument/2006/relationships/tags" Target="../tags/tag398.xml"/><Relationship Id="rId107" Type="http://schemas.openxmlformats.org/officeDocument/2006/relationships/tags" Target="../tags/tag279.xml"/><Relationship Id="rId11" Type="http://schemas.openxmlformats.org/officeDocument/2006/relationships/tags" Target="../tags/tag183.xml"/><Relationship Id="rId32" Type="http://schemas.openxmlformats.org/officeDocument/2006/relationships/tags" Target="../tags/tag204.xml"/><Relationship Id="rId53" Type="http://schemas.openxmlformats.org/officeDocument/2006/relationships/tags" Target="../tags/tag225.xml"/><Relationship Id="rId74" Type="http://schemas.openxmlformats.org/officeDocument/2006/relationships/tags" Target="../tags/tag246.xml"/><Relationship Id="rId128" Type="http://schemas.openxmlformats.org/officeDocument/2006/relationships/tags" Target="../tags/tag300.xml"/><Relationship Id="rId149" Type="http://schemas.openxmlformats.org/officeDocument/2006/relationships/tags" Target="../tags/tag321.xml"/><Relationship Id="rId5" Type="http://schemas.openxmlformats.org/officeDocument/2006/relationships/tags" Target="../tags/tag177.xml"/><Relationship Id="rId95" Type="http://schemas.openxmlformats.org/officeDocument/2006/relationships/tags" Target="../tags/tag267.xml"/><Relationship Id="rId160" Type="http://schemas.openxmlformats.org/officeDocument/2006/relationships/tags" Target="../tags/tag332.xml"/><Relationship Id="rId181" Type="http://schemas.openxmlformats.org/officeDocument/2006/relationships/tags" Target="../tags/tag353.xml"/><Relationship Id="rId216" Type="http://schemas.openxmlformats.org/officeDocument/2006/relationships/tags" Target="../tags/tag388.xml"/><Relationship Id="rId22" Type="http://schemas.openxmlformats.org/officeDocument/2006/relationships/tags" Target="../tags/tag194.xml"/><Relationship Id="rId43" Type="http://schemas.openxmlformats.org/officeDocument/2006/relationships/tags" Target="../tags/tag215.xml"/><Relationship Id="rId64" Type="http://schemas.openxmlformats.org/officeDocument/2006/relationships/tags" Target="../tags/tag236.xml"/><Relationship Id="rId118" Type="http://schemas.openxmlformats.org/officeDocument/2006/relationships/tags" Target="../tags/tag290.xml"/><Relationship Id="rId139" Type="http://schemas.openxmlformats.org/officeDocument/2006/relationships/tags" Target="../tags/tag311.xml"/><Relationship Id="rId85" Type="http://schemas.openxmlformats.org/officeDocument/2006/relationships/tags" Target="../tags/tag257.xml"/><Relationship Id="rId150" Type="http://schemas.openxmlformats.org/officeDocument/2006/relationships/tags" Target="../tags/tag322.xml"/><Relationship Id="rId171" Type="http://schemas.openxmlformats.org/officeDocument/2006/relationships/tags" Target="../tags/tag343.xml"/><Relationship Id="rId192" Type="http://schemas.openxmlformats.org/officeDocument/2006/relationships/tags" Target="../tags/tag364.xml"/><Relationship Id="rId206" Type="http://schemas.openxmlformats.org/officeDocument/2006/relationships/tags" Target="../tags/tag378.xml"/><Relationship Id="rId227" Type="http://schemas.openxmlformats.org/officeDocument/2006/relationships/tags" Target="../tags/tag399.xml"/><Relationship Id="rId12" Type="http://schemas.openxmlformats.org/officeDocument/2006/relationships/tags" Target="../tags/tag184.xml"/><Relationship Id="rId33" Type="http://schemas.openxmlformats.org/officeDocument/2006/relationships/tags" Target="../tags/tag205.xml"/><Relationship Id="rId108" Type="http://schemas.openxmlformats.org/officeDocument/2006/relationships/tags" Target="../tags/tag280.xml"/><Relationship Id="rId129" Type="http://schemas.openxmlformats.org/officeDocument/2006/relationships/tags" Target="../tags/tag301.xml"/><Relationship Id="rId54" Type="http://schemas.openxmlformats.org/officeDocument/2006/relationships/tags" Target="../tags/tag226.xml"/><Relationship Id="rId75" Type="http://schemas.openxmlformats.org/officeDocument/2006/relationships/tags" Target="../tags/tag247.xml"/><Relationship Id="rId96" Type="http://schemas.openxmlformats.org/officeDocument/2006/relationships/tags" Target="../tags/tag268.xml"/><Relationship Id="rId140" Type="http://schemas.openxmlformats.org/officeDocument/2006/relationships/tags" Target="../tags/tag312.xml"/><Relationship Id="rId161" Type="http://schemas.openxmlformats.org/officeDocument/2006/relationships/tags" Target="../tags/tag333.xml"/><Relationship Id="rId182" Type="http://schemas.openxmlformats.org/officeDocument/2006/relationships/tags" Target="../tags/tag354.xml"/><Relationship Id="rId217" Type="http://schemas.openxmlformats.org/officeDocument/2006/relationships/tags" Target="../tags/tag389.xml"/><Relationship Id="rId6" Type="http://schemas.openxmlformats.org/officeDocument/2006/relationships/tags" Target="../tags/tag178.xml"/><Relationship Id="rId23" Type="http://schemas.openxmlformats.org/officeDocument/2006/relationships/tags" Target="../tags/tag195.xml"/><Relationship Id="rId119" Type="http://schemas.openxmlformats.org/officeDocument/2006/relationships/tags" Target="../tags/tag291.xml"/><Relationship Id="rId44" Type="http://schemas.openxmlformats.org/officeDocument/2006/relationships/tags" Target="../tags/tag216.xml"/><Relationship Id="rId65" Type="http://schemas.openxmlformats.org/officeDocument/2006/relationships/tags" Target="../tags/tag237.xml"/><Relationship Id="rId86" Type="http://schemas.openxmlformats.org/officeDocument/2006/relationships/tags" Target="../tags/tag258.xml"/><Relationship Id="rId130" Type="http://schemas.openxmlformats.org/officeDocument/2006/relationships/tags" Target="../tags/tag302.xml"/><Relationship Id="rId151" Type="http://schemas.openxmlformats.org/officeDocument/2006/relationships/tags" Target="../tags/tag323.xml"/><Relationship Id="rId172" Type="http://schemas.openxmlformats.org/officeDocument/2006/relationships/tags" Target="../tags/tag344.xml"/><Relationship Id="rId193" Type="http://schemas.openxmlformats.org/officeDocument/2006/relationships/tags" Target="../tags/tag365.xml"/><Relationship Id="rId207" Type="http://schemas.openxmlformats.org/officeDocument/2006/relationships/tags" Target="../tags/tag379.xml"/><Relationship Id="rId228" Type="http://schemas.openxmlformats.org/officeDocument/2006/relationships/tags" Target="../tags/tag400.xml"/><Relationship Id="rId13" Type="http://schemas.openxmlformats.org/officeDocument/2006/relationships/tags" Target="../tags/tag185.xml"/><Relationship Id="rId109" Type="http://schemas.openxmlformats.org/officeDocument/2006/relationships/tags" Target="../tags/tag281.xml"/><Relationship Id="rId34" Type="http://schemas.openxmlformats.org/officeDocument/2006/relationships/tags" Target="../tags/tag206.xml"/><Relationship Id="rId55" Type="http://schemas.openxmlformats.org/officeDocument/2006/relationships/tags" Target="../tags/tag227.xml"/><Relationship Id="rId76" Type="http://schemas.openxmlformats.org/officeDocument/2006/relationships/tags" Target="../tags/tag248.xml"/><Relationship Id="rId97" Type="http://schemas.openxmlformats.org/officeDocument/2006/relationships/tags" Target="../tags/tag269.xml"/><Relationship Id="rId120" Type="http://schemas.openxmlformats.org/officeDocument/2006/relationships/tags" Target="../tags/tag292.xml"/><Relationship Id="rId141" Type="http://schemas.openxmlformats.org/officeDocument/2006/relationships/tags" Target="../tags/tag313.xml"/><Relationship Id="rId7" Type="http://schemas.openxmlformats.org/officeDocument/2006/relationships/tags" Target="../tags/tag179.xml"/><Relationship Id="rId162" Type="http://schemas.openxmlformats.org/officeDocument/2006/relationships/tags" Target="../tags/tag334.xml"/><Relationship Id="rId183" Type="http://schemas.openxmlformats.org/officeDocument/2006/relationships/tags" Target="../tags/tag355.xml"/><Relationship Id="rId218" Type="http://schemas.openxmlformats.org/officeDocument/2006/relationships/tags" Target="../tags/tag390.xml"/><Relationship Id="rId24" Type="http://schemas.openxmlformats.org/officeDocument/2006/relationships/tags" Target="../tags/tag196.xml"/><Relationship Id="rId45" Type="http://schemas.openxmlformats.org/officeDocument/2006/relationships/tags" Target="../tags/tag217.xml"/><Relationship Id="rId66" Type="http://schemas.openxmlformats.org/officeDocument/2006/relationships/tags" Target="../tags/tag238.xml"/><Relationship Id="rId87" Type="http://schemas.openxmlformats.org/officeDocument/2006/relationships/tags" Target="../tags/tag259.xml"/><Relationship Id="rId110" Type="http://schemas.openxmlformats.org/officeDocument/2006/relationships/tags" Target="../tags/tag282.xml"/><Relationship Id="rId131" Type="http://schemas.openxmlformats.org/officeDocument/2006/relationships/tags" Target="../tags/tag303.xml"/><Relationship Id="rId152" Type="http://schemas.openxmlformats.org/officeDocument/2006/relationships/tags" Target="../tags/tag324.xml"/><Relationship Id="rId173" Type="http://schemas.openxmlformats.org/officeDocument/2006/relationships/tags" Target="../tags/tag345.xml"/><Relationship Id="rId194" Type="http://schemas.openxmlformats.org/officeDocument/2006/relationships/tags" Target="../tags/tag366.xml"/><Relationship Id="rId208" Type="http://schemas.openxmlformats.org/officeDocument/2006/relationships/tags" Target="../tags/tag380.xml"/><Relationship Id="rId229" Type="http://schemas.openxmlformats.org/officeDocument/2006/relationships/tags" Target="../tags/tag401.xml"/><Relationship Id="rId14" Type="http://schemas.openxmlformats.org/officeDocument/2006/relationships/tags" Target="../tags/tag186.xml"/><Relationship Id="rId35" Type="http://schemas.openxmlformats.org/officeDocument/2006/relationships/tags" Target="../tags/tag207.xml"/><Relationship Id="rId56" Type="http://schemas.openxmlformats.org/officeDocument/2006/relationships/tags" Target="../tags/tag228.xml"/><Relationship Id="rId77" Type="http://schemas.openxmlformats.org/officeDocument/2006/relationships/tags" Target="../tags/tag249.xml"/><Relationship Id="rId100" Type="http://schemas.openxmlformats.org/officeDocument/2006/relationships/tags" Target="../tags/tag272.xml"/><Relationship Id="rId8" Type="http://schemas.openxmlformats.org/officeDocument/2006/relationships/tags" Target="../tags/tag180.xml"/><Relationship Id="rId98" Type="http://schemas.openxmlformats.org/officeDocument/2006/relationships/tags" Target="../tags/tag270.xml"/><Relationship Id="rId121" Type="http://schemas.openxmlformats.org/officeDocument/2006/relationships/tags" Target="../tags/tag293.xml"/><Relationship Id="rId142" Type="http://schemas.openxmlformats.org/officeDocument/2006/relationships/tags" Target="../tags/tag314.xml"/><Relationship Id="rId163" Type="http://schemas.openxmlformats.org/officeDocument/2006/relationships/tags" Target="../tags/tag335.xml"/><Relationship Id="rId184" Type="http://schemas.openxmlformats.org/officeDocument/2006/relationships/tags" Target="../tags/tag356.xml"/><Relationship Id="rId219" Type="http://schemas.openxmlformats.org/officeDocument/2006/relationships/tags" Target="../tags/tag391.xml"/><Relationship Id="rId230" Type="http://schemas.openxmlformats.org/officeDocument/2006/relationships/tags" Target="../tags/tag402.xml"/><Relationship Id="rId25" Type="http://schemas.openxmlformats.org/officeDocument/2006/relationships/tags" Target="../tags/tag197.xml"/><Relationship Id="rId46" Type="http://schemas.openxmlformats.org/officeDocument/2006/relationships/tags" Target="../tags/tag218.xml"/><Relationship Id="rId67" Type="http://schemas.openxmlformats.org/officeDocument/2006/relationships/tags" Target="../tags/tag239.xml"/><Relationship Id="rId20" Type="http://schemas.openxmlformats.org/officeDocument/2006/relationships/tags" Target="../tags/tag192.xml"/><Relationship Id="rId41" Type="http://schemas.openxmlformats.org/officeDocument/2006/relationships/tags" Target="../tags/tag213.xml"/><Relationship Id="rId62" Type="http://schemas.openxmlformats.org/officeDocument/2006/relationships/tags" Target="../tags/tag234.xml"/><Relationship Id="rId83" Type="http://schemas.openxmlformats.org/officeDocument/2006/relationships/tags" Target="../tags/tag255.xml"/><Relationship Id="rId88" Type="http://schemas.openxmlformats.org/officeDocument/2006/relationships/tags" Target="../tags/tag260.xml"/><Relationship Id="rId111" Type="http://schemas.openxmlformats.org/officeDocument/2006/relationships/tags" Target="../tags/tag283.xml"/><Relationship Id="rId132" Type="http://schemas.openxmlformats.org/officeDocument/2006/relationships/tags" Target="../tags/tag304.xml"/><Relationship Id="rId153" Type="http://schemas.openxmlformats.org/officeDocument/2006/relationships/tags" Target="../tags/tag325.xml"/><Relationship Id="rId174" Type="http://schemas.openxmlformats.org/officeDocument/2006/relationships/tags" Target="../tags/tag346.xml"/><Relationship Id="rId179" Type="http://schemas.openxmlformats.org/officeDocument/2006/relationships/tags" Target="../tags/tag351.xml"/><Relationship Id="rId195" Type="http://schemas.openxmlformats.org/officeDocument/2006/relationships/tags" Target="../tags/tag367.xml"/><Relationship Id="rId209" Type="http://schemas.openxmlformats.org/officeDocument/2006/relationships/tags" Target="../tags/tag381.xml"/><Relationship Id="rId190" Type="http://schemas.openxmlformats.org/officeDocument/2006/relationships/tags" Target="../tags/tag362.xml"/><Relationship Id="rId204" Type="http://schemas.openxmlformats.org/officeDocument/2006/relationships/tags" Target="../tags/tag376.xml"/><Relationship Id="rId220" Type="http://schemas.openxmlformats.org/officeDocument/2006/relationships/tags" Target="../tags/tag392.xml"/><Relationship Id="rId225" Type="http://schemas.openxmlformats.org/officeDocument/2006/relationships/tags" Target="../tags/tag397.xml"/><Relationship Id="rId15" Type="http://schemas.openxmlformats.org/officeDocument/2006/relationships/tags" Target="../tags/tag187.xml"/><Relationship Id="rId36" Type="http://schemas.openxmlformats.org/officeDocument/2006/relationships/tags" Target="../tags/tag208.xml"/><Relationship Id="rId57" Type="http://schemas.openxmlformats.org/officeDocument/2006/relationships/tags" Target="../tags/tag229.xml"/><Relationship Id="rId106" Type="http://schemas.openxmlformats.org/officeDocument/2006/relationships/tags" Target="../tags/tag278.xml"/><Relationship Id="rId127" Type="http://schemas.openxmlformats.org/officeDocument/2006/relationships/tags" Target="../tags/tag299.xml"/><Relationship Id="rId10" Type="http://schemas.openxmlformats.org/officeDocument/2006/relationships/tags" Target="../tags/tag182.xml"/><Relationship Id="rId31" Type="http://schemas.openxmlformats.org/officeDocument/2006/relationships/tags" Target="../tags/tag203.xml"/><Relationship Id="rId52" Type="http://schemas.openxmlformats.org/officeDocument/2006/relationships/tags" Target="../tags/tag224.xml"/><Relationship Id="rId73" Type="http://schemas.openxmlformats.org/officeDocument/2006/relationships/tags" Target="../tags/tag245.xml"/><Relationship Id="rId78" Type="http://schemas.openxmlformats.org/officeDocument/2006/relationships/tags" Target="../tags/tag250.xml"/><Relationship Id="rId94" Type="http://schemas.openxmlformats.org/officeDocument/2006/relationships/tags" Target="../tags/tag266.xml"/><Relationship Id="rId99" Type="http://schemas.openxmlformats.org/officeDocument/2006/relationships/tags" Target="../tags/tag271.xml"/><Relationship Id="rId101" Type="http://schemas.openxmlformats.org/officeDocument/2006/relationships/tags" Target="../tags/tag273.xml"/><Relationship Id="rId122" Type="http://schemas.openxmlformats.org/officeDocument/2006/relationships/tags" Target="../tags/tag294.xml"/><Relationship Id="rId143" Type="http://schemas.openxmlformats.org/officeDocument/2006/relationships/tags" Target="../tags/tag315.xml"/><Relationship Id="rId148" Type="http://schemas.openxmlformats.org/officeDocument/2006/relationships/tags" Target="../tags/tag320.xml"/><Relationship Id="rId164" Type="http://schemas.openxmlformats.org/officeDocument/2006/relationships/tags" Target="../tags/tag336.xml"/><Relationship Id="rId169" Type="http://schemas.openxmlformats.org/officeDocument/2006/relationships/tags" Target="../tags/tag341.xml"/><Relationship Id="rId185" Type="http://schemas.openxmlformats.org/officeDocument/2006/relationships/tags" Target="../tags/tag357.xml"/><Relationship Id="rId4" Type="http://schemas.openxmlformats.org/officeDocument/2006/relationships/tags" Target="../tags/tag176.xml"/><Relationship Id="rId9" Type="http://schemas.openxmlformats.org/officeDocument/2006/relationships/tags" Target="../tags/tag181.xml"/><Relationship Id="rId180" Type="http://schemas.openxmlformats.org/officeDocument/2006/relationships/tags" Target="../tags/tag352.xml"/><Relationship Id="rId210" Type="http://schemas.openxmlformats.org/officeDocument/2006/relationships/tags" Target="../tags/tag382.xml"/><Relationship Id="rId215" Type="http://schemas.openxmlformats.org/officeDocument/2006/relationships/tags" Target="../tags/tag387.xml"/><Relationship Id="rId26" Type="http://schemas.openxmlformats.org/officeDocument/2006/relationships/tags" Target="../tags/tag198.xml"/><Relationship Id="rId231" Type="http://schemas.openxmlformats.org/officeDocument/2006/relationships/slideLayout" Target="../slideLayouts/slideLayout3.xml"/><Relationship Id="rId47" Type="http://schemas.openxmlformats.org/officeDocument/2006/relationships/tags" Target="../tags/tag219.xml"/><Relationship Id="rId68" Type="http://schemas.openxmlformats.org/officeDocument/2006/relationships/tags" Target="../tags/tag240.xml"/><Relationship Id="rId89" Type="http://schemas.openxmlformats.org/officeDocument/2006/relationships/tags" Target="../tags/tag261.xml"/><Relationship Id="rId112" Type="http://schemas.openxmlformats.org/officeDocument/2006/relationships/tags" Target="../tags/tag284.xml"/><Relationship Id="rId133" Type="http://schemas.openxmlformats.org/officeDocument/2006/relationships/tags" Target="../tags/tag305.xml"/><Relationship Id="rId154" Type="http://schemas.openxmlformats.org/officeDocument/2006/relationships/tags" Target="../tags/tag326.xml"/><Relationship Id="rId175" Type="http://schemas.openxmlformats.org/officeDocument/2006/relationships/tags" Target="../tags/tag347.xml"/><Relationship Id="rId196" Type="http://schemas.openxmlformats.org/officeDocument/2006/relationships/tags" Target="../tags/tag368.xml"/><Relationship Id="rId200" Type="http://schemas.openxmlformats.org/officeDocument/2006/relationships/tags" Target="../tags/tag372.xml"/><Relationship Id="rId16" Type="http://schemas.openxmlformats.org/officeDocument/2006/relationships/tags" Target="../tags/tag188.xml"/><Relationship Id="rId221" Type="http://schemas.openxmlformats.org/officeDocument/2006/relationships/tags" Target="../tags/tag393.xml"/><Relationship Id="rId37" Type="http://schemas.openxmlformats.org/officeDocument/2006/relationships/tags" Target="../tags/tag209.xml"/><Relationship Id="rId58" Type="http://schemas.openxmlformats.org/officeDocument/2006/relationships/tags" Target="../tags/tag230.xml"/><Relationship Id="rId79" Type="http://schemas.openxmlformats.org/officeDocument/2006/relationships/tags" Target="../tags/tag251.xml"/><Relationship Id="rId102" Type="http://schemas.openxmlformats.org/officeDocument/2006/relationships/tags" Target="../tags/tag274.xml"/><Relationship Id="rId123" Type="http://schemas.openxmlformats.org/officeDocument/2006/relationships/tags" Target="../tags/tag295.xml"/><Relationship Id="rId144" Type="http://schemas.openxmlformats.org/officeDocument/2006/relationships/tags" Target="../tags/tag316.xml"/><Relationship Id="rId90" Type="http://schemas.openxmlformats.org/officeDocument/2006/relationships/tags" Target="../tags/tag262.xml"/><Relationship Id="rId165" Type="http://schemas.openxmlformats.org/officeDocument/2006/relationships/tags" Target="../tags/tag337.xml"/><Relationship Id="rId186" Type="http://schemas.openxmlformats.org/officeDocument/2006/relationships/tags" Target="../tags/tag358.xml"/><Relationship Id="rId211" Type="http://schemas.openxmlformats.org/officeDocument/2006/relationships/tags" Target="../tags/tag383.xml"/><Relationship Id="rId232" Type="http://schemas.openxmlformats.org/officeDocument/2006/relationships/notesSlide" Target="../notesSlides/notesSlide22.xml"/><Relationship Id="rId27" Type="http://schemas.openxmlformats.org/officeDocument/2006/relationships/tags" Target="../tags/tag199.xml"/><Relationship Id="rId48" Type="http://schemas.openxmlformats.org/officeDocument/2006/relationships/tags" Target="../tags/tag220.xml"/><Relationship Id="rId69" Type="http://schemas.openxmlformats.org/officeDocument/2006/relationships/tags" Target="../tags/tag241.xml"/><Relationship Id="rId113" Type="http://schemas.openxmlformats.org/officeDocument/2006/relationships/tags" Target="../tags/tag285.xml"/><Relationship Id="rId134" Type="http://schemas.openxmlformats.org/officeDocument/2006/relationships/tags" Target="../tags/tag306.xml"/><Relationship Id="rId80" Type="http://schemas.openxmlformats.org/officeDocument/2006/relationships/tags" Target="../tags/tag252.xml"/><Relationship Id="rId155" Type="http://schemas.openxmlformats.org/officeDocument/2006/relationships/tags" Target="../tags/tag327.xml"/><Relationship Id="rId176" Type="http://schemas.openxmlformats.org/officeDocument/2006/relationships/tags" Target="../tags/tag348.xml"/><Relationship Id="rId197" Type="http://schemas.openxmlformats.org/officeDocument/2006/relationships/tags" Target="../tags/tag369.xml"/><Relationship Id="rId201" Type="http://schemas.openxmlformats.org/officeDocument/2006/relationships/tags" Target="../tags/tag373.xml"/><Relationship Id="rId222" Type="http://schemas.openxmlformats.org/officeDocument/2006/relationships/tags" Target="../tags/tag394.xml"/><Relationship Id="rId17" Type="http://schemas.openxmlformats.org/officeDocument/2006/relationships/tags" Target="../tags/tag189.xml"/><Relationship Id="rId38" Type="http://schemas.openxmlformats.org/officeDocument/2006/relationships/tags" Target="../tags/tag210.xml"/><Relationship Id="rId59" Type="http://schemas.openxmlformats.org/officeDocument/2006/relationships/tags" Target="../tags/tag231.xml"/><Relationship Id="rId103" Type="http://schemas.openxmlformats.org/officeDocument/2006/relationships/tags" Target="../tags/tag275.xml"/><Relationship Id="rId124" Type="http://schemas.openxmlformats.org/officeDocument/2006/relationships/tags" Target="../tags/tag296.xml"/><Relationship Id="rId70" Type="http://schemas.openxmlformats.org/officeDocument/2006/relationships/tags" Target="../tags/tag242.xml"/><Relationship Id="rId91" Type="http://schemas.openxmlformats.org/officeDocument/2006/relationships/tags" Target="../tags/tag263.xml"/><Relationship Id="rId145" Type="http://schemas.openxmlformats.org/officeDocument/2006/relationships/tags" Target="../tags/tag317.xml"/><Relationship Id="rId166" Type="http://schemas.openxmlformats.org/officeDocument/2006/relationships/tags" Target="../tags/tag338.xml"/><Relationship Id="rId187" Type="http://schemas.openxmlformats.org/officeDocument/2006/relationships/tags" Target="../tags/tag359.xml"/><Relationship Id="rId1" Type="http://schemas.openxmlformats.org/officeDocument/2006/relationships/tags" Target="../tags/tag173.xml"/><Relationship Id="rId212" Type="http://schemas.openxmlformats.org/officeDocument/2006/relationships/tags" Target="../tags/tag384.xml"/><Relationship Id="rId233" Type="http://schemas.openxmlformats.org/officeDocument/2006/relationships/image" Target="../media/image34.png"/><Relationship Id="rId28" Type="http://schemas.openxmlformats.org/officeDocument/2006/relationships/tags" Target="../tags/tag200.xml"/><Relationship Id="rId49" Type="http://schemas.openxmlformats.org/officeDocument/2006/relationships/tags" Target="../tags/tag221.xml"/><Relationship Id="rId114" Type="http://schemas.openxmlformats.org/officeDocument/2006/relationships/tags" Target="../tags/tag286.xml"/><Relationship Id="rId60" Type="http://schemas.openxmlformats.org/officeDocument/2006/relationships/tags" Target="../tags/tag232.xml"/><Relationship Id="rId81" Type="http://schemas.openxmlformats.org/officeDocument/2006/relationships/tags" Target="../tags/tag253.xml"/><Relationship Id="rId135" Type="http://schemas.openxmlformats.org/officeDocument/2006/relationships/tags" Target="../tags/tag307.xml"/><Relationship Id="rId156" Type="http://schemas.openxmlformats.org/officeDocument/2006/relationships/tags" Target="../tags/tag328.xml"/><Relationship Id="rId177" Type="http://schemas.openxmlformats.org/officeDocument/2006/relationships/tags" Target="../tags/tag349.xml"/><Relationship Id="rId198" Type="http://schemas.openxmlformats.org/officeDocument/2006/relationships/tags" Target="../tags/tag370.xml"/><Relationship Id="rId202" Type="http://schemas.openxmlformats.org/officeDocument/2006/relationships/tags" Target="../tags/tag374.xml"/><Relationship Id="rId223" Type="http://schemas.openxmlformats.org/officeDocument/2006/relationships/tags" Target="../tags/tag395.xml"/><Relationship Id="rId18" Type="http://schemas.openxmlformats.org/officeDocument/2006/relationships/tags" Target="../tags/tag190.xml"/><Relationship Id="rId39" Type="http://schemas.openxmlformats.org/officeDocument/2006/relationships/tags" Target="../tags/tag211.xml"/><Relationship Id="rId50" Type="http://schemas.openxmlformats.org/officeDocument/2006/relationships/tags" Target="../tags/tag222.xml"/><Relationship Id="rId104" Type="http://schemas.openxmlformats.org/officeDocument/2006/relationships/tags" Target="../tags/tag276.xml"/><Relationship Id="rId125" Type="http://schemas.openxmlformats.org/officeDocument/2006/relationships/tags" Target="../tags/tag297.xml"/><Relationship Id="rId146" Type="http://schemas.openxmlformats.org/officeDocument/2006/relationships/tags" Target="../tags/tag318.xml"/><Relationship Id="rId167" Type="http://schemas.openxmlformats.org/officeDocument/2006/relationships/tags" Target="../tags/tag339.xml"/><Relationship Id="rId188" Type="http://schemas.openxmlformats.org/officeDocument/2006/relationships/tags" Target="../tags/tag360.xml"/><Relationship Id="rId71" Type="http://schemas.openxmlformats.org/officeDocument/2006/relationships/tags" Target="../tags/tag243.xml"/><Relationship Id="rId92" Type="http://schemas.openxmlformats.org/officeDocument/2006/relationships/tags" Target="../tags/tag264.xml"/><Relationship Id="rId213" Type="http://schemas.openxmlformats.org/officeDocument/2006/relationships/tags" Target="../tags/tag385.xml"/><Relationship Id="rId234" Type="http://schemas.openxmlformats.org/officeDocument/2006/relationships/image" Target="../media/image35.png"/><Relationship Id="rId2" Type="http://schemas.openxmlformats.org/officeDocument/2006/relationships/tags" Target="../tags/tag174.xml"/><Relationship Id="rId29" Type="http://schemas.openxmlformats.org/officeDocument/2006/relationships/tags" Target="../tags/tag201.xml"/><Relationship Id="rId40" Type="http://schemas.openxmlformats.org/officeDocument/2006/relationships/tags" Target="../tags/tag212.xml"/><Relationship Id="rId115" Type="http://schemas.openxmlformats.org/officeDocument/2006/relationships/tags" Target="../tags/tag287.xml"/><Relationship Id="rId136" Type="http://schemas.openxmlformats.org/officeDocument/2006/relationships/tags" Target="../tags/tag308.xml"/><Relationship Id="rId157" Type="http://schemas.openxmlformats.org/officeDocument/2006/relationships/tags" Target="../tags/tag329.xml"/><Relationship Id="rId178" Type="http://schemas.openxmlformats.org/officeDocument/2006/relationships/tags" Target="../tags/tag350.xml"/><Relationship Id="rId61" Type="http://schemas.openxmlformats.org/officeDocument/2006/relationships/tags" Target="../tags/tag233.xml"/><Relationship Id="rId82" Type="http://schemas.openxmlformats.org/officeDocument/2006/relationships/tags" Target="../tags/tag254.xml"/><Relationship Id="rId199" Type="http://schemas.openxmlformats.org/officeDocument/2006/relationships/tags" Target="../tags/tag371.xml"/><Relationship Id="rId203" Type="http://schemas.openxmlformats.org/officeDocument/2006/relationships/tags" Target="../tags/tag375.xml"/><Relationship Id="rId19" Type="http://schemas.openxmlformats.org/officeDocument/2006/relationships/tags" Target="../tags/tag191.xml"/><Relationship Id="rId224" Type="http://schemas.openxmlformats.org/officeDocument/2006/relationships/tags" Target="../tags/tag396.xml"/><Relationship Id="rId30" Type="http://schemas.openxmlformats.org/officeDocument/2006/relationships/tags" Target="../tags/tag202.xml"/><Relationship Id="rId105" Type="http://schemas.openxmlformats.org/officeDocument/2006/relationships/tags" Target="../tags/tag277.xml"/><Relationship Id="rId126" Type="http://schemas.openxmlformats.org/officeDocument/2006/relationships/tags" Target="../tags/tag298.xml"/><Relationship Id="rId147" Type="http://schemas.openxmlformats.org/officeDocument/2006/relationships/tags" Target="../tags/tag319.xml"/><Relationship Id="rId168" Type="http://schemas.openxmlformats.org/officeDocument/2006/relationships/tags" Target="../tags/tag340.xml"/><Relationship Id="rId51" Type="http://schemas.openxmlformats.org/officeDocument/2006/relationships/tags" Target="../tags/tag223.xml"/><Relationship Id="rId72" Type="http://schemas.openxmlformats.org/officeDocument/2006/relationships/tags" Target="../tags/tag244.xml"/><Relationship Id="rId93" Type="http://schemas.openxmlformats.org/officeDocument/2006/relationships/tags" Target="../tags/tag265.xml"/><Relationship Id="rId189" Type="http://schemas.openxmlformats.org/officeDocument/2006/relationships/tags" Target="../tags/tag361.xml"/><Relationship Id="rId3" Type="http://schemas.openxmlformats.org/officeDocument/2006/relationships/tags" Target="../tags/tag175.xml"/><Relationship Id="rId214" Type="http://schemas.openxmlformats.org/officeDocument/2006/relationships/tags" Target="../tags/tag386.xml"/><Relationship Id="rId116" Type="http://schemas.openxmlformats.org/officeDocument/2006/relationships/tags" Target="../tags/tag288.xml"/><Relationship Id="rId137" Type="http://schemas.openxmlformats.org/officeDocument/2006/relationships/tags" Target="../tags/tag309.xml"/><Relationship Id="rId158" Type="http://schemas.openxmlformats.org/officeDocument/2006/relationships/tags" Target="../tags/tag330.xml"/></Relationships>
</file>

<file path=ppt/slides/_rels/slide23.xml.rels><?xml version="1.0" encoding="UTF-8" standalone="yes"?>
<Relationships xmlns="http://schemas.openxmlformats.org/package/2006/relationships"><Relationship Id="rId8" Type="http://schemas.openxmlformats.org/officeDocument/2006/relationships/tags" Target="../tags/tag410.xml"/><Relationship Id="rId13" Type="http://schemas.openxmlformats.org/officeDocument/2006/relationships/image" Target="../media/image37.png"/><Relationship Id="rId3" Type="http://schemas.openxmlformats.org/officeDocument/2006/relationships/tags" Target="../tags/tag405.xml"/><Relationship Id="rId7" Type="http://schemas.openxmlformats.org/officeDocument/2006/relationships/tags" Target="../tags/tag409.xml"/><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tags" Target="../tags/tag404.xml"/><Relationship Id="rId16" Type="http://schemas.openxmlformats.org/officeDocument/2006/relationships/image" Target="../media/image40.jpeg"/><Relationship Id="rId1" Type="http://schemas.openxmlformats.org/officeDocument/2006/relationships/tags" Target="../tags/tag403.xml"/><Relationship Id="rId6" Type="http://schemas.openxmlformats.org/officeDocument/2006/relationships/tags" Target="../tags/tag408.xml"/><Relationship Id="rId11" Type="http://schemas.openxmlformats.org/officeDocument/2006/relationships/notesSlide" Target="../notesSlides/notesSlide23.xml"/><Relationship Id="rId5" Type="http://schemas.openxmlformats.org/officeDocument/2006/relationships/tags" Target="../tags/tag407.xml"/><Relationship Id="rId15" Type="http://schemas.openxmlformats.org/officeDocument/2006/relationships/image" Target="../media/image39.jpeg"/><Relationship Id="rId10" Type="http://schemas.openxmlformats.org/officeDocument/2006/relationships/slideLayout" Target="../slideLayouts/slideLayout3.xml"/><Relationship Id="rId4" Type="http://schemas.openxmlformats.org/officeDocument/2006/relationships/tags" Target="../tags/tag406.xml"/><Relationship Id="rId9" Type="http://schemas.openxmlformats.org/officeDocument/2006/relationships/tags" Target="../tags/tag411.xml"/><Relationship Id="rId14"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图片 3" descr="多彩钢城（徐选摄）"/>
          <p:cNvPicPr>
            <a:picLocks noChangeAspect="1"/>
          </p:cNvPicPr>
          <p:nvPr>
            <p:custDataLst>
              <p:tags r:id="rId2"/>
            </p:custDataLst>
          </p:nvPr>
        </p:nvPicPr>
        <p:blipFill>
          <a:blip r:embed="rId8">
            <a:lum bright="12000"/>
          </a:blip>
          <a:stretch>
            <a:fillRect/>
          </a:stretch>
        </p:blipFill>
        <p:spPr>
          <a:xfrm>
            <a:off x="0" y="0"/>
            <a:ext cx="12192000" cy="6858000"/>
          </a:xfrm>
          <a:prstGeom prst="rect">
            <a:avLst/>
          </a:prstGeom>
          <a:noFill/>
          <a:ln w="9525">
            <a:noFill/>
          </a:ln>
        </p:spPr>
      </p:pic>
      <p:sp>
        <p:nvSpPr>
          <p:cNvPr id="14" name="矩形 13"/>
          <p:cNvSpPr/>
          <p:nvPr>
            <p:custDataLst>
              <p:tags r:id="rId3"/>
            </p:custDataLst>
          </p:nvPr>
        </p:nvSpPr>
        <p:spPr>
          <a:xfrm>
            <a:off x="1" y="17781"/>
            <a:ext cx="12191998" cy="6858000"/>
          </a:xfrm>
          <a:prstGeom prst="rect">
            <a:avLst/>
          </a:prstGeom>
          <a:gradFill>
            <a:gsLst>
              <a:gs pos="27000">
                <a:schemeClr val="bg1">
                  <a:alpha val="97000"/>
                </a:schemeClr>
              </a:gs>
              <a:gs pos="100000">
                <a:schemeClr val="bg1">
                  <a:alpha val="73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8"/>
          <p:cNvSpPr/>
          <p:nvPr/>
        </p:nvSpPr>
        <p:spPr>
          <a:xfrm>
            <a:off x="-4" y="0"/>
            <a:ext cx="5903697" cy="6866650"/>
          </a:xfrm>
          <a:custGeom>
            <a:avLst/>
            <a:gdLst>
              <a:gd name="connsiteX0" fmla="*/ 0 w 5878287"/>
              <a:gd name="connsiteY0" fmla="*/ 0 h 6858000"/>
              <a:gd name="connsiteX1" fmla="*/ 5878287 w 5878287"/>
              <a:gd name="connsiteY1" fmla="*/ 0 h 6858000"/>
              <a:gd name="connsiteX2" fmla="*/ 5878287 w 5878287"/>
              <a:gd name="connsiteY2" fmla="*/ 6858000 h 6858000"/>
              <a:gd name="connsiteX3" fmla="*/ 0 w 5878287"/>
              <a:gd name="connsiteY3" fmla="*/ 6858000 h 6858000"/>
              <a:gd name="connsiteX4" fmla="*/ 0 w 5878287"/>
              <a:gd name="connsiteY4" fmla="*/ 0 h 6858000"/>
              <a:gd name="connsiteX0-1" fmla="*/ 0 w 5878287"/>
              <a:gd name="connsiteY0-2" fmla="*/ 0 h 6858000"/>
              <a:gd name="connsiteX1-3" fmla="*/ 1944916 w 5878287"/>
              <a:gd name="connsiteY1-4" fmla="*/ 0 h 6858000"/>
              <a:gd name="connsiteX2-5" fmla="*/ 5878287 w 5878287"/>
              <a:gd name="connsiteY2-6" fmla="*/ 0 h 6858000"/>
              <a:gd name="connsiteX3-7" fmla="*/ 5878287 w 5878287"/>
              <a:gd name="connsiteY3-8" fmla="*/ 6858000 h 6858000"/>
              <a:gd name="connsiteX4-9" fmla="*/ 0 w 5878287"/>
              <a:gd name="connsiteY4-10" fmla="*/ 6858000 h 6858000"/>
              <a:gd name="connsiteX5" fmla="*/ 0 w 5878287"/>
              <a:gd name="connsiteY5" fmla="*/ 0 h 6858000"/>
              <a:gd name="connsiteX0-11" fmla="*/ 0 w 5878287"/>
              <a:gd name="connsiteY0-12" fmla="*/ 0 h 6858000"/>
              <a:gd name="connsiteX1-13" fmla="*/ 1944916 w 5878287"/>
              <a:gd name="connsiteY1-14" fmla="*/ 0 h 6858000"/>
              <a:gd name="connsiteX2-15" fmla="*/ 5878287 w 5878287"/>
              <a:gd name="connsiteY2-16" fmla="*/ 6858000 h 6858000"/>
              <a:gd name="connsiteX3-17" fmla="*/ 0 w 5878287"/>
              <a:gd name="connsiteY3-18" fmla="*/ 6858000 h 6858000"/>
              <a:gd name="connsiteX4-19" fmla="*/ 0 w 5878287"/>
              <a:gd name="connsiteY4-20" fmla="*/ 0 h 6858000"/>
              <a:gd name="connsiteX0-21" fmla="*/ 0 w 5878287"/>
              <a:gd name="connsiteY0-22" fmla="*/ 0 h 6858000"/>
              <a:gd name="connsiteX1-23" fmla="*/ 1944916 w 5878287"/>
              <a:gd name="connsiteY1-24" fmla="*/ 0 h 6858000"/>
              <a:gd name="connsiteX2-25" fmla="*/ 5878287 w 5878287"/>
              <a:gd name="connsiteY2-26" fmla="*/ 6858000 h 6858000"/>
              <a:gd name="connsiteX3-27" fmla="*/ 0 w 5878287"/>
              <a:gd name="connsiteY3-28" fmla="*/ 6858000 h 6858000"/>
              <a:gd name="connsiteX4-29" fmla="*/ 0 w 5878287"/>
              <a:gd name="connsiteY4-30" fmla="*/ 0 h 6858000"/>
              <a:gd name="connsiteX0-31" fmla="*/ 0 w 5878287"/>
              <a:gd name="connsiteY0-32" fmla="*/ 0 h 6858000"/>
              <a:gd name="connsiteX1-33" fmla="*/ 1944916 w 5878287"/>
              <a:gd name="connsiteY1-34" fmla="*/ 0 h 6858000"/>
              <a:gd name="connsiteX2-35" fmla="*/ 5878287 w 5878287"/>
              <a:gd name="connsiteY2-36" fmla="*/ 6858000 h 6858000"/>
              <a:gd name="connsiteX3-37" fmla="*/ 0 w 5878287"/>
              <a:gd name="connsiteY3-38" fmla="*/ 6858000 h 6858000"/>
              <a:gd name="connsiteX4-39" fmla="*/ 0 w 5878287"/>
              <a:gd name="connsiteY4-40" fmla="*/ 0 h 6858000"/>
              <a:gd name="connsiteX0-41" fmla="*/ 0 w 5878287"/>
              <a:gd name="connsiteY0-42" fmla="*/ 0 h 6858000"/>
              <a:gd name="connsiteX1-43" fmla="*/ 1944916 w 5878287"/>
              <a:gd name="connsiteY1-44" fmla="*/ 0 h 6858000"/>
              <a:gd name="connsiteX2-45" fmla="*/ 5878287 w 5878287"/>
              <a:gd name="connsiteY2-46" fmla="*/ 6858000 h 6858000"/>
              <a:gd name="connsiteX3-47" fmla="*/ 0 w 5878287"/>
              <a:gd name="connsiteY3-48" fmla="*/ 6858000 h 6858000"/>
              <a:gd name="connsiteX4-49" fmla="*/ 0 w 5878287"/>
              <a:gd name="connsiteY4-50" fmla="*/ 0 h 6858000"/>
              <a:gd name="connsiteX0-51" fmla="*/ 0 w 5878287"/>
              <a:gd name="connsiteY0-52" fmla="*/ 0 h 6858000"/>
              <a:gd name="connsiteX1-53" fmla="*/ 1944916 w 5878287"/>
              <a:gd name="connsiteY1-54" fmla="*/ 0 h 6858000"/>
              <a:gd name="connsiteX2-55" fmla="*/ 5878287 w 5878287"/>
              <a:gd name="connsiteY2-56" fmla="*/ 6858000 h 6858000"/>
              <a:gd name="connsiteX3-57" fmla="*/ 0 w 5878287"/>
              <a:gd name="connsiteY3-58" fmla="*/ 6858000 h 6858000"/>
              <a:gd name="connsiteX4-59" fmla="*/ 0 w 5878287"/>
              <a:gd name="connsiteY4-60" fmla="*/ 0 h 6858000"/>
              <a:gd name="connsiteX0-61" fmla="*/ 0 w 5308680"/>
              <a:gd name="connsiteY0-62" fmla="*/ 0 h 6903720"/>
              <a:gd name="connsiteX1-63" fmla="*/ 1944916 w 5308680"/>
              <a:gd name="connsiteY1-64" fmla="*/ 0 h 6903720"/>
              <a:gd name="connsiteX2-65" fmla="*/ 5308680 w 5308680"/>
              <a:gd name="connsiteY2-66" fmla="*/ 6903720 h 6903720"/>
              <a:gd name="connsiteX3-67" fmla="*/ 0 w 5308680"/>
              <a:gd name="connsiteY3-68" fmla="*/ 6858000 h 6903720"/>
              <a:gd name="connsiteX4-69" fmla="*/ 0 w 5308680"/>
              <a:gd name="connsiteY4-70" fmla="*/ 0 h 6903720"/>
              <a:gd name="connsiteX0-71" fmla="*/ 0 w 5297684"/>
              <a:gd name="connsiteY0-72" fmla="*/ 0 h 6866650"/>
              <a:gd name="connsiteX1-73" fmla="*/ 1944916 w 5297684"/>
              <a:gd name="connsiteY1-74" fmla="*/ 0 h 6866650"/>
              <a:gd name="connsiteX2-75" fmla="*/ 5297684 w 5297684"/>
              <a:gd name="connsiteY2-76" fmla="*/ 6866650 h 6866650"/>
              <a:gd name="connsiteX3-77" fmla="*/ 0 w 5297684"/>
              <a:gd name="connsiteY3-78" fmla="*/ 6858000 h 6866650"/>
              <a:gd name="connsiteX4-79" fmla="*/ 0 w 5297684"/>
              <a:gd name="connsiteY4-80" fmla="*/ 0 h 6866650"/>
              <a:gd name="connsiteX0-81" fmla="*/ 0 w 5286688"/>
              <a:gd name="connsiteY0-82" fmla="*/ 0 h 6866650"/>
              <a:gd name="connsiteX1-83" fmla="*/ 1944916 w 5286688"/>
              <a:gd name="connsiteY1-84" fmla="*/ 0 h 6866650"/>
              <a:gd name="connsiteX2-85" fmla="*/ 5286688 w 5286688"/>
              <a:gd name="connsiteY2-86" fmla="*/ 6866650 h 6866650"/>
              <a:gd name="connsiteX3-87" fmla="*/ 0 w 5286688"/>
              <a:gd name="connsiteY3-88" fmla="*/ 6858000 h 6866650"/>
              <a:gd name="connsiteX4-89" fmla="*/ 0 w 5286688"/>
              <a:gd name="connsiteY4-90" fmla="*/ 0 h 6866650"/>
              <a:gd name="connsiteX0-91" fmla="*/ 0 w 5253699"/>
              <a:gd name="connsiteY0-92" fmla="*/ 0 h 6866650"/>
              <a:gd name="connsiteX1-93" fmla="*/ 1944916 w 5253699"/>
              <a:gd name="connsiteY1-94" fmla="*/ 0 h 6866650"/>
              <a:gd name="connsiteX2-95" fmla="*/ 5253699 w 5253699"/>
              <a:gd name="connsiteY2-96" fmla="*/ 6866650 h 6866650"/>
              <a:gd name="connsiteX3-97" fmla="*/ 0 w 5253699"/>
              <a:gd name="connsiteY3-98" fmla="*/ 6858000 h 6866650"/>
              <a:gd name="connsiteX4-99" fmla="*/ 0 w 5253699"/>
              <a:gd name="connsiteY4-100" fmla="*/ 0 h 68666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253699" h="6866650">
                <a:moveTo>
                  <a:pt x="0" y="0"/>
                </a:moveTo>
                <a:lnTo>
                  <a:pt x="1944916" y="0"/>
                </a:lnTo>
                <a:cubicBezTo>
                  <a:pt x="1514326" y="4709886"/>
                  <a:pt x="4740860" y="6540078"/>
                  <a:pt x="5253699" y="6866650"/>
                </a:cubicBezTo>
                <a:lnTo>
                  <a:pt x="0" y="6858000"/>
                </a:lnTo>
                <a:lnTo>
                  <a:pt x="0" y="0"/>
                </a:lnTo>
                <a:close/>
              </a:path>
            </a:pathLst>
          </a:custGeom>
          <a:solidFill>
            <a:schemeClr val="bg1"/>
          </a:solidFill>
          <a:ln>
            <a:noFill/>
          </a:ln>
          <a:effectLst>
            <a:outerShdw blurRad="1905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 y="0"/>
            <a:ext cx="5878287" cy="6858000"/>
          </a:xfrm>
          <a:custGeom>
            <a:avLst/>
            <a:gdLst>
              <a:gd name="connsiteX0" fmla="*/ 0 w 5878287"/>
              <a:gd name="connsiteY0" fmla="*/ 0 h 6858000"/>
              <a:gd name="connsiteX1" fmla="*/ 5878287 w 5878287"/>
              <a:gd name="connsiteY1" fmla="*/ 0 h 6858000"/>
              <a:gd name="connsiteX2" fmla="*/ 5878287 w 5878287"/>
              <a:gd name="connsiteY2" fmla="*/ 6858000 h 6858000"/>
              <a:gd name="connsiteX3" fmla="*/ 0 w 5878287"/>
              <a:gd name="connsiteY3" fmla="*/ 6858000 h 6858000"/>
              <a:gd name="connsiteX4" fmla="*/ 0 w 5878287"/>
              <a:gd name="connsiteY4" fmla="*/ 0 h 6858000"/>
              <a:gd name="connsiteX0-1" fmla="*/ 0 w 5878287"/>
              <a:gd name="connsiteY0-2" fmla="*/ 0 h 6858000"/>
              <a:gd name="connsiteX1-3" fmla="*/ 1944916 w 5878287"/>
              <a:gd name="connsiteY1-4" fmla="*/ 0 h 6858000"/>
              <a:gd name="connsiteX2-5" fmla="*/ 5878287 w 5878287"/>
              <a:gd name="connsiteY2-6" fmla="*/ 0 h 6858000"/>
              <a:gd name="connsiteX3-7" fmla="*/ 5878287 w 5878287"/>
              <a:gd name="connsiteY3-8" fmla="*/ 6858000 h 6858000"/>
              <a:gd name="connsiteX4-9" fmla="*/ 0 w 5878287"/>
              <a:gd name="connsiteY4-10" fmla="*/ 6858000 h 6858000"/>
              <a:gd name="connsiteX5" fmla="*/ 0 w 5878287"/>
              <a:gd name="connsiteY5" fmla="*/ 0 h 6858000"/>
              <a:gd name="connsiteX0-11" fmla="*/ 0 w 5878287"/>
              <a:gd name="connsiteY0-12" fmla="*/ 0 h 6858000"/>
              <a:gd name="connsiteX1-13" fmla="*/ 1944916 w 5878287"/>
              <a:gd name="connsiteY1-14" fmla="*/ 0 h 6858000"/>
              <a:gd name="connsiteX2-15" fmla="*/ 5878287 w 5878287"/>
              <a:gd name="connsiteY2-16" fmla="*/ 6858000 h 6858000"/>
              <a:gd name="connsiteX3-17" fmla="*/ 0 w 5878287"/>
              <a:gd name="connsiteY3-18" fmla="*/ 6858000 h 6858000"/>
              <a:gd name="connsiteX4-19" fmla="*/ 0 w 5878287"/>
              <a:gd name="connsiteY4-20" fmla="*/ 0 h 6858000"/>
              <a:gd name="connsiteX0-21" fmla="*/ 0 w 5878287"/>
              <a:gd name="connsiteY0-22" fmla="*/ 0 h 6858000"/>
              <a:gd name="connsiteX1-23" fmla="*/ 1944916 w 5878287"/>
              <a:gd name="connsiteY1-24" fmla="*/ 0 h 6858000"/>
              <a:gd name="connsiteX2-25" fmla="*/ 5878287 w 5878287"/>
              <a:gd name="connsiteY2-26" fmla="*/ 6858000 h 6858000"/>
              <a:gd name="connsiteX3-27" fmla="*/ 0 w 5878287"/>
              <a:gd name="connsiteY3-28" fmla="*/ 6858000 h 6858000"/>
              <a:gd name="connsiteX4-29" fmla="*/ 0 w 5878287"/>
              <a:gd name="connsiteY4-30" fmla="*/ 0 h 6858000"/>
              <a:gd name="connsiteX0-31" fmla="*/ 0 w 5878287"/>
              <a:gd name="connsiteY0-32" fmla="*/ 0 h 6858000"/>
              <a:gd name="connsiteX1-33" fmla="*/ 1944916 w 5878287"/>
              <a:gd name="connsiteY1-34" fmla="*/ 0 h 6858000"/>
              <a:gd name="connsiteX2-35" fmla="*/ 5878287 w 5878287"/>
              <a:gd name="connsiteY2-36" fmla="*/ 6858000 h 6858000"/>
              <a:gd name="connsiteX3-37" fmla="*/ 0 w 5878287"/>
              <a:gd name="connsiteY3-38" fmla="*/ 6858000 h 6858000"/>
              <a:gd name="connsiteX4-39" fmla="*/ 0 w 5878287"/>
              <a:gd name="connsiteY4-40" fmla="*/ 0 h 6858000"/>
              <a:gd name="connsiteX0-41" fmla="*/ 0 w 5878287"/>
              <a:gd name="connsiteY0-42" fmla="*/ 0 h 6858000"/>
              <a:gd name="connsiteX1-43" fmla="*/ 1944916 w 5878287"/>
              <a:gd name="connsiteY1-44" fmla="*/ 0 h 6858000"/>
              <a:gd name="connsiteX2-45" fmla="*/ 5878287 w 5878287"/>
              <a:gd name="connsiteY2-46" fmla="*/ 6858000 h 6858000"/>
              <a:gd name="connsiteX3-47" fmla="*/ 0 w 5878287"/>
              <a:gd name="connsiteY3-48" fmla="*/ 6858000 h 6858000"/>
              <a:gd name="connsiteX4-49" fmla="*/ 0 w 5878287"/>
              <a:gd name="connsiteY4-50" fmla="*/ 0 h 6858000"/>
              <a:gd name="connsiteX0-51" fmla="*/ 0 w 5878287"/>
              <a:gd name="connsiteY0-52" fmla="*/ 0 h 6858000"/>
              <a:gd name="connsiteX1-53" fmla="*/ 1944916 w 5878287"/>
              <a:gd name="connsiteY1-54" fmla="*/ 0 h 6858000"/>
              <a:gd name="connsiteX2-55" fmla="*/ 5878287 w 5878287"/>
              <a:gd name="connsiteY2-56" fmla="*/ 6858000 h 6858000"/>
              <a:gd name="connsiteX3-57" fmla="*/ 0 w 5878287"/>
              <a:gd name="connsiteY3-58" fmla="*/ 6858000 h 6858000"/>
              <a:gd name="connsiteX4-59" fmla="*/ 0 w 5878287"/>
              <a:gd name="connsiteY4-60" fmla="*/ 0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878287" h="6858000">
                <a:moveTo>
                  <a:pt x="0" y="0"/>
                </a:moveTo>
                <a:lnTo>
                  <a:pt x="1944916" y="0"/>
                </a:lnTo>
                <a:cubicBezTo>
                  <a:pt x="1514326" y="4709886"/>
                  <a:pt x="5365448" y="6531428"/>
                  <a:pt x="5878287" y="6858000"/>
                </a:cubicBezTo>
                <a:lnTo>
                  <a:pt x="0" y="6858000"/>
                </a:lnTo>
                <a:lnTo>
                  <a:pt x="0" y="0"/>
                </a:lnTo>
                <a:close/>
              </a:path>
            </a:pathLst>
          </a:custGeom>
          <a:gradFill>
            <a:gsLst>
              <a:gs pos="0">
                <a:srgbClr val="2CA0EB"/>
              </a:gs>
              <a:gs pos="84000">
                <a:srgbClr val="1E53B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984715" y="4659086"/>
            <a:ext cx="5207285" cy="2198914"/>
          </a:xfrm>
          <a:custGeom>
            <a:avLst/>
            <a:gdLst>
              <a:gd name="connsiteX0" fmla="*/ 0 w 5907314"/>
              <a:gd name="connsiteY0" fmla="*/ 0 h 2198914"/>
              <a:gd name="connsiteX1" fmla="*/ 5907314 w 5907314"/>
              <a:gd name="connsiteY1" fmla="*/ 0 h 2198914"/>
              <a:gd name="connsiteX2" fmla="*/ 5907314 w 5907314"/>
              <a:gd name="connsiteY2" fmla="*/ 2198914 h 2198914"/>
              <a:gd name="connsiteX3" fmla="*/ 0 w 5907314"/>
              <a:gd name="connsiteY3" fmla="*/ 2198914 h 2198914"/>
              <a:gd name="connsiteX4" fmla="*/ 0 w 5907314"/>
              <a:gd name="connsiteY4" fmla="*/ 0 h 2198914"/>
              <a:gd name="connsiteX0-1" fmla="*/ 0 w 5907314"/>
              <a:gd name="connsiteY0-2" fmla="*/ 2198914 h 2198914"/>
              <a:gd name="connsiteX1-3" fmla="*/ 5907314 w 5907314"/>
              <a:gd name="connsiteY1-4" fmla="*/ 0 h 2198914"/>
              <a:gd name="connsiteX2-5" fmla="*/ 5907314 w 5907314"/>
              <a:gd name="connsiteY2-6" fmla="*/ 2198914 h 2198914"/>
              <a:gd name="connsiteX3-7" fmla="*/ 0 w 5907314"/>
              <a:gd name="connsiteY3-8" fmla="*/ 2198914 h 2198914"/>
              <a:gd name="connsiteX0-9" fmla="*/ 0 w 5907314"/>
              <a:gd name="connsiteY0-10" fmla="*/ 2198914 h 2198914"/>
              <a:gd name="connsiteX1-11" fmla="*/ 5907314 w 5907314"/>
              <a:gd name="connsiteY1-12" fmla="*/ 0 h 2198914"/>
              <a:gd name="connsiteX2-13" fmla="*/ 5907314 w 5907314"/>
              <a:gd name="connsiteY2-14" fmla="*/ 2198914 h 2198914"/>
              <a:gd name="connsiteX3-15" fmla="*/ 0 w 5907314"/>
              <a:gd name="connsiteY3-16" fmla="*/ 2198914 h 2198914"/>
              <a:gd name="connsiteX0-17" fmla="*/ 0 w 5907314"/>
              <a:gd name="connsiteY0-18" fmla="*/ 2198914 h 2198914"/>
              <a:gd name="connsiteX1-19" fmla="*/ 5907314 w 5907314"/>
              <a:gd name="connsiteY1-20" fmla="*/ 0 h 2198914"/>
              <a:gd name="connsiteX2-21" fmla="*/ 5907314 w 5907314"/>
              <a:gd name="connsiteY2-22" fmla="*/ 2198914 h 2198914"/>
              <a:gd name="connsiteX3-23" fmla="*/ 0 w 5907314"/>
              <a:gd name="connsiteY3-24" fmla="*/ 2198914 h 2198914"/>
              <a:gd name="connsiteX0-25" fmla="*/ 0 w 5907314"/>
              <a:gd name="connsiteY0-26" fmla="*/ 2198914 h 2198914"/>
              <a:gd name="connsiteX1-27" fmla="*/ 5907314 w 5907314"/>
              <a:gd name="connsiteY1-28" fmla="*/ 0 h 2198914"/>
              <a:gd name="connsiteX2-29" fmla="*/ 5907314 w 5907314"/>
              <a:gd name="connsiteY2-30" fmla="*/ 2198914 h 2198914"/>
              <a:gd name="connsiteX3-31" fmla="*/ 0 w 5907314"/>
              <a:gd name="connsiteY3-32" fmla="*/ 2198914 h 2198914"/>
            </a:gdLst>
            <a:ahLst/>
            <a:cxnLst>
              <a:cxn ang="0">
                <a:pos x="connsiteX0-1" y="connsiteY0-2"/>
              </a:cxn>
              <a:cxn ang="0">
                <a:pos x="connsiteX1-3" y="connsiteY1-4"/>
              </a:cxn>
              <a:cxn ang="0">
                <a:pos x="connsiteX2-5" y="connsiteY2-6"/>
              </a:cxn>
              <a:cxn ang="0">
                <a:pos x="connsiteX3-7" y="connsiteY3-8"/>
              </a:cxn>
            </a:cxnLst>
            <a:rect l="l" t="t" r="r" b="b"/>
            <a:pathLst>
              <a:path w="5907314" h="2198914">
                <a:moveTo>
                  <a:pt x="0" y="2198914"/>
                </a:moveTo>
                <a:cubicBezTo>
                  <a:pt x="1751390" y="1988457"/>
                  <a:pt x="3938209" y="1603828"/>
                  <a:pt x="5907314" y="0"/>
                </a:cubicBezTo>
                <a:lnTo>
                  <a:pt x="5907314" y="2198914"/>
                </a:lnTo>
                <a:lnTo>
                  <a:pt x="0" y="2198914"/>
                </a:lnTo>
                <a:close/>
              </a:path>
            </a:pathLst>
          </a:custGeom>
          <a:solidFill>
            <a:schemeClr val="bg1"/>
          </a:solidFill>
          <a:ln>
            <a:noFill/>
          </a:ln>
          <a:effectLst>
            <a:outerShdw blurRad="101600" dist="63500" dir="13500000" algn="b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0" y="0"/>
            <a:ext cx="3004457" cy="5355771"/>
          </a:xfrm>
          <a:custGeom>
            <a:avLst/>
            <a:gdLst>
              <a:gd name="connsiteX0" fmla="*/ 0 w 3004457"/>
              <a:gd name="connsiteY0" fmla="*/ 0 h 5355771"/>
              <a:gd name="connsiteX1" fmla="*/ 3004457 w 3004457"/>
              <a:gd name="connsiteY1" fmla="*/ 0 h 5355771"/>
              <a:gd name="connsiteX2" fmla="*/ 3004457 w 3004457"/>
              <a:gd name="connsiteY2" fmla="*/ 5355771 h 5355771"/>
              <a:gd name="connsiteX3" fmla="*/ 0 w 3004457"/>
              <a:gd name="connsiteY3" fmla="*/ 5355771 h 5355771"/>
              <a:gd name="connsiteX4" fmla="*/ 0 w 3004457"/>
              <a:gd name="connsiteY4" fmla="*/ 0 h 5355771"/>
              <a:gd name="connsiteX0-1" fmla="*/ 0 w 3004457"/>
              <a:gd name="connsiteY0-2" fmla="*/ 0 h 5355771"/>
              <a:gd name="connsiteX1-3" fmla="*/ 3004457 w 3004457"/>
              <a:gd name="connsiteY1-4" fmla="*/ 0 h 5355771"/>
              <a:gd name="connsiteX2-5" fmla="*/ 0 w 3004457"/>
              <a:gd name="connsiteY2-6" fmla="*/ 5355771 h 5355771"/>
              <a:gd name="connsiteX3-7" fmla="*/ 0 w 3004457"/>
              <a:gd name="connsiteY3-8" fmla="*/ 0 h 5355771"/>
              <a:gd name="connsiteX0-9" fmla="*/ 0 w 3004457"/>
              <a:gd name="connsiteY0-10" fmla="*/ 0 h 5355771"/>
              <a:gd name="connsiteX1-11" fmla="*/ 3004457 w 3004457"/>
              <a:gd name="connsiteY1-12" fmla="*/ 0 h 5355771"/>
              <a:gd name="connsiteX2-13" fmla="*/ 0 w 3004457"/>
              <a:gd name="connsiteY2-14" fmla="*/ 5355771 h 5355771"/>
              <a:gd name="connsiteX3-15" fmla="*/ 0 w 3004457"/>
              <a:gd name="connsiteY3-16" fmla="*/ 0 h 5355771"/>
              <a:gd name="connsiteX0-17" fmla="*/ 0 w 3004457"/>
              <a:gd name="connsiteY0-18" fmla="*/ 0 h 5355771"/>
              <a:gd name="connsiteX1-19" fmla="*/ 3004457 w 3004457"/>
              <a:gd name="connsiteY1-20" fmla="*/ 0 h 5355771"/>
              <a:gd name="connsiteX2-21" fmla="*/ 0 w 3004457"/>
              <a:gd name="connsiteY2-22" fmla="*/ 5355771 h 5355771"/>
              <a:gd name="connsiteX3-23" fmla="*/ 0 w 3004457"/>
              <a:gd name="connsiteY3-24" fmla="*/ 0 h 5355771"/>
              <a:gd name="connsiteX0-25" fmla="*/ 0 w 3004457"/>
              <a:gd name="connsiteY0-26" fmla="*/ 0 h 5355771"/>
              <a:gd name="connsiteX1-27" fmla="*/ 3004457 w 3004457"/>
              <a:gd name="connsiteY1-28" fmla="*/ 0 h 5355771"/>
              <a:gd name="connsiteX2-29" fmla="*/ 0 w 3004457"/>
              <a:gd name="connsiteY2-30" fmla="*/ 5355771 h 5355771"/>
              <a:gd name="connsiteX3-31" fmla="*/ 0 w 3004457"/>
              <a:gd name="connsiteY3-32" fmla="*/ 0 h 5355771"/>
              <a:gd name="connsiteX0-33" fmla="*/ 0 w 3004457"/>
              <a:gd name="connsiteY0-34" fmla="*/ 0 h 5355771"/>
              <a:gd name="connsiteX1-35" fmla="*/ 3004457 w 3004457"/>
              <a:gd name="connsiteY1-36" fmla="*/ 0 h 5355771"/>
              <a:gd name="connsiteX2-37" fmla="*/ 0 w 3004457"/>
              <a:gd name="connsiteY2-38" fmla="*/ 5355771 h 5355771"/>
              <a:gd name="connsiteX3-39" fmla="*/ 0 w 3004457"/>
              <a:gd name="connsiteY3-40" fmla="*/ 0 h 5355771"/>
            </a:gdLst>
            <a:ahLst/>
            <a:cxnLst>
              <a:cxn ang="0">
                <a:pos x="connsiteX0-1" y="connsiteY0-2"/>
              </a:cxn>
              <a:cxn ang="0">
                <a:pos x="connsiteX1-3" y="connsiteY1-4"/>
              </a:cxn>
              <a:cxn ang="0">
                <a:pos x="connsiteX2-5" y="connsiteY2-6"/>
              </a:cxn>
              <a:cxn ang="0">
                <a:pos x="connsiteX3-7" y="connsiteY3-8"/>
              </a:cxn>
            </a:cxnLst>
            <a:rect l="l" t="t" r="r" b="b"/>
            <a:pathLst>
              <a:path w="3004457" h="5355771">
                <a:moveTo>
                  <a:pt x="0" y="0"/>
                </a:moveTo>
                <a:lnTo>
                  <a:pt x="3004457" y="0"/>
                </a:lnTo>
                <a:cubicBezTo>
                  <a:pt x="1756227" y="1030514"/>
                  <a:pt x="449943" y="2888343"/>
                  <a:pt x="0" y="5355771"/>
                </a:cubicBezTo>
                <a:lnTo>
                  <a:pt x="0" y="0"/>
                </a:lnTo>
                <a:close/>
              </a:path>
            </a:pathLst>
          </a:custGeom>
          <a:solidFill>
            <a:schemeClr val="bg1"/>
          </a:solidFill>
          <a:ln>
            <a:noFill/>
          </a:ln>
          <a:effectLst>
            <a:outerShdw blurRad="254000" dist="1143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6"/>
          <p:cNvSpPr/>
          <p:nvPr/>
        </p:nvSpPr>
        <p:spPr>
          <a:xfrm>
            <a:off x="-1" y="1"/>
            <a:ext cx="3004458" cy="4049486"/>
          </a:xfrm>
          <a:custGeom>
            <a:avLst/>
            <a:gdLst>
              <a:gd name="connsiteX0" fmla="*/ 0 w 3004457"/>
              <a:gd name="connsiteY0" fmla="*/ 0 h 5355771"/>
              <a:gd name="connsiteX1" fmla="*/ 3004457 w 3004457"/>
              <a:gd name="connsiteY1" fmla="*/ 0 h 5355771"/>
              <a:gd name="connsiteX2" fmla="*/ 3004457 w 3004457"/>
              <a:gd name="connsiteY2" fmla="*/ 5355771 h 5355771"/>
              <a:gd name="connsiteX3" fmla="*/ 0 w 3004457"/>
              <a:gd name="connsiteY3" fmla="*/ 5355771 h 5355771"/>
              <a:gd name="connsiteX4" fmla="*/ 0 w 3004457"/>
              <a:gd name="connsiteY4" fmla="*/ 0 h 5355771"/>
              <a:gd name="connsiteX0-1" fmla="*/ 0 w 3004457"/>
              <a:gd name="connsiteY0-2" fmla="*/ 0 h 5355771"/>
              <a:gd name="connsiteX1-3" fmla="*/ 3004457 w 3004457"/>
              <a:gd name="connsiteY1-4" fmla="*/ 0 h 5355771"/>
              <a:gd name="connsiteX2-5" fmla="*/ 0 w 3004457"/>
              <a:gd name="connsiteY2-6" fmla="*/ 5355771 h 5355771"/>
              <a:gd name="connsiteX3-7" fmla="*/ 0 w 3004457"/>
              <a:gd name="connsiteY3-8" fmla="*/ 0 h 5355771"/>
              <a:gd name="connsiteX0-9" fmla="*/ 0 w 3004457"/>
              <a:gd name="connsiteY0-10" fmla="*/ 0 h 5355771"/>
              <a:gd name="connsiteX1-11" fmla="*/ 3004457 w 3004457"/>
              <a:gd name="connsiteY1-12" fmla="*/ 0 h 5355771"/>
              <a:gd name="connsiteX2-13" fmla="*/ 0 w 3004457"/>
              <a:gd name="connsiteY2-14" fmla="*/ 5355771 h 5355771"/>
              <a:gd name="connsiteX3-15" fmla="*/ 0 w 3004457"/>
              <a:gd name="connsiteY3-16" fmla="*/ 0 h 5355771"/>
              <a:gd name="connsiteX0-17" fmla="*/ 0 w 3004457"/>
              <a:gd name="connsiteY0-18" fmla="*/ 0 h 5355771"/>
              <a:gd name="connsiteX1-19" fmla="*/ 3004457 w 3004457"/>
              <a:gd name="connsiteY1-20" fmla="*/ 0 h 5355771"/>
              <a:gd name="connsiteX2-21" fmla="*/ 0 w 3004457"/>
              <a:gd name="connsiteY2-22" fmla="*/ 5355771 h 5355771"/>
              <a:gd name="connsiteX3-23" fmla="*/ 0 w 3004457"/>
              <a:gd name="connsiteY3-24" fmla="*/ 0 h 5355771"/>
              <a:gd name="connsiteX0-25" fmla="*/ 0 w 3004457"/>
              <a:gd name="connsiteY0-26" fmla="*/ 0 h 5355771"/>
              <a:gd name="connsiteX1-27" fmla="*/ 3004457 w 3004457"/>
              <a:gd name="connsiteY1-28" fmla="*/ 0 h 5355771"/>
              <a:gd name="connsiteX2-29" fmla="*/ 0 w 3004457"/>
              <a:gd name="connsiteY2-30" fmla="*/ 5355771 h 5355771"/>
              <a:gd name="connsiteX3-31" fmla="*/ 0 w 3004457"/>
              <a:gd name="connsiteY3-32" fmla="*/ 0 h 5355771"/>
              <a:gd name="connsiteX0-33" fmla="*/ 0 w 3004457"/>
              <a:gd name="connsiteY0-34" fmla="*/ 0 h 5355771"/>
              <a:gd name="connsiteX1-35" fmla="*/ 3004457 w 3004457"/>
              <a:gd name="connsiteY1-36" fmla="*/ 0 h 5355771"/>
              <a:gd name="connsiteX2-37" fmla="*/ 0 w 3004457"/>
              <a:gd name="connsiteY2-38" fmla="*/ 5355771 h 5355771"/>
              <a:gd name="connsiteX3-39" fmla="*/ 0 w 3004457"/>
              <a:gd name="connsiteY3-40" fmla="*/ 0 h 5355771"/>
              <a:gd name="connsiteX0-41" fmla="*/ 0 w 3004457"/>
              <a:gd name="connsiteY0-42" fmla="*/ 0 h 5355771"/>
              <a:gd name="connsiteX1-43" fmla="*/ 3004457 w 3004457"/>
              <a:gd name="connsiteY1-44" fmla="*/ 0 h 5355771"/>
              <a:gd name="connsiteX2-45" fmla="*/ 0 w 3004457"/>
              <a:gd name="connsiteY2-46" fmla="*/ 5355771 h 5355771"/>
              <a:gd name="connsiteX3-47" fmla="*/ 0 w 3004457"/>
              <a:gd name="connsiteY3-48" fmla="*/ 0 h 5355771"/>
              <a:gd name="connsiteX0-49" fmla="*/ 0 w 3004457"/>
              <a:gd name="connsiteY0-50" fmla="*/ 0 h 5355771"/>
              <a:gd name="connsiteX1-51" fmla="*/ 3004457 w 3004457"/>
              <a:gd name="connsiteY1-52" fmla="*/ 0 h 5355771"/>
              <a:gd name="connsiteX2-53" fmla="*/ 0 w 3004457"/>
              <a:gd name="connsiteY2-54" fmla="*/ 5355771 h 5355771"/>
              <a:gd name="connsiteX3-55" fmla="*/ 0 w 3004457"/>
              <a:gd name="connsiteY3-56" fmla="*/ 0 h 5355771"/>
            </a:gdLst>
            <a:ahLst/>
            <a:cxnLst>
              <a:cxn ang="0">
                <a:pos x="connsiteX0-1" y="connsiteY0-2"/>
              </a:cxn>
              <a:cxn ang="0">
                <a:pos x="connsiteX1-3" y="connsiteY1-4"/>
              </a:cxn>
              <a:cxn ang="0">
                <a:pos x="connsiteX2-5" y="connsiteY2-6"/>
              </a:cxn>
              <a:cxn ang="0">
                <a:pos x="connsiteX3-7" y="connsiteY3-8"/>
              </a:cxn>
            </a:cxnLst>
            <a:rect l="l" t="t" r="r" b="b"/>
            <a:pathLst>
              <a:path w="3004457" h="5355771">
                <a:moveTo>
                  <a:pt x="0" y="0"/>
                </a:moveTo>
                <a:lnTo>
                  <a:pt x="3004457" y="0"/>
                </a:lnTo>
                <a:cubicBezTo>
                  <a:pt x="1756227" y="1030514"/>
                  <a:pt x="464457" y="3464234"/>
                  <a:pt x="0" y="5355771"/>
                </a:cubicBezTo>
                <a:lnTo>
                  <a:pt x="0" y="0"/>
                </a:lnTo>
                <a:close/>
              </a:path>
            </a:pathLst>
          </a:custGeom>
          <a:solidFill>
            <a:srgbClr val="1F7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9"/>
          <p:cNvSpPr/>
          <p:nvPr/>
        </p:nvSpPr>
        <p:spPr>
          <a:xfrm>
            <a:off x="8331200" y="4760686"/>
            <a:ext cx="3860799" cy="2097314"/>
          </a:xfrm>
          <a:custGeom>
            <a:avLst/>
            <a:gdLst>
              <a:gd name="connsiteX0" fmla="*/ 0 w 5907314"/>
              <a:gd name="connsiteY0" fmla="*/ 0 h 2198914"/>
              <a:gd name="connsiteX1" fmla="*/ 5907314 w 5907314"/>
              <a:gd name="connsiteY1" fmla="*/ 0 h 2198914"/>
              <a:gd name="connsiteX2" fmla="*/ 5907314 w 5907314"/>
              <a:gd name="connsiteY2" fmla="*/ 2198914 h 2198914"/>
              <a:gd name="connsiteX3" fmla="*/ 0 w 5907314"/>
              <a:gd name="connsiteY3" fmla="*/ 2198914 h 2198914"/>
              <a:gd name="connsiteX4" fmla="*/ 0 w 5907314"/>
              <a:gd name="connsiteY4" fmla="*/ 0 h 2198914"/>
              <a:gd name="connsiteX0-1" fmla="*/ 0 w 5907314"/>
              <a:gd name="connsiteY0-2" fmla="*/ 2198914 h 2198914"/>
              <a:gd name="connsiteX1-3" fmla="*/ 5907314 w 5907314"/>
              <a:gd name="connsiteY1-4" fmla="*/ 0 h 2198914"/>
              <a:gd name="connsiteX2-5" fmla="*/ 5907314 w 5907314"/>
              <a:gd name="connsiteY2-6" fmla="*/ 2198914 h 2198914"/>
              <a:gd name="connsiteX3-7" fmla="*/ 0 w 5907314"/>
              <a:gd name="connsiteY3-8" fmla="*/ 2198914 h 2198914"/>
              <a:gd name="connsiteX0-9" fmla="*/ 0 w 5907314"/>
              <a:gd name="connsiteY0-10" fmla="*/ 2198914 h 2198914"/>
              <a:gd name="connsiteX1-11" fmla="*/ 5907314 w 5907314"/>
              <a:gd name="connsiteY1-12" fmla="*/ 0 h 2198914"/>
              <a:gd name="connsiteX2-13" fmla="*/ 5907314 w 5907314"/>
              <a:gd name="connsiteY2-14" fmla="*/ 2198914 h 2198914"/>
              <a:gd name="connsiteX3-15" fmla="*/ 0 w 5907314"/>
              <a:gd name="connsiteY3-16" fmla="*/ 2198914 h 2198914"/>
              <a:gd name="connsiteX0-17" fmla="*/ 0 w 5907314"/>
              <a:gd name="connsiteY0-18" fmla="*/ 2198914 h 2198914"/>
              <a:gd name="connsiteX1-19" fmla="*/ 5907314 w 5907314"/>
              <a:gd name="connsiteY1-20" fmla="*/ 0 h 2198914"/>
              <a:gd name="connsiteX2-21" fmla="*/ 5907314 w 5907314"/>
              <a:gd name="connsiteY2-22" fmla="*/ 2198914 h 2198914"/>
              <a:gd name="connsiteX3-23" fmla="*/ 0 w 5907314"/>
              <a:gd name="connsiteY3-24" fmla="*/ 2198914 h 2198914"/>
              <a:gd name="connsiteX0-25" fmla="*/ 0 w 5907314"/>
              <a:gd name="connsiteY0-26" fmla="*/ 2198914 h 2198914"/>
              <a:gd name="connsiteX1-27" fmla="*/ 5907314 w 5907314"/>
              <a:gd name="connsiteY1-28" fmla="*/ 0 h 2198914"/>
              <a:gd name="connsiteX2-29" fmla="*/ 5907314 w 5907314"/>
              <a:gd name="connsiteY2-30" fmla="*/ 2198914 h 2198914"/>
              <a:gd name="connsiteX3-31" fmla="*/ 0 w 5907314"/>
              <a:gd name="connsiteY3-32" fmla="*/ 2198914 h 2198914"/>
              <a:gd name="connsiteX0-33" fmla="*/ 0 w 5907314"/>
              <a:gd name="connsiteY0-34" fmla="*/ 2198914 h 2198914"/>
              <a:gd name="connsiteX1-35" fmla="*/ 5907314 w 5907314"/>
              <a:gd name="connsiteY1-36" fmla="*/ 0 h 2198914"/>
              <a:gd name="connsiteX2-37" fmla="*/ 5907314 w 5907314"/>
              <a:gd name="connsiteY2-38" fmla="*/ 2198914 h 2198914"/>
              <a:gd name="connsiteX3-39" fmla="*/ 0 w 5907314"/>
              <a:gd name="connsiteY3-40" fmla="*/ 2198914 h 2198914"/>
              <a:gd name="connsiteX0-41" fmla="*/ 0 w 5907314"/>
              <a:gd name="connsiteY0-42" fmla="*/ 2198914 h 2198914"/>
              <a:gd name="connsiteX1-43" fmla="*/ 5907314 w 5907314"/>
              <a:gd name="connsiteY1-44" fmla="*/ 0 h 2198914"/>
              <a:gd name="connsiteX2-45" fmla="*/ 5907314 w 5907314"/>
              <a:gd name="connsiteY2-46" fmla="*/ 2198914 h 2198914"/>
              <a:gd name="connsiteX3-47" fmla="*/ 0 w 5907314"/>
              <a:gd name="connsiteY3-48" fmla="*/ 2198914 h 2198914"/>
              <a:gd name="connsiteX0-49" fmla="*/ 0 w 5907314"/>
              <a:gd name="connsiteY0-50" fmla="*/ 2198914 h 2198914"/>
              <a:gd name="connsiteX1-51" fmla="*/ 5907314 w 5907314"/>
              <a:gd name="connsiteY1-52" fmla="*/ 0 h 2198914"/>
              <a:gd name="connsiteX2-53" fmla="*/ 5907314 w 5907314"/>
              <a:gd name="connsiteY2-54" fmla="*/ 2198914 h 2198914"/>
              <a:gd name="connsiteX3-55" fmla="*/ 0 w 5907314"/>
              <a:gd name="connsiteY3-56" fmla="*/ 2198914 h 2198914"/>
              <a:gd name="connsiteX0-57" fmla="*/ 0 w 5907314"/>
              <a:gd name="connsiteY0-58" fmla="*/ 2198914 h 2198914"/>
              <a:gd name="connsiteX1-59" fmla="*/ 5907314 w 5907314"/>
              <a:gd name="connsiteY1-60" fmla="*/ 0 h 2198914"/>
              <a:gd name="connsiteX2-61" fmla="*/ 5907314 w 5907314"/>
              <a:gd name="connsiteY2-62" fmla="*/ 2198914 h 2198914"/>
              <a:gd name="connsiteX3-63" fmla="*/ 0 w 5907314"/>
              <a:gd name="connsiteY3-64" fmla="*/ 2198914 h 2198914"/>
            </a:gdLst>
            <a:ahLst/>
            <a:cxnLst>
              <a:cxn ang="0">
                <a:pos x="connsiteX0-1" y="connsiteY0-2"/>
              </a:cxn>
              <a:cxn ang="0">
                <a:pos x="connsiteX1-3" y="connsiteY1-4"/>
              </a:cxn>
              <a:cxn ang="0">
                <a:pos x="connsiteX2-5" y="connsiteY2-6"/>
              </a:cxn>
              <a:cxn ang="0">
                <a:pos x="connsiteX3-7" y="connsiteY3-8"/>
              </a:cxn>
            </a:cxnLst>
            <a:rect l="l" t="t" r="r" b="b"/>
            <a:pathLst>
              <a:path w="5907314" h="2198914">
                <a:moveTo>
                  <a:pt x="0" y="2198914"/>
                </a:moveTo>
                <a:cubicBezTo>
                  <a:pt x="1640351" y="1927587"/>
                  <a:pt x="4094237" y="1208176"/>
                  <a:pt x="5907314" y="0"/>
                </a:cubicBezTo>
                <a:lnTo>
                  <a:pt x="5907314" y="2198914"/>
                </a:lnTo>
                <a:lnTo>
                  <a:pt x="0" y="2198914"/>
                </a:lnTo>
                <a:close/>
              </a:path>
            </a:pathLst>
          </a:custGeom>
          <a:solidFill>
            <a:srgbClr val="1F7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6"/>
          <p:cNvSpPr/>
          <p:nvPr/>
        </p:nvSpPr>
        <p:spPr>
          <a:xfrm>
            <a:off x="-1" y="1"/>
            <a:ext cx="3004458" cy="3102700"/>
          </a:xfrm>
          <a:custGeom>
            <a:avLst/>
            <a:gdLst>
              <a:gd name="connsiteX0" fmla="*/ 0 w 3004457"/>
              <a:gd name="connsiteY0" fmla="*/ 0 h 5355771"/>
              <a:gd name="connsiteX1" fmla="*/ 3004457 w 3004457"/>
              <a:gd name="connsiteY1" fmla="*/ 0 h 5355771"/>
              <a:gd name="connsiteX2" fmla="*/ 3004457 w 3004457"/>
              <a:gd name="connsiteY2" fmla="*/ 5355771 h 5355771"/>
              <a:gd name="connsiteX3" fmla="*/ 0 w 3004457"/>
              <a:gd name="connsiteY3" fmla="*/ 5355771 h 5355771"/>
              <a:gd name="connsiteX4" fmla="*/ 0 w 3004457"/>
              <a:gd name="connsiteY4" fmla="*/ 0 h 5355771"/>
              <a:gd name="connsiteX0-1" fmla="*/ 0 w 3004457"/>
              <a:gd name="connsiteY0-2" fmla="*/ 0 h 5355771"/>
              <a:gd name="connsiteX1-3" fmla="*/ 3004457 w 3004457"/>
              <a:gd name="connsiteY1-4" fmla="*/ 0 h 5355771"/>
              <a:gd name="connsiteX2-5" fmla="*/ 0 w 3004457"/>
              <a:gd name="connsiteY2-6" fmla="*/ 5355771 h 5355771"/>
              <a:gd name="connsiteX3-7" fmla="*/ 0 w 3004457"/>
              <a:gd name="connsiteY3-8" fmla="*/ 0 h 5355771"/>
              <a:gd name="connsiteX0-9" fmla="*/ 0 w 3004457"/>
              <a:gd name="connsiteY0-10" fmla="*/ 0 h 5355771"/>
              <a:gd name="connsiteX1-11" fmla="*/ 3004457 w 3004457"/>
              <a:gd name="connsiteY1-12" fmla="*/ 0 h 5355771"/>
              <a:gd name="connsiteX2-13" fmla="*/ 0 w 3004457"/>
              <a:gd name="connsiteY2-14" fmla="*/ 5355771 h 5355771"/>
              <a:gd name="connsiteX3-15" fmla="*/ 0 w 3004457"/>
              <a:gd name="connsiteY3-16" fmla="*/ 0 h 5355771"/>
              <a:gd name="connsiteX0-17" fmla="*/ 0 w 3004457"/>
              <a:gd name="connsiteY0-18" fmla="*/ 0 h 5355771"/>
              <a:gd name="connsiteX1-19" fmla="*/ 3004457 w 3004457"/>
              <a:gd name="connsiteY1-20" fmla="*/ 0 h 5355771"/>
              <a:gd name="connsiteX2-21" fmla="*/ 0 w 3004457"/>
              <a:gd name="connsiteY2-22" fmla="*/ 5355771 h 5355771"/>
              <a:gd name="connsiteX3-23" fmla="*/ 0 w 3004457"/>
              <a:gd name="connsiteY3-24" fmla="*/ 0 h 5355771"/>
              <a:gd name="connsiteX0-25" fmla="*/ 0 w 3004457"/>
              <a:gd name="connsiteY0-26" fmla="*/ 0 h 5355771"/>
              <a:gd name="connsiteX1-27" fmla="*/ 3004457 w 3004457"/>
              <a:gd name="connsiteY1-28" fmla="*/ 0 h 5355771"/>
              <a:gd name="connsiteX2-29" fmla="*/ 0 w 3004457"/>
              <a:gd name="connsiteY2-30" fmla="*/ 5355771 h 5355771"/>
              <a:gd name="connsiteX3-31" fmla="*/ 0 w 3004457"/>
              <a:gd name="connsiteY3-32" fmla="*/ 0 h 5355771"/>
              <a:gd name="connsiteX0-33" fmla="*/ 0 w 3004457"/>
              <a:gd name="connsiteY0-34" fmla="*/ 0 h 5355771"/>
              <a:gd name="connsiteX1-35" fmla="*/ 3004457 w 3004457"/>
              <a:gd name="connsiteY1-36" fmla="*/ 0 h 5355771"/>
              <a:gd name="connsiteX2-37" fmla="*/ 0 w 3004457"/>
              <a:gd name="connsiteY2-38" fmla="*/ 5355771 h 5355771"/>
              <a:gd name="connsiteX3-39" fmla="*/ 0 w 3004457"/>
              <a:gd name="connsiteY3-40" fmla="*/ 0 h 5355771"/>
              <a:gd name="connsiteX0-41" fmla="*/ 0 w 3004457"/>
              <a:gd name="connsiteY0-42" fmla="*/ 0 h 5355771"/>
              <a:gd name="connsiteX1-43" fmla="*/ 3004457 w 3004457"/>
              <a:gd name="connsiteY1-44" fmla="*/ 0 h 5355771"/>
              <a:gd name="connsiteX2-45" fmla="*/ 0 w 3004457"/>
              <a:gd name="connsiteY2-46" fmla="*/ 5355771 h 5355771"/>
              <a:gd name="connsiteX3-47" fmla="*/ 0 w 3004457"/>
              <a:gd name="connsiteY3-48" fmla="*/ 0 h 5355771"/>
              <a:gd name="connsiteX0-49" fmla="*/ 0 w 3004457"/>
              <a:gd name="connsiteY0-50" fmla="*/ 0 h 5355771"/>
              <a:gd name="connsiteX1-51" fmla="*/ 3004457 w 3004457"/>
              <a:gd name="connsiteY1-52" fmla="*/ 0 h 5355771"/>
              <a:gd name="connsiteX2-53" fmla="*/ 0 w 3004457"/>
              <a:gd name="connsiteY2-54" fmla="*/ 5355771 h 5355771"/>
              <a:gd name="connsiteX3-55" fmla="*/ 0 w 3004457"/>
              <a:gd name="connsiteY3-56" fmla="*/ 0 h 5355771"/>
            </a:gdLst>
            <a:ahLst/>
            <a:cxnLst>
              <a:cxn ang="0">
                <a:pos x="connsiteX0-1" y="connsiteY0-2"/>
              </a:cxn>
              <a:cxn ang="0">
                <a:pos x="connsiteX1-3" y="connsiteY1-4"/>
              </a:cxn>
              <a:cxn ang="0">
                <a:pos x="connsiteX2-5" y="connsiteY2-6"/>
              </a:cxn>
              <a:cxn ang="0">
                <a:pos x="connsiteX3-7" y="connsiteY3-8"/>
              </a:cxn>
            </a:cxnLst>
            <a:rect l="l" t="t" r="r" b="b"/>
            <a:pathLst>
              <a:path w="3004457" h="5355771">
                <a:moveTo>
                  <a:pt x="0" y="0"/>
                </a:moveTo>
                <a:lnTo>
                  <a:pt x="3004457" y="0"/>
                </a:lnTo>
                <a:cubicBezTo>
                  <a:pt x="1756227" y="1030514"/>
                  <a:pt x="464457" y="3464234"/>
                  <a:pt x="0" y="5355771"/>
                </a:cubicBezTo>
                <a:lnTo>
                  <a:pt x="0" y="0"/>
                </a:lnTo>
                <a:close/>
              </a:path>
            </a:pathLst>
          </a:custGeom>
          <a:solidFill>
            <a:srgbClr val="2CA0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9"/>
          <p:cNvSpPr/>
          <p:nvPr/>
        </p:nvSpPr>
        <p:spPr>
          <a:xfrm>
            <a:off x="9199984" y="4786092"/>
            <a:ext cx="2992015" cy="2079591"/>
          </a:xfrm>
          <a:custGeom>
            <a:avLst/>
            <a:gdLst>
              <a:gd name="connsiteX0" fmla="*/ 0 w 5907314"/>
              <a:gd name="connsiteY0" fmla="*/ 0 h 2198914"/>
              <a:gd name="connsiteX1" fmla="*/ 5907314 w 5907314"/>
              <a:gd name="connsiteY1" fmla="*/ 0 h 2198914"/>
              <a:gd name="connsiteX2" fmla="*/ 5907314 w 5907314"/>
              <a:gd name="connsiteY2" fmla="*/ 2198914 h 2198914"/>
              <a:gd name="connsiteX3" fmla="*/ 0 w 5907314"/>
              <a:gd name="connsiteY3" fmla="*/ 2198914 h 2198914"/>
              <a:gd name="connsiteX4" fmla="*/ 0 w 5907314"/>
              <a:gd name="connsiteY4" fmla="*/ 0 h 2198914"/>
              <a:gd name="connsiteX0-1" fmla="*/ 0 w 5907314"/>
              <a:gd name="connsiteY0-2" fmla="*/ 2198914 h 2198914"/>
              <a:gd name="connsiteX1-3" fmla="*/ 5907314 w 5907314"/>
              <a:gd name="connsiteY1-4" fmla="*/ 0 h 2198914"/>
              <a:gd name="connsiteX2-5" fmla="*/ 5907314 w 5907314"/>
              <a:gd name="connsiteY2-6" fmla="*/ 2198914 h 2198914"/>
              <a:gd name="connsiteX3-7" fmla="*/ 0 w 5907314"/>
              <a:gd name="connsiteY3-8" fmla="*/ 2198914 h 2198914"/>
              <a:gd name="connsiteX0-9" fmla="*/ 0 w 5907314"/>
              <a:gd name="connsiteY0-10" fmla="*/ 2198914 h 2198914"/>
              <a:gd name="connsiteX1-11" fmla="*/ 5907314 w 5907314"/>
              <a:gd name="connsiteY1-12" fmla="*/ 0 h 2198914"/>
              <a:gd name="connsiteX2-13" fmla="*/ 5907314 w 5907314"/>
              <a:gd name="connsiteY2-14" fmla="*/ 2198914 h 2198914"/>
              <a:gd name="connsiteX3-15" fmla="*/ 0 w 5907314"/>
              <a:gd name="connsiteY3-16" fmla="*/ 2198914 h 2198914"/>
              <a:gd name="connsiteX0-17" fmla="*/ 0 w 5907314"/>
              <a:gd name="connsiteY0-18" fmla="*/ 2198914 h 2198914"/>
              <a:gd name="connsiteX1-19" fmla="*/ 5907314 w 5907314"/>
              <a:gd name="connsiteY1-20" fmla="*/ 0 h 2198914"/>
              <a:gd name="connsiteX2-21" fmla="*/ 5907314 w 5907314"/>
              <a:gd name="connsiteY2-22" fmla="*/ 2198914 h 2198914"/>
              <a:gd name="connsiteX3-23" fmla="*/ 0 w 5907314"/>
              <a:gd name="connsiteY3-24" fmla="*/ 2198914 h 2198914"/>
              <a:gd name="connsiteX0-25" fmla="*/ 0 w 5907314"/>
              <a:gd name="connsiteY0-26" fmla="*/ 2198914 h 2198914"/>
              <a:gd name="connsiteX1-27" fmla="*/ 5907314 w 5907314"/>
              <a:gd name="connsiteY1-28" fmla="*/ 0 h 2198914"/>
              <a:gd name="connsiteX2-29" fmla="*/ 5907314 w 5907314"/>
              <a:gd name="connsiteY2-30" fmla="*/ 2198914 h 2198914"/>
              <a:gd name="connsiteX3-31" fmla="*/ 0 w 5907314"/>
              <a:gd name="connsiteY3-32" fmla="*/ 2198914 h 2198914"/>
              <a:gd name="connsiteX0-33" fmla="*/ 0 w 5907314"/>
              <a:gd name="connsiteY0-34" fmla="*/ 2198914 h 2198914"/>
              <a:gd name="connsiteX1-35" fmla="*/ 5907314 w 5907314"/>
              <a:gd name="connsiteY1-36" fmla="*/ 0 h 2198914"/>
              <a:gd name="connsiteX2-37" fmla="*/ 5907314 w 5907314"/>
              <a:gd name="connsiteY2-38" fmla="*/ 2198914 h 2198914"/>
              <a:gd name="connsiteX3-39" fmla="*/ 0 w 5907314"/>
              <a:gd name="connsiteY3-40" fmla="*/ 2198914 h 2198914"/>
              <a:gd name="connsiteX0-41" fmla="*/ 0 w 5907314"/>
              <a:gd name="connsiteY0-42" fmla="*/ 2198914 h 2198914"/>
              <a:gd name="connsiteX1-43" fmla="*/ 5907314 w 5907314"/>
              <a:gd name="connsiteY1-44" fmla="*/ 0 h 2198914"/>
              <a:gd name="connsiteX2-45" fmla="*/ 5907314 w 5907314"/>
              <a:gd name="connsiteY2-46" fmla="*/ 2198914 h 2198914"/>
              <a:gd name="connsiteX3-47" fmla="*/ 0 w 5907314"/>
              <a:gd name="connsiteY3-48" fmla="*/ 2198914 h 2198914"/>
              <a:gd name="connsiteX0-49" fmla="*/ 0 w 5907314"/>
              <a:gd name="connsiteY0-50" fmla="*/ 2198914 h 2198914"/>
              <a:gd name="connsiteX1-51" fmla="*/ 5907314 w 5907314"/>
              <a:gd name="connsiteY1-52" fmla="*/ 0 h 2198914"/>
              <a:gd name="connsiteX2-53" fmla="*/ 5907314 w 5907314"/>
              <a:gd name="connsiteY2-54" fmla="*/ 2198914 h 2198914"/>
              <a:gd name="connsiteX3-55" fmla="*/ 0 w 5907314"/>
              <a:gd name="connsiteY3-56" fmla="*/ 2198914 h 2198914"/>
              <a:gd name="connsiteX0-57" fmla="*/ 0 w 5907314"/>
              <a:gd name="connsiteY0-58" fmla="*/ 2198914 h 2198914"/>
              <a:gd name="connsiteX1-59" fmla="*/ 5907314 w 5907314"/>
              <a:gd name="connsiteY1-60" fmla="*/ 0 h 2198914"/>
              <a:gd name="connsiteX2-61" fmla="*/ 5907314 w 5907314"/>
              <a:gd name="connsiteY2-62" fmla="*/ 2198914 h 2198914"/>
              <a:gd name="connsiteX3-63" fmla="*/ 0 w 5907314"/>
              <a:gd name="connsiteY3-64" fmla="*/ 2198914 h 2198914"/>
              <a:gd name="connsiteX0-65" fmla="*/ 0 w 5907314"/>
              <a:gd name="connsiteY0-66" fmla="*/ 2198914 h 2198914"/>
              <a:gd name="connsiteX1-67" fmla="*/ 5907314 w 5907314"/>
              <a:gd name="connsiteY1-68" fmla="*/ 0 h 2198914"/>
              <a:gd name="connsiteX2-69" fmla="*/ 5907314 w 5907314"/>
              <a:gd name="connsiteY2-70" fmla="*/ 2198914 h 2198914"/>
              <a:gd name="connsiteX3-71" fmla="*/ 0 w 5907314"/>
              <a:gd name="connsiteY3-72" fmla="*/ 2198914 h 2198914"/>
              <a:gd name="connsiteX0-73" fmla="*/ 0 w 5907314"/>
              <a:gd name="connsiteY0-74" fmla="*/ 2198914 h 2198914"/>
              <a:gd name="connsiteX1-75" fmla="*/ 5907314 w 5907314"/>
              <a:gd name="connsiteY1-76" fmla="*/ 0 h 2198914"/>
              <a:gd name="connsiteX2-77" fmla="*/ 5907314 w 5907314"/>
              <a:gd name="connsiteY2-78" fmla="*/ 2198914 h 2198914"/>
              <a:gd name="connsiteX3-79" fmla="*/ 0 w 5907314"/>
              <a:gd name="connsiteY3-80" fmla="*/ 2198914 h 2198914"/>
              <a:gd name="connsiteX0-81" fmla="*/ 0 w 5907314"/>
              <a:gd name="connsiteY0-82" fmla="*/ 2198914 h 2198914"/>
              <a:gd name="connsiteX1-83" fmla="*/ 5907314 w 5907314"/>
              <a:gd name="connsiteY1-84" fmla="*/ 0 h 2198914"/>
              <a:gd name="connsiteX2-85" fmla="*/ 5907314 w 5907314"/>
              <a:gd name="connsiteY2-86" fmla="*/ 2198914 h 2198914"/>
              <a:gd name="connsiteX3-87" fmla="*/ 0 w 5907314"/>
              <a:gd name="connsiteY3-88" fmla="*/ 2198914 h 2198914"/>
              <a:gd name="connsiteX0-89" fmla="*/ 0 w 5907314"/>
              <a:gd name="connsiteY0-90" fmla="*/ 2198914 h 2198914"/>
              <a:gd name="connsiteX1-91" fmla="*/ 5907314 w 5907314"/>
              <a:gd name="connsiteY1-92" fmla="*/ 0 h 2198914"/>
              <a:gd name="connsiteX2-93" fmla="*/ 5907314 w 5907314"/>
              <a:gd name="connsiteY2-94" fmla="*/ 2198914 h 2198914"/>
              <a:gd name="connsiteX3-95" fmla="*/ 0 w 5907314"/>
              <a:gd name="connsiteY3-96" fmla="*/ 2198914 h 2198914"/>
              <a:gd name="connsiteX0-97" fmla="*/ 0 w 5907314"/>
              <a:gd name="connsiteY0-98" fmla="*/ 2198914 h 2198914"/>
              <a:gd name="connsiteX1-99" fmla="*/ 5907314 w 5907314"/>
              <a:gd name="connsiteY1-100" fmla="*/ 0 h 2198914"/>
              <a:gd name="connsiteX2-101" fmla="*/ 5907314 w 5907314"/>
              <a:gd name="connsiteY2-102" fmla="*/ 2198914 h 2198914"/>
              <a:gd name="connsiteX3-103" fmla="*/ 0 w 5907314"/>
              <a:gd name="connsiteY3-104" fmla="*/ 2198914 h 2198914"/>
              <a:gd name="connsiteX0-105" fmla="*/ 0 w 5907314"/>
              <a:gd name="connsiteY0-106" fmla="*/ 2198914 h 2198914"/>
              <a:gd name="connsiteX1-107" fmla="*/ 5907314 w 5907314"/>
              <a:gd name="connsiteY1-108" fmla="*/ 0 h 2198914"/>
              <a:gd name="connsiteX2-109" fmla="*/ 5907314 w 5907314"/>
              <a:gd name="connsiteY2-110" fmla="*/ 2198914 h 2198914"/>
              <a:gd name="connsiteX3-111" fmla="*/ 0 w 5907314"/>
              <a:gd name="connsiteY3-112" fmla="*/ 2198914 h 2198914"/>
            </a:gdLst>
            <a:ahLst/>
            <a:cxnLst>
              <a:cxn ang="0">
                <a:pos x="connsiteX0-1" y="connsiteY0-2"/>
              </a:cxn>
              <a:cxn ang="0">
                <a:pos x="connsiteX1-3" y="connsiteY1-4"/>
              </a:cxn>
              <a:cxn ang="0">
                <a:pos x="connsiteX2-5" y="connsiteY2-6"/>
              </a:cxn>
              <a:cxn ang="0">
                <a:pos x="connsiteX3-7" y="connsiteY3-8"/>
              </a:cxn>
            </a:cxnLst>
            <a:rect l="l" t="t" r="r" b="b"/>
            <a:pathLst>
              <a:path w="5907314" h="2198914">
                <a:moveTo>
                  <a:pt x="0" y="2198914"/>
                </a:moveTo>
                <a:cubicBezTo>
                  <a:pt x="1902987" y="1876241"/>
                  <a:pt x="4637881" y="870431"/>
                  <a:pt x="5907314" y="0"/>
                </a:cubicBezTo>
                <a:lnTo>
                  <a:pt x="5907314" y="2198914"/>
                </a:lnTo>
                <a:lnTo>
                  <a:pt x="0" y="2198914"/>
                </a:lnTo>
                <a:close/>
              </a:path>
            </a:pathLst>
          </a:custGeom>
          <a:gradFill>
            <a:gsLst>
              <a:gs pos="46000">
                <a:srgbClr val="2CA0EB"/>
              </a:gs>
              <a:gs pos="100000">
                <a:srgbClr val="8BCEFA"/>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片 34"/>
          <p:cNvPicPr>
            <a:picLocks noChangeAspect="1"/>
          </p:cNvPicPr>
          <p:nvPr/>
        </p:nvPicPr>
        <p:blipFill>
          <a:blip r:embed="rId9" cstate="print">
            <a:biLevel thresh="25000"/>
            <a:extLst>
              <a:ext uri="{28A0092B-C50C-407E-A947-70E740481C1C}">
                <a14:useLocalDpi xmlns:a14="http://schemas.microsoft.com/office/drawing/2010/main" val="0"/>
              </a:ext>
            </a:extLst>
          </a:blip>
          <a:stretch>
            <a:fillRect/>
          </a:stretch>
        </p:blipFill>
        <p:spPr>
          <a:xfrm>
            <a:off x="-298582" y="5141124"/>
            <a:ext cx="4240661" cy="2123899"/>
          </a:xfrm>
          <a:prstGeom prst="rect">
            <a:avLst/>
          </a:prstGeom>
        </p:spPr>
      </p:pic>
      <p:sp>
        <p:nvSpPr>
          <p:cNvPr id="2" name="矩形 1"/>
          <p:cNvSpPr/>
          <p:nvPr>
            <p:custDataLst>
              <p:tags r:id="rId4"/>
            </p:custDataLst>
          </p:nvPr>
        </p:nvSpPr>
        <p:spPr>
          <a:xfrm>
            <a:off x="1993900" y="1136650"/>
            <a:ext cx="10311130" cy="1037207"/>
          </a:xfrm>
          <a:prstGeom prst="rect">
            <a:avLst/>
          </a:prstGeom>
          <a:noFill/>
          <a:ln>
            <a:noFill/>
          </a:ln>
        </p:spPr>
        <p:txBody>
          <a:bodyPr wrap="square" rtlCol="0" anchor="t">
            <a:spAutoFit/>
          </a:bodyPr>
          <a:lstStyle/>
          <a:p>
            <a:pPr algn="ctr" fontAlgn="auto" latinLnBrk="1">
              <a:lnSpc>
                <a:spcPct val="110000"/>
              </a:lnSpc>
              <a:spcBef>
                <a:spcPct val="70000"/>
              </a:spcBef>
              <a:buClr>
                <a:schemeClr val="tx1"/>
              </a:buClr>
              <a:buFont typeface="Wingdings" panose="05000000000000000000" pitchFamily="2" charset="2"/>
            </a:pPr>
            <a:r>
              <a:rPr lang="zh-CN" altLang="en-US" sz="6000" b="1" noProof="1">
                <a:ln w="9525">
                  <a:solidFill>
                    <a:schemeClr val="bg1"/>
                  </a:solidFill>
                  <a:prstDash val="solid"/>
                </a:ln>
                <a:effectLst>
                  <a:outerShdw blurRad="12700" dist="38100" dir="2700000" algn="tl" rotWithShape="0">
                    <a:schemeClr val="bg1">
                      <a:lumMod val="50000"/>
                    </a:schemeClr>
                  </a:outerShdw>
                </a:effectLst>
                <a:latin typeface="+mj-ea"/>
                <a:ea typeface="+mj-ea"/>
                <a:cs typeface="+mj-ea"/>
                <a:sym typeface="+mn-ea"/>
              </a:rPr>
              <a:t>降低</a:t>
            </a:r>
            <a:r>
              <a:rPr lang="zh-CN" altLang="en-US" sz="60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sym typeface="+mn-ea"/>
              </a:rPr>
              <a:t>三棒煤气消耗</a:t>
            </a:r>
          </a:p>
        </p:txBody>
      </p:sp>
      <p:sp>
        <p:nvSpPr>
          <p:cNvPr id="19" name="矩形 18"/>
          <p:cNvSpPr/>
          <p:nvPr>
            <p:custDataLst>
              <p:tags r:id="rId5"/>
            </p:custDataLst>
          </p:nvPr>
        </p:nvSpPr>
        <p:spPr>
          <a:xfrm>
            <a:off x="5878195" y="3899535"/>
            <a:ext cx="5469255" cy="2044700"/>
          </a:xfrm>
          <a:prstGeom prst="rect">
            <a:avLst/>
          </a:prstGeom>
          <a:noFill/>
          <a:ln>
            <a:noFill/>
          </a:ln>
        </p:spPr>
        <p:txBody>
          <a:bodyPr wrap="none" rtlCol="0" anchor="t">
            <a:noAutofit/>
            <a:scene3d>
              <a:camera prst="orthographicFront"/>
              <a:lightRig rig="threePt" dir="t"/>
            </a:scene3d>
          </a:bodyPr>
          <a:lstStyle/>
          <a:p>
            <a:pPr indent="0" algn="dist" fontAlgn="auto">
              <a:lnSpc>
                <a:spcPts val="4500"/>
              </a:lnSpc>
            </a:pPr>
            <a:r>
              <a:rPr lang="zh-CN"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rPr>
              <a:t>单</a:t>
            </a:r>
            <a:r>
              <a:rPr lang="en-US" altLang="zh-CN"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rPr>
              <a:t>   </a:t>
            </a:r>
            <a:r>
              <a:rPr lang="zh-CN"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rPr>
              <a:t>位：钢轧事业部</a:t>
            </a:r>
          </a:p>
          <a:p>
            <a:pPr indent="0" algn="l" fontAlgn="auto">
              <a:lnSpc>
                <a:spcPts val="4500"/>
              </a:lnSpc>
            </a:pPr>
            <a:r>
              <a:rPr lang="zh-CN"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rPr>
              <a:t>改善人：</a:t>
            </a:r>
            <a:r>
              <a:rPr lang="zh-CN" altLang="en-US"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rPr>
              <a:t>李响</a:t>
            </a:r>
            <a:endParaRPr lang="zh-CN" altLang="en-US" sz="2800" dirty="0">
              <a:latin typeface="Gulim" panose="020B0600000101010101" pitchFamily="34" charset="-127"/>
              <a:ea typeface="+mn-ea"/>
              <a:sym typeface="+mn-ea"/>
            </a:endParaRPr>
          </a:p>
          <a:p>
            <a:pPr indent="0" algn="l" fontAlgn="auto">
              <a:lnSpc>
                <a:spcPts val="4500"/>
              </a:lnSpc>
            </a:pPr>
            <a:endParaRPr lang="zh-CN"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4FC26-C384-BA25-4BB3-04F064734F6F}"/>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E0D8DC0C-7E43-B99E-6BE9-A2993B9C716F}"/>
              </a:ext>
            </a:extLst>
          </p:cNvPr>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sp>
        <p:nvSpPr>
          <p:cNvPr id="1048722" name="任意多边形 9">
            <a:extLst>
              <a:ext uri="{FF2B5EF4-FFF2-40B4-BE49-F238E27FC236}">
                <a16:creationId xmlns:a16="http://schemas.microsoft.com/office/drawing/2014/main" id="{1AEC8BBF-7365-95CD-06D4-8F80A1B0199F}"/>
              </a:ext>
            </a:extLst>
          </p:cNvPr>
          <p:cNvSpPr/>
          <p:nvPr>
            <p:custDataLst>
              <p:tags r:id="rId3"/>
            </p:custDataLst>
          </p:nvPr>
        </p:nvSpPr>
        <p:spPr bwMode="auto">
          <a:xfrm>
            <a:off x="417195" y="834033"/>
            <a:ext cx="1632423" cy="518679"/>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25" name="文本框 3">
            <a:extLst>
              <a:ext uri="{FF2B5EF4-FFF2-40B4-BE49-F238E27FC236}">
                <a16:creationId xmlns:a16="http://schemas.microsoft.com/office/drawing/2014/main" id="{1E25B6E7-FB99-7C53-9431-AEABD5D1C9DF}"/>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计划</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726" name="燕尾形箭头 27">
            <a:extLst>
              <a:ext uri="{FF2B5EF4-FFF2-40B4-BE49-F238E27FC236}">
                <a16:creationId xmlns:a16="http://schemas.microsoft.com/office/drawing/2014/main" id="{7477C787-EA01-86A7-9575-6C56B24914B1}"/>
              </a:ext>
            </a:extLst>
          </p:cNvPr>
          <p:cNvSpPr/>
          <p:nvPr>
            <p:custDataLst>
              <p:tags r:id="rId5"/>
            </p:custDataLst>
          </p:nvPr>
        </p:nvSpPr>
        <p:spPr bwMode="auto">
          <a:xfrm>
            <a:off x="2074545" y="833755"/>
            <a:ext cx="2449195" cy="51879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35" name="文本框 28">
            <a:extLst>
              <a:ext uri="{FF2B5EF4-FFF2-40B4-BE49-F238E27FC236}">
                <a16:creationId xmlns:a16="http://schemas.microsoft.com/office/drawing/2014/main" id="{80FD4182-BF00-5610-D7B4-4FE43F12B597}"/>
              </a:ext>
            </a:extLst>
          </p:cNvPr>
          <p:cNvSpPr txBox="1"/>
          <p:nvPr>
            <p:custDataLst>
              <p:tags r:id="rId6"/>
            </p:custDataLst>
          </p:nvPr>
        </p:nvSpPr>
        <p:spPr>
          <a:xfrm>
            <a:off x="2239645" y="904875"/>
            <a:ext cx="2230755" cy="398780"/>
          </a:xfrm>
          <a:prstGeom prst="rect">
            <a:avLst/>
          </a:prstGeom>
          <a:noFill/>
        </p:spPr>
        <p:txBody>
          <a:bodyPr wrap="square"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选择课题</a:t>
            </a:r>
          </a:p>
        </p:txBody>
      </p:sp>
      <p:sp>
        <p:nvSpPr>
          <p:cNvPr id="4" name="文本框 3">
            <a:extLst>
              <a:ext uri="{FF2B5EF4-FFF2-40B4-BE49-F238E27FC236}">
                <a16:creationId xmlns:a16="http://schemas.microsoft.com/office/drawing/2014/main" id="{704EF3CB-800D-C105-1008-3C5995943B64}"/>
              </a:ext>
            </a:extLst>
          </p:cNvPr>
          <p:cNvSpPr txBox="1"/>
          <p:nvPr/>
        </p:nvSpPr>
        <p:spPr>
          <a:xfrm>
            <a:off x="742964" y="1649108"/>
            <a:ext cx="10706072" cy="5016758"/>
          </a:xfrm>
          <a:prstGeom prst="rect">
            <a:avLst/>
          </a:prstGeom>
          <a:noFill/>
        </p:spPr>
        <p:txBody>
          <a:bodyPr wrap="square">
            <a:spAutoFit/>
          </a:bodyPr>
          <a:lstStyle/>
          <a:p>
            <a:pPr indent="266700" algn="just">
              <a:buNone/>
            </a:pPr>
            <a:r>
              <a:rPr lang="zh-CN" altLang="zh-CN" sz="2000" b="1" dirty="0">
                <a:latin typeface="宋体" panose="02010600030101010101" pitchFamily="2" charset="-122"/>
                <a:ea typeface="宋体" panose="02010600030101010101" pitchFamily="2" charset="-122"/>
              </a:rPr>
              <a:t>在现代钢铁制造企业中，三棒棒材产线的加热炉作为轧钢工序的核心热工设备，其能源消耗在整个轧钢厂的总能耗中占据了极大比例。加热炉的主要作用是将连铸钢坯加热至具备良好塑性的轧制温度（通常在</a:t>
            </a:r>
            <a:r>
              <a:rPr lang="en-US" altLang="zh-CN" sz="2000" b="1" dirty="0">
                <a:latin typeface="宋体" panose="02010600030101010101" pitchFamily="2" charset="-122"/>
                <a:ea typeface="宋体" panose="02010600030101010101" pitchFamily="2" charset="-122"/>
              </a:rPr>
              <a:t> 1050</a:t>
            </a:r>
            <a:r>
              <a:rPr lang="zh-CN" altLang="zh-CN"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C </a:t>
            </a:r>
            <a:r>
              <a:rPr lang="zh-CN" altLang="zh-CN" sz="2000" b="1" dirty="0">
                <a:latin typeface="宋体" panose="02010600030101010101" pitchFamily="2" charset="-122"/>
                <a:ea typeface="宋体" panose="02010600030101010101" pitchFamily="2" charset="-122"/>
              </a:rPr>
              <a:t>至</a:t>
            </a:r>
            <a:r>
              <a:rPr lang="en-US" altLang="zh-CN" sz="2000" b="1" dirty="0">
                <a:latin typeface="宋体" panose="02010600030101010101" pitchFamily="2" charset="-122"/>
                <a:ea typeface="宋体" panose="02010600030101010101" pitchFamily="2" charset="-122"/>
              </a:rPr>
              <a:t> 1150</a:t>
            </a:r>
            <a:r>
              <a:rPr lang="zh-CN" altLang="zh-CN"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C </a:t>
            </a:r>
            <a:r>
              <a:rPr lang="zh-CN" altLang="zh-CN" sz="2000" b="1" dirty="0">
                <a:latin typeface="宋体" panose="02010600030101010101" pitchFamily="2" charset="-122"/>
                <a:ea typeface="宋体" panose="02010600030101010101" pitchFamily="2" charset="-122"/>
              </a:rPr>
              <a:t>之间），从而保证出钢质量与后续轧制工艺的顺利进行。然而，受限于传统的燃烧控制手段与多变的生产工况，加热炉往往存在煤气消耗过高、钢坯氧化烧损严重等问题，这不仅大幅增加了生产成本，也与当前钢铁行业提倡的低碳、节能减排发展趋势相悖。</a:t>
            </a:r>
          </a:p>
          <a:p>
            <a:pPr indent="266700" algn="just">
              <a:buNone/>
            </a:pPr>
            <a:r>
              <a:rPr lang="zh-CN" altLang="zh-CN" sz="2000" b="1" dirty="0">
                <a:latin typeface="宋体" panose="02010600030101010101" pitchFamily="2" charset="-122"/>
                <a:ea typeface="宋体" panose="02010600030101010101" pitchFamily="2" charset="-122"/>
              </a:rPr>
              <a:t>研究指出，蓄热式加热炉的炉温控制系统具备多变量、时变、非线性、强耦合、大惯性及纯滞后等复杂动态特性。传统依赖人工凭经验手动调节空气与煤气流量的方式，或者仅依赖简单的常规比例</a:t>
            </a:r>
            <a:r>
              <a:rPr lang="en-US" altLang="zh-CN" sz="2000" b="1" dirty="0">
                <a:latin typeface="宋体" panose="02010600030101010101" pitchFamily="2" charset="-122"/>
                <a:ea typeface="宋体" panose="02010600030101010101" pitchFamily="2" charset="-122"/>
              </a:rPr>
              <a:t>-</a:t>
            </a:r>
            <a:r>
              <a:rPr lang="zh-CN" altLang="zh-CN" sz="2000" b="1" dirty="0">
                <a:latin typeface="宋体" panose="02010600030101010101" pitchFamily="2" charset="-122"/>
                <a:ea typeface="宋体" panose="02010600030101010101" pitchFamily="2" charset="-122"/>
              </a:rPr>
              <a:t>积分</a:t>
            </a:r>
            <a:r>
              <a:rPr lang="en-US" altLang="zh-CN" sz="2000" b="1" dirty="0">
                <a:latin typeface="宋体" panose="02010600030101010101" pitchFamily="2" charset="-122"/>
                <a:ea typeface="宋体" panose="02010600030101010101" pitchFamily="2" charset="-122"/>
              </a:rPr>
              <a:t>-</a:t>
            </a:r>
            <a:r>
              <a:rPr lang="zh-CN" altLang="zh-CN" sz="2000" b="1" dirty="0">
                <a:latin typeface="宋体" panose="02010600030101010101" pitchFamily="2" charset="-122"/>
                <a:ea typeface="宋体" panose="02010600030101010101" pitchFamily="2" charset="-122"/>
              </a:rPr>
              <a:t>微分（</a:t>
            </a:r>
            <a:r>
              <a:rPr lang="en-US" altLang="zh-CN" sz="2000" b="1" dirty="0">
                <a:latin typeface="宋体" panose="02010600030101010101" pitchFamily="2" charset="-122"/>
                <a:ea typeface="宋体" panose="02010600030101010101" pitchFamily="2" charset="-122"/>
              </a:rPr>
              <a:t>PID</a:t>
            </a:r>
            <a:r>
              <a:rPr lang="zh-CN" altLang="zh-CN" sz="2000" b="1" dirty="0">
                <a:latin typeface="宋体" panose="02010600030101010101" pitchFamily="2" charset="-122"/>
                <a:ea typeface="宋体" panose="02010600030101010101" pitchFamily="2" charset="-122"/>
              </a:rPr>
              <a:t>）串级控制，往往无法兼顾燃料流量副回路与炉膛温度副回路的各类干扰，导致空燃比经常处于失调状态。空燃比过高时，炉内形成强氧化性气氛，加剧钢坯表面的氧化烧损，降低金属收得率；空燃比过低时，则会导致煤气燃烧不充分，烟气中一氧化碳含量增加，既浪费能源又污染环境。</a:t>
            </a:r>
          </a:p>
          <a:p>
            <a:pPr indent="266700" algn="just">
              <a:buNone/>
            </a:pPr>
            <a:r>
              <a:rPr lang="zh-CN" altLang="zh-CN" sz="2000" b="1" dirty="0">
                <a:latin typeface="宋体" panose="02010600030101010101" pitchFamily="2" charset="-122"/>
                <a:ea typeface="宋体" panose="02010600030101010101" pitchFamily="2" charset="-122"/>
              </a:rPr>
              <a:t>为此，项目团队严格遵循</a:t>
            </a:r>
            <a:r>
              <a:rPr lang="en-US" altLang="zh-CN" sz="2000" b="1" dirty="0">
                <a:latin typeface="宋体" panose="02010600030101010101" pitchFamily="2" charset="-122"/>
                <a:ea typeface="宋体" panose="02010600030101010101" pitchFamily="2" charset="-122"/>
              </a:rPr>
              <a:t> PDCA</a:t>
            </a:r>
            <a:r>
              <a:rPr lang="zh-CN" altLang="zh-CN" sz="2000" b="1" dirty="0">
                <a:latin typeface="宋体" panose="02010600030101010101" pitchFamily="2" charset="-122"/>
                <a:ea typeface="宋体" panose="02010600030101010101" pitchFamily="2" charset="-122"/>
              </a:rPr>
              <a:t>质量管理循环，以「降低三棒加热炉煤气消耗」为核心课题开展技术攻关。本课题旨在透过引入可编程逻辑控制器（</a:t>
            </a:r>
            <a:r>
              <a:rPr lang="en-US" altLang="zh-CN" sz="2000" b="1" dirty="0">
                <a:latin typeface="宋体" panose="02010600030101010101" pitchFamily="2" charset="-122"/>
                <a:ea typeface="宋体" panose="02010600030101010101" pitchFamily="2" charset="-122"/>
              </a:rPr>
              <a:t>PLC</a:t>
            </a:r>
            <a:r>
              <a:rPr lang="zh-CN" altLang="zh-CN" sz="2000" b="1" dirty="0">
                <a:latin typeface="宋体" panose="02010600030101010101" pitchFamily="2" charset="-122"/>
                <a:ea typeface="宋体" panose="02010600030101010101" pitchFamily="2" charset="-122"/>
              </a:rPr>
              <a:t>）系统中的先进控制算法，实现温度、空气量、煤气量等多个变量的协同优化控制，确保在燃烧效率最大化的前提下，达成最佳的出钢质量与最低的能源单耗。</a:t>
            </a:r>
          </a:p>
        </p:txBody>
      </p:sp>
    </p:spTree>
    <p:custDataLst>
      <p:tags r:id="rId1"/>
    </p:custDataLst>
    <p:extLst>
      <p:ext uri="{BB962C8B-B14F-4D97-AF65-F5344CB8AC3E}">
        <p14:creationId xmlns:p14="http://schemas.microsoft.com/office/powerpoint/2010/main" val="389684051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pic>
        <p:nvPicPr>
          <p:cNvPr id="6" name="图片 5"/>
          <p:cNvPicPr>
            <a:picLocks noChangeAspect="1"/>
          </p:cNvPicPr>
          <p:nvPr/>
        </p:nvPicPr>
        <p:blipFill>
          <a:blip r:embed="rId9"/>
          <a:stretch>
            <a:fillRect/>
          </a:stretch>
        </p:blipFill>
        <p:spPr>
          <a:xfrm>
            <a:off x="8296275" y="2410460"/>
            <a:ext cx="3316605" cy="3211830"/>
          </a:xfrm>
          <a:prstGeom prst="rect">
            <a:avLst/>
          </a:prstGeom>
        </p:spPr>
      </p:pic>
      <p:pic>
        <p:nvPicPr>
          <p:cNvPr id="7" name="图片 6"/>
          <p:cNvPicPr>
            <a:picLocks noChangeAspect="1"/>
          </p:cNvPicPr>
          <p:nvPr/>
        </p:nvPicPr>
        <p:blipFill>
          <a:blip r:embed="rId10"/>
          <a:stretch>
            <a:fillRect/>
          </a:stretch>
        </p:blipFill>
        <p:spPr>
          <a:xfrm>
            <a:off x="205740" y="1663065"/>
            <a:ext cx="7906385" cy="4806315"/>
          </a:xfrm>
          <a:prstGeom prst="rect">
            <a:avLst/>
          </a:prstGeom>
        </p:spPr>
      </p:pic>
      <p:sp>
        <p:nvSpPr>
          <p:cNvPr id="3" name="矩形 2"/>
          <p:cNvSpPr/>
          <p:nvPr/>
        </p:nvSpPr>
        <p:spPr>
          <a:xfrm>
            <a:off x="4831715" y="2632710"/>
            <a:ext cx="654685" cy="3720465"/>
          </a:xfrm>
          <a:prstGeom prst="rect">
            <a:avLst/>
          </a:prstGeom>
          <a:no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048722" name="任意多边形 9"/>
          <p:cNvSpPr/>
          <p:nvPr>
            <p:custDataLst>
              <p:tags r:id="rId3"/>
            </p:custDataLst>
          </p:nvPr>
        </p:nvSpPr>
        <p:spPr bwMode="auto">
          <a:xfrm>
            <a:off x="417195" y="834033"/>
            <a:ext cx="1632423" cy="518679"/>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25"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计划</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726" name="燕尾形箭头 27"/>
          <p:cNvSpPr/>
          <p:nvPr>
            <p:custDataLst>
              <p:tags r:id="rId5"/>
            </p:custDataLst>
          </p:nvPr>
        </p:nvSpPr>
        <p:spPr bwMode="auto">
          <a:xfrm>
            <a:off x="2074545" y="833755"/>
            <a:ext cx="2449195" cy="51879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35" name="文本框 28"/>
          <p:cNvSpPr txBox="1"/>
          <p:nvPr>
            <p:custDataLst>
              <p:tags r:id="rId6"/>
            </p:custDataLst>
          </p:nvPr>
        </p:nvSpPr>
        <p:spPr>
          <a:xfrm>
            <a:off x="2239645" y="904875"/>
            <a:ext cx="2230755" cy="398780"/>
          </a:xfrm>
          <a:prstGeom prst="rect">
            <a:avLst/>
          </a:prstGeom>
          <a:noFill/>
        </p:spPr>
        <p:txBody>
          <a:bodyPr wrap="square"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课题背景</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pic>
        <p:nvPicPr>
          <p:cNvPr id="17" name="图片 16"/>
          <p:cNvPicPr>
            <a:picLocks noChangeAspect="1"/>
          </p:cNvPicPr>
          <p:nvPr/>
        </p:nvPicPr>
        <p:blipFill>
          <a:blip r:embed="rId9"/>
          <a:stretch>
            <a:fillRect/>
          </a:stretch>
        </p:blipFill>
        <p:spPr>
          <a:xfrm>
            <a:off x="7165975" y="1386205"/>
            <a:ext cx="3498850" cy="2726690"/>
          </a:xfrm>
          <a:prstGeom prst="rect">
            <a:avLst/>
          </a:prstGeom>
        </p:spPr>
      </p:pic>
      <p:cxnSp>
        <p:nvCxnSpPr>
          <p:cNvPr id="20" name="直接连接符 19"/>
          <p:cNvCxnSpPr/>
          <p:nvPr/>
        </p:nvCxnSpPr>
        <p:spPr>
          <a:xfrm>
            <a:off x="6816090" y="2588895"/>
            <a:ext cx="1823085" cy="6985"/>
          </a:xfrm>
          <a:prstGeom prst="line">
            <a:avLst/>
          </a:prstGeom>
          <a:ln w="31750" cap="rnd">
            <a:solidFill>
              <a:schemeClr val="accent6"/>
            </a:solidFill>
            <a:round/>
          </a:ln>
        </p:spPr>
        <p:style>
          <a:lnRef idx="0">
            <a:srgbClr val="FFFFFF"/>
          </a:lnRef>
          <a:fillRef idx="0">
            <a:srgbClr val="FFFFFF"/>
          </a:fillRef>
          <a:effectRef idx="0">
            <a:srgbClr val="FFFFFF"/>
          </a:effectRef>
          <a:fontRef idx="minor">
            <a:schemeClr val="tx1"/>
          </a:fontRef>
        </p:style>
      </p:cxnSp>
      <p:sp>
        <p:nvSpPr>
          <p:cNvPr id="24" name="矩形 23"/>
          <p:cNvSpPr/>
          <p:nvPr/>
        </p:nvSpPr>
        <p:spPr>
          <a:xfrm>
            <a:off x="6886575" y="2120265"/>
            <a:ext cx="929005" cy="549910"/>
          </a:xfrm>
          <a:prstGeom prst="rect">
            <a:avLst/>
          </a:prstGeom>
          <a:noFill/>
          <a:ln>
            <a:noFill/>
          </a:ln>
        </p:spPr>
        <p:txBody>
          <a:bodyPr wrap="none" rtlCol="0" anchor="t">
            <a:noAutofit/>
          </a:bodyPr>
          <a:lstStyle/>
          <a:p>
            <a:pPr algn="ctr"/>
            <a:r>
              <a:rPr lang="en-US" altLang="zh-CN" sz="24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11%</a:t>
            </a:r>
          </a:p>
        </p:txBody>
      </p:sp>
      <p:pic>
        <p:nvPicPr>
          <p:cNvPr id="31" name="图片 30"/>
          <p:cNvPicPr>
            <a:picLocks noChangeAspect="1"/>
          </p:cNvPicPr>
          <p:nvPr/>
        </p:nvPicPr>
        <p:blipFill>
          <a:blip r:embed="rId10"/>
          <a:stretch>
            <a:fillRect/>
          </a:stretch>
        </p:blipFill>
        <p:spPr>
          <a:xfrm>
            <a:off x="7512050" y="4024630"/>
            <a:ext cx="3048000" cy="2606040"/>
          </a:xfrm>
          <a:prstGeom prst="rect">
            <a:avLst/>
          </a:prstGeom>
        </p:spPr>
      </p:pic>
      <p:cxnSp>
        <p:nvCxnSpPr>
          <p:cNvPr id="27" name="直接连接符 26"/>
          <p:cNvCxnSpPr/>
          <p:nvPr/>
        </p:nvCxnSpPr>
        <p:spPr>
          <a:xfrm>
            <a:off x="6981825" y="5858510"/>
            <a:ext cx="1535430" cy="8255"/>
          </a:xfrm>
          <a:prstGeom prst="line">
            <a:avLst/>
          </a:prstGeom>
          <a:ln w="31750" cap="rnd">
            <a:solidFill>
              <a:schemeClr val="accent6"/>
            </a:solidFill>
            <a:round/>
          </a:ln>
        </p:spPr>
        <p:style>
          <a:lnRef idx="0">
            <a:srgbClr val="FFFFFF"/>
          </a:lnRef>
          <a:fillRef idx="0">
            <a:srgbClr val="FFFFFF"/>
          </a:fillRef>
          <a:effectRef idx="0">
            <a:srgbClr val="FFFFFF"/>
          </a:effectRef>
          <a:fontRef idx="minor">
            <a:schemeClr val="tx1"/>
          </a:fontRef>
        </p:style>
      </p:cxnSp>
      <p:sp>
        <p:nvSpPr>
          <p:cNvPr id="29" name="矩形 28"/>
          <p:cNvSpPr/>
          <p:nvPr/>
        </p:nvSpPr>
        <p:spPr>
          <a:xfrm>
            <a:off x="6986905" y="5429250"/>
            <a:ext cx="828675" cy="513715"/>
          </a:xfrm>
          <a:prstGeom prst="rect">
            <a:avLst/>
          </a:prstGeom>
          <a:noFill/>
          <a:ln>
            <a:noFill/>
          </a:ln>
        </p:spPr>
        <p:txBody>
          <a:bodyPr wrap="none" rtlCol="0" anchor="t">
            <a:noAutofit/>
          </a:bodyPr>
          <a:lstStyle/>
          <a:p>
            <a:pPr algn="ctr"/>
            <a:r>
              <a:rPr lang="en-US" altLang="zh-CN" sz="24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40%</a:t>
            </a:r>
          </a:p>
        </p:txBody>
      </p:sp>
      <p:sp>
        <p:nvSpPr>
          <p:cNvPr id="1048722" name="任意多边形 9"/>
          <p:cNvSpPr/>
          <p:nvPr>
            <p:custDataLst>
              <p:tags r:id="rId3"/>
            </p:custDataLst>
          </p:nvPr>
        </p:nvSpPr>
        <p:spPr bwMode="auto">
          <a:xfrm>
            <a:off x="417195" y="834033"/>
            <a:ext cx="1632423" cy="518679"/>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25"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计划</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726" name="燕尾形箭头 27"/>
          <p:cNvSpPr/>
          <p:nvPr>
            <p:custDataLst>
              <p:tags r:id="rId5"/>
            </p:custDataLst>
          </p:nvPr>
        </p:nvSpPr>
        <p:spPr bwMode="auto">
          <a:xfrm>
            <a:off x="2074545" y="833755"/>
            <a:ext cx="2449195" cy="51879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35" name="文本框 28"/>
          <p:cNvSpPr txBox="1"/>
          <p:nvPr>
            <p:custDataLst>
              <p:tags r:id="rId6"/>
            </p:custDataLst>
          </p:nvPr>
        </p:nvSpPr>
        <p:spPr>
          <a:xfrm>
            <a:off x="2239645" y="904875"/>
            <a:ext cx="2230755" cy="398780"/>
          </a:xfrm>
          <a:prstGeom prst="rect">
            <a:avLst/>
          </a:prstGeom>
          <a:noFill/>
        </p:spPr>
        <p:txBody>
          <a:bodyPr wrap="square"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现状调查</a:t>
            </a:r>
          </a:p>
        </p:txBody>
      </p:sp>
      <p:pic>
        <p:nvPicPr>
          <p:cNvPr id="5" name="图片 4"/>
          <p:cNvPicPr>
            <a:picLocks noChangeAspect="1"/>
          </p:cNvPicPr>
          <p:nvPr/>
        </p:nvPicPr>
        <p:blipFill>
          <a:blip r:embed="rId11"/>
          <a:stretch>
            <a:fillRect/>
          </a:stretch>
        </p:blipFill>
        <p:spPr>
          <a:xfrm>
            <a:off x="254000" y="1510030"/>
            <a:ext cx="6202680" cy="5120640"/>
          </a:xfrm>
          <a:prstGeom prst="rect">
            <a:avLst/>
          </a:prstGeom>
        </p:spPr>
      </p:pic>
      <p:cxnSp>
        <p:nvCxnSpPr>
          <p:cNvPr id="2" name="直接连接符 1"/>
          <p:cNvCxnSpPr/>
          <p:nvPr/>
        </p:nvCxnSpPr>
        <p:spPr>
          <a:xfrm flipV="1">
            <a:off x="8639175" y="5080000"/>
            <a:ext cx="301625" cy="7620"/>
          </a:xfrm>
          <a:prstGeom prst="line">
            <a:avLst/>
          </a:prstGeom>
          <a:ln w="31750" cap="rnd">
            <a:solidFill>
              <a:schemeClr val="accent6"/>
            </a:solidFill>
            <a:round/>
          </a:ln>
        </p:spPr>
        <p:style>
          <a:lnRef idx="0">
            <a:srgbClr val="FFFFFF"/>
          </a:lnRef>
          <a:fillRef idx="0">
            <a:srgbClr val="FFFFFF"/>
          </a:fillRef>
          <a:effectRef idx="0">
            <a:srgbClr val="FFFFFF"/>
          </a:effectRef>
          <a:fontRef idx="minor">
            <a:schemeClr val="tx1"/>
          </a:fontRef>
        </p:style>
      </p:cxnSp>
      <p:cxnSp>
        <p:nvCxnSpPr>
          <p:cNvPr id="3" name="直接连接符 2"/>
          <p:cNvCxnSpPr/>
          <p:nvPr/>
        </p:nvCxnSpPr>
        <p:spPr>
          <a:xfrm flipH="1">
            <a:off x="8504555" y="5095875"/>
            <a:ext cx="142875" cy="769620"/>
          </a:xfrm>
          <a:prstGeom prst="line">
            <a:avLst/>
          </a:prstGeom>
          <a:ln w="31750" cap="rnd">
            <a:solidFill>
              <a:schemeClr val="accent6"/>
            </a:solidFill>
            <a:round/>
          </a:ln>
        </p:spPr>
        <p:style>
          <a:lnRef idx="0">
            <a:srgbClr val="FFFFFF"/>
          </a:lnRef>
          <a:fillRef idx="0">
            <a:srgbClr val="FFFFFF"/>
          </a:fillRef>
          <a:effectRef idx="0">
            <a:srgbClr val="FFFFFF"/>
          </a:effectRef>
          <a:fontRef idx="minor">
            <a:schemeClr val="tx1"/>
          </a:fontRef>
        </p:style>
      </p:cxnSp>
      <p:cxnSp>
        <p:nvCxnSpPr>
          <p:cNvPr id="4" name="直接连接符 3"/>
          <p:cNvCxnSpPr/>
          <p:nvPr/>
        </p:nvCxnSpPr>
        <p:spPr>
          <a:xfrm>
            <a:off x="8733790" y="2452370"/>
            <a:ext cx="249555" cy="15875"/>
          </a:xfrm>
          <a:prstGeom prst="line">
            <a:avLst/>
          </a:prstGeom>
          <a:ln w="31750" cap="rnd">
            <a:solidFill>
              <a:schemeClr val="accent6"/>
            </a:solidFill>
            <a:round/>
          </a:ln>
        </p:spPr>
        <p:style>
          <a:lnRef idx="0">
            <a:srgbClr val="FFFFFF"/>
          </a:lnRef>
          <a:fillRef idx="0">
            <a:srgbClr val="FFFFFF"/>
          </a:fillRef>
          <a:effectRef idx="0">
            <a:srgbClr val="FFFFFF"/>
          </a:effectRef>
          <a:fontRef idx="minor">
            <a:schemeClr val="tx1"/>
          </a:fontRef>
        </p:style>
      </p:cxnSp>
      <p:cxnSp>
        <p:nvCxnSpPr>
          <p:cNvPr id="6" name="直接连接符 5"/>
          <p:cNvCxnSpPr/>
          <p:nvPr/>
        </p:nvCxnSpPr>
        <p:spPr>
          <a:xfrm flipH="1">
            <a:off x="8639175" y="2444750"/>
            <a:ext cx="119380" cy="134620"/>
          </a:xfrm>
          <a:prstGeom prst="line">
            <a:avLst/>
          </a:prstGeom>
          <a:ln w="31750" cap="rnd">
            <a:solidFill>
              <a:schemeClr val="accent6"/>
            </a:solidFill>
            <a:round/>
          </a:ln>
        </p:spPr>
        <p:style>
          <a:lnRef idx="0">
            <a:srgbClr val="FFFFFF"/>
          </a:lnRef>
          <a:fillRef idx="0">
            <a:srgbClr val="FFFFFF"/>
          </a:fillRef>
          <a:effectRef idx="0">
            <a:srgbClr val="FFFFFF"/>
          </a:effectRef>
          <a:fontRef idx="minor">
            <a:schemeClr val="tx1"/>
          </a:fontRef>
        </p:style>
      </p:cxn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sp>
        <p:nvSpPr>
          <p:cNvPr id="1048722" name="任意多边形 9"/>
          <p:cNvSpPr/>
          <p:nvPr>
            <p:custDataLst>
              <p:tags r:id="rId3"/>
            </p:custDataLst>
          </p:nvPr>
        </p:nvSpPr>
        <p:spPr bwMode="auto">
          <a:xfrm>
            <a:off x="417195" y="834033"/>
            <a:ext cx="1632423" cy="518679"/>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25"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计划</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726" name="燕尾形箭头 27"/>
          <p:cNvSpPr/>
          <p:nvPr>
            <p:custDataLst>
              <p:tags r:id="rId5"/>
            </p:custDataLst>
          </p:nvPr>
        </p:nvSpPr>
        <p:spPr bwMode="auto">
          <a:xfrm>
            <a:off x="2074545" y="833755"/>
            <a:ext cx="2449195" cy="51879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35" name="文本框 28"/>
          <p:cNvSpPr txBox="1"/>
          <p:nvPr>
            <p:custDataLst>
              <p:tags r:id="rId6"/>
            </p:custDataLst>
          </p:nvPr>
        </p:nvSpPr>
        <p:spPr>
          <a:xfrm>
            <a:off x="2239645" y="904875"/>
            <a:ext cx="2230755" cy="398780"/>
          </a:xfrm>
          <a:prstGeom prst="rect">
            <a:avLst/>
          </a:prstGeom>
          <a:noFill/>
        </p:spPr>
        <p:txBody>
          <a:bodyPr wrap="square"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现状调查</a:t>
            </a:r>
          </a:p>
        </p:txBody>
      </p: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sp>
        <p:nvSpPr>
          <p:cNvPr id="7" name="文本框 6"/>
          <p:cNvSpPr txBox="1"/>
          <p:nvPr/>
        </p:nvSpPr>
        <p:spPr>
          <a:xfrm>
            <a:off x="14367510" y="-592455"/>
            <a:ext cx="4064000" cy="368300"/>
          </a:xfrm>
          <a:prstGeom prst="rect">
            <a:avLst/>
          </a:prstGeom>
          <a:noFill/>
        </p:spPr>
        <p:txBody>
          <a:bodyPr wrap="square" rtlCol="0">
            <a:spAutoFit/>
          </a:bodyPr>
          <a:lstStyle/>
          <a:p>
            <a:endParaRPr lang="zh-CN" altLang="en-US"/>
          </a:p>
        </p:txBody>
      </p:sp>
      <p:sp>
        <p:nvSpPr>
          <p:cNvPr id="1048722" name="任意多边形 9"/>
          <p:cNvSpPr/>
          <p:nvPr>
            <p:custDataLst>
              <p:tags r:id="rId3"/>
            </p:custDataLst>
          </p:nvPr>
        </p:nvSpPr>
        <p:spPr bwMode="auto">
          <a:xfrm>
            <a:off x="417195" y="834033"/>
            <a:ext cx="1632423" cy="518679"/>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25"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计划</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726" name="燕尾形箭头 27"/>
          <p:cNvSpPr/>
          <p:nvPr>
            <p:custDataLst>
              <p:tags r:id="rId5"/>
            </p:custDataLst>
          </p:nvPr>
        </p:nvSpPr>
        <p:spPr bwMode="auto">
          <a:xfrm>
            <a:off x="2074545" y="833755"/>
            <a:ext cx="2449195" cy="51879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35" name="文本框 28"/>
          <p:cNvSpPr txBox="1"/>
          <p:nvPr>
            <p:custDataLst>
              <p:tags r:id="rId6"/>
            </p:custDataLst>
          </p:nvPr>
        </p:nvSpPr>
        <p:spPr>
          <a:xfrm>
            <a:off x="2239645" y="904875"/>
            <a:ext cx="2230755" cy="398780"/>
          </a:xfrm>
          <a:prstGeom prst="rect">
            <a:avLst/>
          </a:prstGeom>
          <a:noFill/>
        </p:spPr>
        <p:txBody>
          <a:bodyPr wrap="square"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设定目标</a:t>
            </a:r>
          </a:p>
        </p:txBody>
      </p:sp>
      <p:sp>
        <p:nvSpPr>
          <p:cNvPr id="3" name="AutoShape 5">
            <a:extLst>
              <a:ext uri="{FF2B5EF4-FFF2-40B4-BE49-F238E27FC236}">
                <a16:creationId xmlns:a16="http://schemas.microsoft.com/office/drawing/2014/main" id="{838F072A-20AD-ACBD-F30F-161393601967}"/>
              </a:ext>
            </a:extLst>
          </p:cNvPr>
          <p:cNvSpPr>
            <a:spLocks/>
          </p:cNvSpPr>
          <p:nvPr/>
        </p:nvSpPr>
        <p:spPr bwMode="auto">
          <a:xfrm rot="1140879" flipV="1">
            <a:off x="2109639" y="3116263"/>
            <a:ext cx="5287962" cy="779462"/>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0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2147483647 h 21600"/>
              <a:gd name="T26" fmla="*/ 0 w 21600"/>
              <a:gd name="T27" fmla="*/ 2147483647 h 21600"/>
              <a:gd name="T28" fmla="*/ 0 w 21600"/>
              <a:gd name="T29" fmla="*/ 2147483647 h 21600"/>
              <a:gd name="T30" fmla="*/ 2147483647 w 21600"/>
              <a:gd name="T31" fmla="*/ 2147483647 h 21600"/>
              <a:gd name="T32" fmla="*/ 2147483647 w 21600"/>
              <a:gd name="T33" fmla="*/ 2147483647 h 21600"/>
              <a:gd name="T34" fmla="*/ 0 w 21600"/>
              <a:gd name="T35" fmla="*/ 2147483647 h 2160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600"/>
              <a:gd name="T55" fmla="*/ 0 h 21600"/>
              <a:gd name="T56" fmla="*/ 21600 w 21600"/>
              <a:gd name="T57" fmla="*/ 21600 h 2160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0000"/>
          </a:solidFill>
          <a:ln w="9525" cap="flat" cmpd="sng">
            <a:solidFill>
              <a:schemeClr val="accent2"/>
            </a:solidFill>
            <a:prstDash val="solid"/>
            <a:miter lim="800000"/>
            <a:headEnd type="none" w="med" len="med"/>
            <a:tailEnd type="none" w="med" len="med"/>
          </a:ln>
        </p:spPr>
        <p:txBody>
          <a:bodyPr/>
          <a:lstStyle/>
          <a:p>
            <a:endParaRPr lang="zh-CN" altLang="en-US"/>
          </a:p>
        </p:txBody>
      </p:sp>
      <mc:AlternateContent xmlns:mc="http://schemas.openxmlformats.org/markup-compatibility/2006">
        <mc:Choice xmlns:a14="http://schemas.microsoft.com/office/drawing/2010/main" Requires="a14">
          <p:sp>
            <p:nvSpPr>
              <p:cNvPr id="6" name="Text Box 11">
                <a:extLst>
                  <a:ext uri="{FF2B5EF4-FFF2-40B4-BE49-F238E27FC236}">
                    <a16:creationId xmlns:a16="http://schemas.microsoft.com/office/drawing/2014/main" id="{2334FC4F-416A-DB61-F19D-1C9FF5A5815D}"/>
                  </a:ext>
                </a:extLst>
              </p:cNvPr>
              <p:cNvSpPr txBox="1">
                <a:spLocks noChangeArrowheads="1"/>
              </p:cNvSpPr>
              <p:nvPr/>
            </p:nvSpPr>
            <p:spPr bwMode="auto">
              <a:xfrm>
                <a:off x="828675" y="1838601"/>
                <a:ext cx="1800225" cy="7078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dirty="0">
                    <a:latin typeface="宋体" panose="02010600030101010101" pitchFamily="2" charset="-122"/>
                    <a:ea typeface="华文隶书" panose="02010800040101010101" pitchFamily="2" charset="-122"/>
                  </a:rPr>
                  <a:t>煤气消耗量</a:t>
                </a:r>
                <a:endParaRPr lang="en-US" altLang="zh-CN" sz="1600" b="1" dirty="0">
                  <a:latin typeface="宋体" panose="02010600030101010101" pitchFamily="2" charset="-122"/>
                  <a:ea typeface="华文隶书" panose="02010800040101010101" pitchFamily="2" charset="-122"/>
                </a:endParaRPr>
              </a:p>
              <a:p>
                <a:pPr algn="ctr" eaLnBrk="1" hangingPunct="1">
                  <a:spcBef>
                    <a:spcPct val="50000"/>
                  </a:spcBef>
                </a:pPr>
                <a:r>
                  <a:rPr lang="en-US" altLang="zh-CN" sz="1600" b="1" kern="0" spc="-100" dirty="0">
                    <a:latin typeface="宋体" panose="02010600030101010101" pitchFamily="2" charset="-122"/>
                    <a:ea typeface="华文隶书" panose="02010800040101010101" pitchFamily="2" charset="-122"/>
                  </a:rPr>
                  <a:t>48.5</a:t>
                </a:r>
                <a:r>
                  <a:rPr lang="en-US" altLang="zh-CN" sz="1600" b="1" spc="-100" dirty="0">
                    <a:ea typeface="华文隶书" panose="02010800040101010101" pitchFamily="2" charset="-122"/>
                  </a:rPr>
                  <a:t> </a:t>
                </a:r>
                <a14:m>
                  <m:oMath xmlns:m="http://schemas.openxmlformats.org/officeDocument/2006/math">
                    <m:sSup>
                      <m:sSupPr>
                        <m:ctrlPr>
                          <a:rPr lang="en-US" altLang="zh-CN" sz="1600" b="1" i="1" spc="-100" dirty="0" smtClean="0">
                            <a:latin typeface="Cambria Math" panose="02040503050406030204" pitchFamily="18" charset="0"/>
                            <a:ea typeface="华文隶书" panose="02010800040101010101" pitchFamily="2" charset="-122"/>
                          </a:rPr>
                        </m:ctrlPr>
                      </m:sSupPr>
                      <m:e>
                        <m:r>
                          <m:rPr>
                            <m:sty m:val="p"/>
                          </m:rPr>
                          <a:rPr lang="en-US" altLang="zh-CN" sz="1600" b="1" i="1" spc="-100" dirty="0" smtClean="0">
                            <a:latin typeface="Cambria Math" panose="02040503050406030204" pitchFamily="18" charset="0"/>
                            <a:ea typeface="华文隶书" panose="02010800040101010101" pitchFamily="2" charset="-122"/>
                          </a:rPr>
                          <m:t>m</m:t>
                        </m:r>
                      </m:e>
                      <m:sup>
                        <m:r>
                          <a:rPr lang="en-US" altLang="zh-CN" sz="1600" b="1" i="1" spc="-100" dirty="0" smtClean="0">
                            <a:latin typeface="Cambria Math" panose="02040503050406030204" pitchFamily="18" charset="0"/>
                            <a:ea typeface="华文隶书" panose="02010800040101010101" pitchFamily="2" charset="-122"/>
                          </a:rPr>
                          <m:t>3</m:t>
                        </m:r>
                      </m:sup>
                    </m:sSup>
                    <m:r>
                      <m:rPr>
                        <m:nor/>
                      </m:rPr>
                      <a:rPr lang="en-US" altLang="zh-CN" sz="1600" b="0" i="0" spc="-100" dirty="0" smtClean="0">
                        <a:latin typeface="宋体" panose="02010600030101010101" pitchFamily="2" charset="-122"/>
                        <a:ea typeface="华文隶书" panose="02010800040101010101" pitchFamily="2" charset="-122"/>
                      </a:rPr>
                      <m:t>/</m:t>
                    </m:r>
                    <m:r>
                      <m:rPr>
                        <m:nor/>
                      </m:rPr>
                      <a:rPr lang="en-US" altLang="zh-CN" sz="1600" b="0" i="0" spc="-100" dirty="0" smtClean="0">
                        <a:latin typeface="宋体" panose="02010600030101010101" pitchFamily="2" charset="-122"/>
                        <a:ea typeface="华文隶书" panose="02010800040101010101" pitchFamily="2" charset="-122"/>
                      </a:rPr>
                      <m:t>t</m:t>
                    </m:r>
                  </m:oMath>
                </a14:m>
                <a:endParaRPr lang="zh-CN" altLang="en-US" sz="1600" b="1" spc="-100" dirty="0">
                  <a:latin typeface="宋体" panose="02010600030101010101" pitchFamily="2" charset="-122"/>
                  <a:ea typeface="华文隶书" panose="02010800040101010101" pitchFamily="2" charset="-122"/>
                </a:endParaRPr>
              </a:p>
            </p:txBody>
          </p:sp>
        </mc:Choice>
        <mc:Fallback>
          <p:sp>
            <p:nvSpPr>
              <p:cNvPr id="6" name="Text Box 11">
                <a:extLst>
                  <a:ext uri="{FF2B5EF4-FFF2-40B4-BE49-F238E27FC236}">
                    <a16:creationId xmlns:a16="http://schemas.microsoft.com/office/drawing/2014/main" id="{2334FC4F-416A-DB61-F19D-1C9FF5A5815D}"/>
                  </a:ext>
                </a:extLst>
              </p:cNvPr>
              <p:cNvSpPr txBox="1">
                <a:spLocks noRot="1" noChangeAspect="1" noMove="1" noResize="1" noEditPoints="1" noAdjustHandles="1" noChangeArrowheads="1" noChangeShapeType="1" noTextEdit="1"/>
              </p:cNvSpPr>
              <p:nvPr/>
            </p:nvSpPr>
            <p:spPr bwMode="auto">
              <a:xfrm>
                <a:off x="828675" y="1838601"/>
                <a:ext cx="1800225" cy="707886"/>
              </a:xfrm>
              <a:prstGeom prst="rect">
                <a:avLst/>
              </a:prstGeom>
              <a:blipFill>
                <a:blip r:embed="rId9"/>
                <a:stretch>
                  <a:fillRect t="-862" b="-948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 Box 18">
                <a:extLst>
                  <a:ext uri="{FF2B5EF4-FFF2-40B4-BE49-F238E27FC236}">
                    <a16:creationId xmlns:a16="http://schemas.microsoft.com/office/drawing/2014/main" id="{38957035-7B2A-0E46-25D7-327DA97BB7F2}"/>
                  </a:ext>
                </a:extLst>
              </p:cNvPr>
              <p:cNvSpPr txBox="1">
                <a:spLocks noChangeArrowheads="1"/>
              </p:cNvSpPr>
              <p:nvPr/>
            </p:nvSpPr>
            <p:spPr bwMode="auto">
              <a:xfrm>
                <a:off x="6908800" y="4566826"/>
                <a:ext cx="1800225" cy="5847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dirty="0">
                    <a:latin typeface="宋体" panose="02010600030101010101" pitchFamily="2" charset="-122"/>
                    <a:ea typeface="华文隶书" panose="02010800040101010101" pitchFamily="2" charset="-122"/>
                  </a:rPr>
                  <a:t>目标值</a:t>
                </a:r>
                <a:endParaRPr lang="en-US" altLang="zh-CN" sz="1600" b="1" dirty="0">
                  <a:latin typeface="宋体" panose="02010600030101010101" pitchFamily="2" charset="-122"/>
                  <a:ea typeface="华文隶书" panose="02010800040101010101" pitchFamily="2" charset="-122"/>
                </a:endParaRPr>
              </a:p>
              <a:p>
                <a:pPr algn="ctr" eaLnBrk="1" hangingPunct="1">
                  <a:spcBef>
                    <a:spcPct val="50000"/>
                  </a:spcBef>
                </a:pPr>
                <a14:m>
                  <m:oMathPara xmlns:m="http://schemas.openxmlformats.org/officeDocument/2006/math">
                    <m:oMathParaPr>
                      <m:jc m:val="centerGroup"/>
                    </m:oMathParaPr>
                    <m:oMath xmlns:m="http://schemas.openxmlformats.org/officeDocument/2006/math">
                      <m:r>
                        <m:rPr>
                          <m:nor/>
                        </m:rPr>
                        <a:rPr lang="en-US" altLang="zh-CN" sz="1600" b="0" i="0" dirty="0" smtClean="0">
                          <a:latin typeface="宋体" panose="02010600030101010101" pitchFamily="2" charset="-122"/>
                          <a:ea typeface="华文隶书" panose="02010800040101010101" pitchFamily="2" charset="-122"/>
                        </a:rPr>
                        <m:t>42.0</m:t>
                      </m:r>
                      <m:sSup>
                        <m:sSupPr>
                          <m:ctrlPr>
                            <a:rPr lang="en-US" altLang="zh-CN" sz="1600" b="0" i="1" dirty="0" smtClean="0">
                              <a:latin typeface="Cambria Math" panose="02040503050406030204" pitchFamily="18" charset="0"/>
                              <a:ea typeface="华文隶书" panose="02010800040101010101" pitchFamily="2" charset="-122"/>
                            </a:rPr>
                          </m:ctrlPr>
                        </m:sSupPr>
                        <m:e>
                          <m:r>
                            <m:rPr>
                              <m:sty m:val="p"/>
                            </m:rPr>
                            <a:rPr lang="en-US" altLang="zh-CN" sz="1600" b="1" i="1" dirty="0" smtClean="0">
                              <a:latin typeface="Cambria Math" panose="02040503050406030204" pitchFamily="18" charset="0"/>
                              <a:ea typeface="华文隶书" panose="02010800040101010101" pitchFamily="2" charset="-122"/>
                            </a:rPr>
                            <m:t>m</m:t>
                          </m:r>
                        </m:e>
                        <m:sup>
                          <m:r>
                            <a:rPr lang="en-US" altLang="zh-CN" sz="1600" b="1" i="1" dirty="0" smtClean="0">
                              <a:latin typeface="Cambria Math" panose="02040503050406030204" pitchFamily="18" charset="0"/>
                              <a:ea typeface="华文隶书" panose="02010800040101010101" pitchFamily="2" charset="-122"/>
                            </a:rPr>
                            <m:t>3</m:t>
                          </m:r>
                        </m:sup>
                      </m:sSup>
                      <m:r>
                        <m:rPr>
                          <m:nor/>
                        </m:rPr>
                        <a:rPr lang="en-US" altLang="zh-CN" sz="1600" b="0" i="0" dirty="0" smtClean="0">
                          <a:latin typeface="宋体" panose="02010600030101010101" pitchFamily="2" charset="-122"/>
                          <a:ea typeface="华文隶书" panose="02010800040101010101" pitchFamily="2" charset="-122"/>
                        </a:rPr>
                        <m:t>/</m:t>
                      </m:r>
                      <m:r>
                        <m:rPr>
                          <m:nor/>
                        </m:rPr>
                        <a:rPr lang="en-US" altLang="zh-CN" sz="1600" b="0" i="0" dirty="0" smtClean="0">
                          <a:latin typeface="宋体" panose="02010600030101010101" pitchFamily="2" charset="-122"/>
                          <a:ea typeface="华文隶书" panose="02010800040101010101" pitchFamily="2" charset="-122"/>
                        </a:rPr>
                        <m:t>t</m:t>
                      </m:r>
                    </m:oMath>
                  </m:oMathPara>
                </a14:m>
                <a:endParaRPr lang="zh-CN" altLang="en-US" sz="1600" b="1" dirty="0">
                  <a:ea typeface="华文隶书" panose="02010800040101010101" pitchFamily="2" charset="-122"/>
                </a:endParaRPr>
              </a:p>
            </p:txBody>
          </p:sp>
        </mc:Choice>
        <mc:Fallback>
          <p:sp>
            <p:nvSpPr>
              <p:cNvPr id="10" name="Text Box 18">
                <a:extLst>
                  <a:ext uri="{FF2B5EF4-FFF2-40B4-BE49-F238E27FC236}">
                    <a16:creationId xmlns:a16="http://schemas.microsoft.com/office/drawing/2014/main" id="{38957035-7B2A-0E46-25D7-327DA97BB7F2}"/>
                  </a:ext>
                </a:extLst>
              </p:cNvPr>
              <p:cNvSpPr txBox="1">
                <a:spLocks noRot="1" noChangeAspect="1" noMove="1" noResize="1" noEditPoints="1" noAdjustHandles="1" noChangeArrowheads="1" noChangeShapeType="1" noTextEdit="1"/>
              </p:cNvSpPr>
              <p:nvPr/>
            </p:nvSpPr>
            <p:spPr bwMode="auto">
              <a:xfrm>
                <a:off x="6908800" y="4566826"/>
                <a:ext cx="1800225" cy="584775"/>
              </a:xfrm>
              <a:prstGeom prst="rect">
                <a:avLst/>
              </a:prstGeom>
              <a:blipFill>
                <a:blip r:embed="rId10"/>
                <a:stretch>
                  <a:fillRect t="-10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sp>
        <p:nvSpPr>
          <p:cNvPr id="1048775" name="矩形 17"/>
          <p:cNvSpPr/>
          <p:nvPr>
            <p:custDataLst>
              <p:tags r:id="rId3"/>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pic>
        <p:nvPicPr>
          <p:cNvPr id="4" name="图片 3"/>
          <p:cNvPicPr/>
          <p:nvPr/>
        </p:nvPicPr>
        <p:blipFill>
          <a:blip r:embed="rId11" cstate="print">
            <a:extLst>
              <a:ext uri="{28A0092B-C50C-407E-A947-70E740481C1C}">
                <a14:useLocalDpi xmlns:a14="http://schemas.microsoft.com/office/drawing/2010/main" val="0"/>
              </a:ext>
            </a:extLst>
          </a:blip>
          <a:srcRect t="5569" b="5569"/>
          <a:stretch/>
        </p:blipFill>
        <p:spPr>
          <a:xfrm>
            <a:off x="8549005" y="4256405"/>
            <a:ext cx="3240000" cy="2160000"/>
          </a:xfrm>
          <a:prstGeom prst="roundRect">
            <a:avLst/>
          </a:prstGeom>
          <a:ln w="38100" cmpd="sng">
            <a:solidFill>
              <a:srgbClr val="FF0000"/>
            </a:solidFill>
            <a:prstDash val="lgDash"/>
          </a:ln>
        </p:spPr>
      </p:pic>
      <p:pic>
        <p:nvPicPr>
          <p:cNvPr id="7" name="图片 6"/>
          <p:cNvPicPr/>
          <p:nvPr>
            <p:custDataLst>
              <p:tags r:id="rId4"/>
            </p:custDataLst>
          </p:nvPr>
        </p:nvPicPr>
        <p:blipFill>
          <a:blip r:embed="rId12" cstate="print">
            <a:extLst>
              <a:ext uri="{28A0092B-C50C-407E-A947-70E740481C1C}">
                <a14:useLocalDpi xmlns:a14="http://schemas.microsoft.com/office/drawing/2010/main" val="0"/>
              </a:ext>
            </a:extLst>
          </a:blip>
          <a:srcRect t="5538" b="5538"/>
          <a:stretch/>
        </p:blipFill>
        <p:spPr>
          <a:xfrm>
            <a:off x="525145" y="4256405"/>
            <a:ext cx="3240000" cy="2160000"/>
          </a:xfrm>
          <a:prstGeom prst="roundRect">
            <a:avLst/>
          </a:prstGeom>
          <a:ln w="38100" cmpd="sng">
            <a:solidFill>
              <a:srgbClr val="FF0000"/>
            </a:solidFill>
            <a:prstDash val="lgDash"/>
          </a:ln>
        </p:spPr>
      </p:pic>
      <p:pic>
        <p:nvPicPr>
          <p:cNvPr id="9" name="图片 8"/>
          <p:cNvPicPr/>
          <p:nvPr/>
        </p:nvPicPr>
        <p:blipFill>
          <a:blip r:embed="rId13" cstate="print">
            <a:extLst>
              <a:ext uri="{28A0092B-C50C-407E-A947-70E740481C1C}">
                <a14:useLocalDpi xmlns:a14="http://schemas.microsoft.com/office/drawing/2010/main" val="0"/>
              </a:ext>
            </a:extLst>
          </a:blip>
          <a:srcRect t="5569" b="5569"/>
          <a:stretch/>
        </p:blipFill>
        <p:spPr>
          <a:xfrm>
            <a:off x="4476115" y="4256405"/>
            <a:ext cx="3240000" cy="2160000"/>
          </a:xfrm>
          <a:prstGeom prst="roundRect">
            <a:avLst/>
          </a:prstGeom>
          <a:ln w="38100" cmpd="sng">
            <a:solidFill>
              <a:srgbClr val="FF0000"/>
            </a:solidFill>
            <a:prstDash val="lgDash"/>
          </a:ln>
        </p:spPr>
      </p:pic>
      <p:pic>
        <p:nvPicPr>
          <p:cNvPr id="11" name="图片 10"/>
          <p:cNvPicPr/>
          <p:nvPr/>
        </p:nvPicPr>
        <p:blipFill>
          <a:blip r:embed="rId14" cstate="print">
            <a:extLst>
              <a:ext uri="{28A0092B-C50C-407E-A947-70E740481C1C}">
                <a14:useLocalDpi xmlns:a14="http://schemas.microsoft.com/office/drawing/2010/main" val="0"/>
              </a:ext>
            </a:extLst>
          </a:blip>
          <a:srcRect t="5538" b="5538"/>
          <a:stretch/>
        </p:blipFill>
        <p:spPr>
          <a:xfrm>
            <a:off x="8450580" y="1652905"/>
            <a:ext cx="3240000" cy="2160000"/>
          </a:xfrm>
          <a:prstGeom prst="roundRect">
            <a:avLst/>
          </a:prstGeom>
          <a:ln w="38100" cmpd="sng">
            <a:solidFill>
              <a:srgbClr val="FF0000"/>
            </a:solidFill>
            <a:prstDash val="lgDash"/>
          </a:ln>
        </p:spPr>
      </p:pic>
      <p:pic>
        <p:nvPicPr>
          <p:cNvPr id="12" name="图片 11"/>
          <p:cNvPicPr/>
          <p:nvPr/>
        </p:nvPicPr>
        <p:blipFill>
          <a:blip r:embed="rId15" cstate="print">
            <a:extLst>
              <a:ext uri="{28A0092B-C50C-407E-A947-70E740481C1C}">
                <a14:useLocalDpi xmlns:a14="http://schemas.microsoft.com/office/drawing/2010/main" val="0"/>
              </a:ext>
            </a:extLst>
          </a:blip>
          <a:srcRect t="5569" b="5569"/>
          <a:stretch/>
        </p:blipFill>
        <p:spPr>
          <a:xfrm>
            <a:off x="4487545" y="1657985"/>
            <a:ext cx="3240000" cy="2160000"/>
          </a:xfrm>
          <a:prstGeom prst="roundRect">
            <a:avLst/>
          </a:prstGeom>
          <a:ln w="38100" cmpd="sng">
            <a:solidFill>
              <a:srgbClr val="FF0000"/>
            </a:solidFill>
            <a:prstDash val="lgDash"/>
          </a:ln>
        </p:spPr>
      </p:pic>
      <p:pic>
        <p:nvPicPr>
          <p:cNvPr id="13" name="图片 12"/>
          <p:cNvPicPr/>
          <p:nvPr/>
        </p:nvPicPr>
        <p:blipFill>
          <a:blip r:embed="rId16" cstate="print">
            <a:extLst>
              <a:ext uri="{28A0092B-C50C-407E-A947-70E740481C1C}">
                <a14:useLocalDpi xmlns:a14="http://schemas.microsoft.com/office/drawing/2010/main" val="0"/>
              </a:ext>
            </a:extLst>
          </a:blip>
          <a:srcRect t="5569" b="5569"/>
          <a:stretch/>
        </p:blipFill>
        <p:spPr>
          <a:xfrm>
            <a:off x="525145" y="1696085"/>
            <a:ext cx="3240000" cy="2160000"/>
          </a:xfrm>
          <a:prstGeom prst="roundRect">
            <a:avLst/>
          </a:prstGeom>
          <a:ln w="38100" cmpd="sng">
            <a:solidFill>
              <a:srgbClr val="FF0000"/>
            </a:solidFill>
            <a:prstDash val="lgDash"/>
          </a:ln>
        </p:spPr>
      </p:pic>
      <p:sp>
        <p:nvSpPr>
          <p:cNvPr id="1048824" name="任意多边形 9"/>
          <p:cNvSpPr/>
          <p:nvPr>
            <p:custDataLst>
              <p:tags r:id="rId5"/>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27" name="文本框 3"/>
          <p:cNvSpPr txBox="1"/>
          <p:nvPr>
            <p:custDataLst>
              <p:tags r:id="rId6"/>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实施</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828" name="燕尾形箭头 27"/>
          <p:cNvSpPr/>
          <p:nvPr>
            <p:custDataLst>
              <p:tags r:id="rId7"/>
            </p:custDataLst>
          </p:nvPr>
        </p:nvSpPr>
        <p:spPr bwMode="auto">
          <a:xfrm>
            <a:off x="2053273" y="840740"/>
            <a:ext cx="1611313" cy="511972"/>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37" name="文本框 28"/>
          <p:cNvSpPr txBox="1"/>
          <p:nvPr>
            <p:custDataLst>
              <p:tags r:id="rId8"/>
            </p:custDataLst>
          </p:nvPr>
        </p:nvSpPr>
        <p:spPr>
          <a:xfrm>
            <a:off x="2239645" y="904875"/>
            <a:ext cx="1285875" cy="41275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现场调研</a:t>
            </a:r>
          </a:p>
        </p:txBody>
      </p:sp>
    </p:spTree>
    <p:custDataLst>
      <p:tags r:id="rId1"/>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sp>
        <p:nvSpPr>
          <p:cNvPr id="1048775" name="矩形 17"/>
          <p:cNvSpPr/>
          <p:nvPr>
            <p:custDataLst>
              <p:tags r:id="rId3"/>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824" name="任意多边形 9"/>
          <p:cNvSpPr/>
          <p:nvPr>
            <p:custDataLst>
              <p:tags r:id="rId4"/>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27" name="文本框 3"/>
          <p:cNvSpPr txBox="1"/>
          <p:nvPr>
            <p:custDataLst>
              <p:tags r:id="rId5"/>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计划阶段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828" name="燕尾形箭头 27"/>
          <p:cNvSpPr/>
          <p:nvPr>
            <p:custDataLst>
              <p:tags r:id="rId6"/>
            </p:custDataLst>
          </p:nvPr>
        </p:nvSpPr>
        <p:spPr bwMode="auto">
          <a:xfrm>
            <a:off x="2053273" y="840740"/>
            <a:ext cx="1611313" cy="511972"/>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37" name="文本框 28"/>
          <p:cNvSpPr txBox="1"/>
          <p:nvPr>
            <p:custDataLst>
              <p:tags r:id="rId7"/>
            </p:custDataLst>
          </p:nvPr>
        </p:nvSpPr>
        <p:spPr>
          <a:xfrm>
            <a:off x="2239645" y="904875"/>
            <a:ext cx="1285875" cy="41275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sym typeface="+mn-ea"/>
              </a:rPr>
              <a:t>分析原因</a:t>
            </a:r>
            <a:endPar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grpSp>
        <p:nvGrpSpPr>
          <p:cNvPr id="26" name="组合 25">
            <a:extLst>
              <a:ext uri="{FF2B5EF4-FFF2-40B4-BE49-F238E27FC236}">
                <a16:creationId xmlns:a16="http://schemas.microsoft.com/office/drawing/2014/main" id="{5308D80D-C911-04D3-3233-CDDF4BACC766}"/>
              </a:ext>
            </a:extLst>
          </p:cNvPr>
          <p:cNvGrpSpPr/>
          <p:nvPr/>
        </p:nvGrpSpPr>
        <p:grpSpPr>
          <a:xfrm>
            <a:off x="914629" y="1697296"/>
            <a:ext cx="9770430" cy="2233382"/>
            <a:chOff x="894751" y="3407870"/>
            <a:chExt cx="9770430" cy="2233382"/>
          </a:xfrm>
        </p:grpSpPr>
        <p:grpSp>
          <p:nvGrpSpPr>
            <p:cNvPr id="32" name="组合 31">
              <a:extLst>
                <a:ext uri="{FF2B5EF4-FFF2-40B4-BE49-F238E27FC236}">
                  <a16:creationId xmlns:a16="http://schemas.microsoft.com/office/drawing/2014/main" id="{CDE6D402-94CC-2236-2AE6-05EAC1724AEC}"/>
                </a:ext>
              </a:extLst>
            </p:cNvPr>
            <p:cNvGrpSpPr/>
            <p:nvPr/>
          </p:nvGrpSpPr>
          <p:grpSpPr>
            <a:xfrm>
              <a:off x="894751" y="3407870"/>
              <a:ext cx="3124200" cy="2233382"/>
              <a:chOff x="894751" y="3407870"/>
              <a:chExt cx="3124200" cy="2233382"/>
            </a:xfrm>
          </p:grpSpPr>
          <p:sp>
            <p:nvSpPr>
              <p:cNvPr id="1048772" name="圆角矩形 11">
                <a:extLst>
                  <a:ext uri="{FF2B5EF4-FFF2-40B4-BE49-F238E27FC236}">
                    <a16:creationId xmlns:a16="http://schemas.microsoft.com/office/drawing/2014/main" id="{C7FE672C-02A8-ADCE-7376-B00B69D3E734}"/>
                  </a:ext>
                </a:extLst>
              </p:cNvPr>
              <p:cNvSpPr/>
              <p:nvPr/>
            </p:nvSpPr>
            <p:spPr>
              <a:xfrm>
                <a:off x="894751" y="4187567"/>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1048774" name="文本框 1048773">
                <a:extLst>
                  <a:ext uri="{FF2B5EF4-FFF2-40B4-BE49-F238E27FC236}">
                    <a16:creationId xmlns:a16="http://schemas.microsoft.com/office/drawing/2014/main" id="{F25F223D-9270-CB89-AD4D-E186493E2E4C}"/>
                  </a:ext>
                </a:extLst>
              </p:cNvPr>
              <p:cNvSpPr txBox="1"/>
              <p:nvPr/>
            </p:nvSpPr>
            <p:spPr>
              <a:xfrm>
                <a:off x="1014430" y="4681630"/>
                <a:ext cx="2921028" cy="959622"/>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缺乏自动化模型，操作员完全凭经验手动调节且调整滞后；因抱有“宁过烧、不欠烧”的保守心理，盲目开大助燃风，导致炉内严重过氧化。</a:t>
                </a:r>
              </a:p>
            </p:txBody>
          </p:sp>
          <p:grpSp>
            <p:nvGrpSpPr>
              <p:cNvPr id="1048776" name="组合 1048775">
                <a:extLst>
                  <a:ext uri="{FF2B5EF4-FFF2-40B4-BE49-F238E27FC236}">
                    <a16:creationId xmlns:a16="http://schemas.microsoft.com/office/drawing/2014/main" id="{3D02E7F8-65BD-7C68-772E-6ED3936A9071}"/>
                  </a:ext>
                </a:extLst>
              </p:cNvPr>
              <p:cNvGrpSpPr/>
              <p:nvPr/>
            </p:nvGrpSpPr>
            <p:grpSpPr>
              <a:xfrm>
                <a:off x="1014427" y="3407870"/>
                <a:ext cx="500759" cy="500756"/>
                <a:chOff x="5472389" y="2794007"/>
                <a:chExt cx="444222" cy="444220"/>
              </a:xfrm>
            </p:grpSpPr>
            <p:sp>
              <p:nvSpPr>
                <p:cNvPr id="1048777" name="圆角矩形 18">
                  <a:extLst>
                    <a:ext uri="{FF2B5EF4-FFF2-40B4-BE49-F238E27FC236}">
                      <a16:creationId xmlns:a16="http://schemas.microsoft.com/office/drawing/2014/main" id="{0E6B6E89-40F6-1EBB-A6E4-DC60F566BCB1}"/>
                    </a:ext>
                  </a:extLst>
                </p:cNvPr>
                <p:cNvSpPr/>
                <p:nvPr/>
              </p:nvSpPr>
              <p:spPr>
                <a:xfrm>
                  <a:off x="5472389" y="2794007"/>
                  <a:ext cx="444222" cy="444220"/>
                </a:xfrm>
                <a:prstGeom prst="roundRect">
                  <a:avLst/>
                </a:prstGeom>
                <a:solidFill>
                  <a:schemeClr val="accent3"/>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048778" name="任意多边形 19">
                  <a:extLst>
                    <a:ext uri="{FF2B5EF4-FFF2-40B4-BE49-F238E27FC236}">
                      <a16:creationId xmlns:a16="http://schemas.microsoft.com/office/drawing/2014/main" id="{C8E0EB75-C6A4-975F-8383-83E4D0293900}"/>
                    </a:ext>
                  </a:extLst>
                </p:cNvPr>
                <p:cNvSpPr/>
                <p:nvPr/>
              </p:nvSpPr>
              <p:spPr bwMode="auto">
                <a:xfrm>
                  <a:off x="5591719" y="2922514"/>
                  <a:ext cx="205561" cy="187207"/>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57821 h 485775"/>
                    <a:gd name="connsiteX10" fmla="*/ 506329 w 533400"/>
                    <a:gd name="connsiteY10" fmla="*/ 486396 h 485775"/>
                    <a:gd name="connsiteX11" fmla="*/ 30079 w 533400"/>
                    <a:gd name="connsiteY11" fmla="*/ 486396 h 485775"/>
                    <a:gd name="connsiteX12" fmla="*/ 1504 w 533400"/>
                    <a:gd name="connsiteY12" fmla="*/ 457821 h 485775"/>
                    <a:gd name="connsiteX13" fmla="*/ 1504 w 533400"/>
                    <a:gd name="connsiteY13" fmla="*/ 229221 h 485775"/>
                    <a:gd name="connsiteX14" fmla="*/ 125329 w 533400"/>
                    <a:gd name="connsiteY14" fmla="*/ 229221 h 485775"/>
                    <a:gd name="connsiteX15" fmla="*/ 372979 w 533400"/>
                    <a:gd name="connsiteY15" fmla="*/ 621 h 485775"/>
                    <a:gd name="connsiteX16" fmla="*/ 411079 w 533400"/>
                    <a:gd name="connsiteY16" fmla="*/ 36816 h 485775"/>
                    <a:gd name="connsiteX17" fmla="*/ 411079 w 533400"/>
                    <a:gd name="connsiteY17" fmla="*/ 38721 h 485775"/>
                    <a:gd name="connsiteX18" fmla="*/ 411079 w 533400"/>
                    <a:gd name="connsiteY18" fmla="*/ 114921 h 485775"/>
                    <a:gd name="connsiteX19" fmla="*/ 506329 w 533400"/>
                    <a:gd name="connsiteY19" fmla="*/ 114921 h 485775"/>
                    <a:gd name="connsiteX20" fmla="*/ 534904 w 533400"/>
                    <a:gd name="connsiteY20" fmla="*/ 143496 h 485775"/>
                    <a:gd name="connsiteX21" fmla="*/ 534904 w 533400"/>
                    <a:gd name="connsiteY21" fmla="*/ 210171 h 485775"/>
                    <a:gd name="connsiteX22" fmla="*/ 1504 w 533400"/>
                    <a:gd name="connsiteY22" fmla="*/ 210171 h 485775"/>
                    <a:gd name="connsiteX23" fmla="*/ 1504 w 533400"/>
                    <a:gd name="connsiteY23" fmla="*/ 143496 h 485775"/>
                    <a:gd name="connsiteX24" fmla="*/ 30079 w 533400"/>
                    <a:gd name="connsiteY24" fmla="*/ 114921 h 485775"/>
                    <a:gd name="connsiteX25" fmla="*/ 125329 w 533400"/>
                    <a:gd name="connsiteY25" fmla="*/ 114921 h 485775"/>
                    <a:gd name="connsiteX26" fmla="*/ 125329 w 533400"/>
                    <a:gd name="connsiteY26" fmla="*/ 38721 h 485775"/>
                    <a:gd name="connsiteX27" fmla="*/ 161524 w 533400"/>
                    <a:gd name="connsiteY27" fmla="*/ 621 h 485775"/>
                    <a:gd name="connsiteX28" fmla="*/ 163429 w 533400"/>
                    <a:gd name="connsiteY28" fmla="*/ 621 h 485775"/>
                    <a:gd name="connsiteX29" fmla="*/ 372979 w 533400"/>
                    <a:gd name="connsiteY29" fmla="*/ 621 h 485775"/>
                    <a:gd name="connsiteX30" fmla="*/ 372979 w 533400"/>
                    <a:gd name="connsiteY30" fmla="*/ 19671 h 485775"/>
                    <a:gd name="connsiteX31" fmla="*/ 163429 w 533400"/>
                    <a:gd name="connsiteY31" fmla="*/ 19671 h 485775"/>
                    <a:gd name="connsiteX32" fmla="*/ 144474 w 533400"/>
                    <a:gd name="connsiteY32" fmla="*/ 37292 h 485775"/>
                    <a:gd name="connsiteX33" fmla="*/ 144379 w 533400"/>
                    <a:gd name="connsiteY33" fmla="*/ 38721 h 485775"/>
                    <a:gd name="connsiteX34" fmla="*/ 144379 w 533400"/>
                    <a:gd name="connsiteY34" fmla="*/ 114921 h 485775"/>
                    <a:gd name="connsiteX35" fmla="*/ 392029 w 533400"/>
                    <a:gd name="connsiteY35" fmla="*/ 114921 h 485775"/>
                    <a:gd name="connsiteX36" fmla="*/ 392029 w 533400"/>
                    <a:gd name="connsiteY36" fmla="*/ 38721 h 485775"/>
                    <a:gd name="connsiteX37" fmla="*/ 375836 w 533400"/>
                    <a:gd name="connsiteY37" fmla="*/ 19862 h 485775"/>
                    <a:gd name="connsiteX38" fmla="*/ 374408 w 533400"/>
                    <a:gd name="connsiteY38" fmla="*/ 19671 h 485775"/>
                    <a:gd name="connsiteX39" fmla="*/ 372979 w 533400"/>
                    <a:gd name="connsiteY39"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nvGrpSpPr>
            <p:cNvPr id="37" name="组合 36">
              <a:extLst>
                <a:ext uri="{FF2B5EF4-FFF2-40B4-BE49-F238E27FC236}">
                  <a16:creationId xmlns:a16="http://schemas.microsoft.com/office/drawing/2014/main" id="{8FE5A3B1-A2CB-4408-911C-A4C310425380}"/>
                </a:ext>
              </a:extLst>
            </p:cNvPr>
            <p:cNvGrpSpPr/>
            <p:nvPr/>
          </p:nvGrpSpPr>
          <p:grpSpPr>
            <a:xfrm>
              <a:off x="4217866" y="3407870"/>
              <a:ext cx="3124200" cy="2233382"/>
              <a:chOff x="4830530" y="3407870"/>
              <a:chExt cx="3124200" cy="2233382"/>
            </a:xfrm>
          </p:grpSpPr>
          <p:sp>
            <p:nvSpPr>
              <p:cNvPr id="62" name="圆角矩形 14">
                <a:extLst>
                  <a:ext uri="{FF2B5EF4-FFF2-40B4-BE49-F238E27FC236}">
                    <a16:creationId xmlns:a16="http://schemas.microsoft.com/office/drawing/2014/main" id="{3423C857-BF5A-9D42-55C5-01EEA73BF1A7}"/>
                  </a:ext>
                </a:extLst>
              </p:cNvPr>
              <p:cNvSpPr/>
              <p:nvPr/>
            </p:nvSpPr>
            <p:spPr>
              <a:xfrm>
                <a:off x="4830530" y="4187567"/>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1048768" name="文本框 1048767">
                <a:extLst>
                  <a:ext uri="{FF2B5EF4-FFF2-40B4-BE49-F238E27FC236}">
                    <a16:creationId xmlns:a16="http://schemas.microsoft.com/office/drawing/2014/main" id="{65D0E38C-56DF-D603-41E8-2E312B9A3F36}"/>
                  </a:ext>
                </a:extLst>
              </p:cNvPr>
              <p:cNvSpPr txBox="1"/>
              <p:nvPr/>
            </p:nvSpPr>
            <p:spPr>
              <a:xfrm>
                <a:off x="4950209" y="4681630"/>
                <a:ext cx="2921028" cy="959622"/>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阀门磨损存在死区，实际开度与指令不符；且旧 </a:t>
                </a:r>
                <a:r>
                  <a:rPr lang="en-US" altLang="zh-CN" sz="1200" dirty="0">
                    <a:solidFill>
                      <a:schemeClr val="bg2">
                        <a:lumMod val="10000"/>
                      </a:schemeClr>
                    </a:solidFill>
                  </a:rPr>
                  <a:t>PLC </a:t>
                </a:r>
                <a:r>
                  <a:rPr lang="zh-CN" altLang="en-US" sz="1200" dirty="0">
                    <a:solidFill>
                      <a:schemeClr val="bg2">
                        <a:lumMod val="10000"/>
                      </a:schemeClr>
                    </a:solidFill>
                  </a:rPr>
                  <a:t>架构老化，仅有基础 </a:t>
                </a:r>
                <a:r>
                  <a:rPr lang="en-US" altLang="zh-CN" sz="1200" dirty="0">
                    <a:solidFill>
                      <a:schemeClr val="bg2">
                        <a:lumMod val="10000"/>
                      </a:schemeClr>
                    </a:solidFill>
                  </a:rPr>
                  <a:t>PID </a:t>
                </a:r>
                <a:r>
                  <a:rPr lang="zh-CN" altLang="en-US" sz="1200" dirty="0">
                    <a:solidFill>
                      <a:schemeClr val="bg2">
                        <a:lumMod val="10000"/>
                      </a:schemeClr>
                    </a:solidFill>
                  </a:rPr>
                  <a:t>控制，无法处理温、压、流的复杂耦合关系。</a:t>
                </a:r>
              </a:p>
            </p:txBody>
          </p:sp>
          <p:grpSp>
            <p:nvGrpSpPr>
              <p:cNvPr id="1048769" name="组合 1048768">
                <a:extLst>
                  <a:ext uri="{FF2B5EF4-FFF2-40B4-BE49-F238E27FC236}">
                    <a16:creationId xmlns:a16="http://schemas.microsoft.com/office/drawing/2014/main" id="{0EC60466-F212-E133-314A-7098D7D3FF5D}"/>
                  </a:ext>
                </a:extLst>
              </p:cNvPr>
              <p:cNvGrpSpPr/>
              <p:nvPr/>
            </p:nvGrpSpPr>
            <p:grpSpPr>
              <a:xfrm>
                <a:off x="4966855" y="3407870"/>
                <a:ext cx="500759" cy="500756"/>
                <a:chOff x="7881396" y="2794007"/>
                <a:chExt cx="444222" cy="444220"/>
              </a:xfrm>
            </p:grpSpPr>
            <p:sp>
              <p:nvSpPr>
                <p:cNvPr id="1048770" name="圆角矩形 21">
                  <a:extLst>
                    <a:ext uri="{FF2B5EF4-FFF2-40B4-BE49-F238E27FC236}">
                      <a16:creationId xmlns:a16="http://schemas.microsoft.com/office/drawing/2014/main" id="{AF3DEFA2-18FF-C0D7-9EF5-2A29009E1E5A}"/>
                    </a:ext>
                  </a:extLst>
                </p:cNvPr>
                <p:cNvSpPr/>
                <p:nvPr/>
              </p:nvSpPr>
              <p:spPr>
                <a:xfrm>
                  <a:off x="7881396" y="2794007"/>
                  <a:ext cx="444222" cy="444220"/>
                </a:xfrm>
                <a:prstGeom prst="roundRect">
                  <a:avLst/>
                </a:prstGeom>
                <a:solidFill>
                  <a:schemeClr val="accent6"/>
                </a:solidFill>
                <a:ln w="12700" cap="rnd">
                  <a:no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048771" name="任意多边形 22">
                  <a:extLst>
                    <a:ext uri="{FF2B5EF4-FFF2-40B4-BE49-F238E27FC236}">
                      <a16:creationId xmlns:a16="http://schemas.microsoft.com/office/drawing/2014/main" id="{CCF5A79C-D1F7-4070-BD3B-C309C25B1CA4}"/>
                    </a:ext>
                  </a:extLst>
                </p:cNvPr>
                <p:cNvSpPr/>
                <p:nvPr/>
              </p:nvSpPr>
              <p:spPr bwMode="auto">
                <a:xfrm>
                  <a:off x="8019080" y="2913337"/>
                  <a:ext cx="168853" cy="205561"/>
                </a:xfrm>
                <a:custGeom>
                  <a:avLst/>
                  <a:gdLst>
                    <a:gd name="connsiteX0" fmla="*/ 283816 w 438150"/>
                    <a:gd name="connsiteY0" fmla="*/ 621 h 533400"/>
                    <a:gd name="connsiteX1" fmla="*/ 286102 w 438150"/>
                    <a:gd name="connsiteY1" fmla="*/ 716 h 533400"/>
                    <a:gd name="connsiteX2" fmla="*/ 286102 w 438150"/>
                    <a:gd name="connsiteY2" fmla="*/ 124446 h 533400"/>
                    <a:gd name="connsiteX3" fmla="*/ 286197 w 438150"/>
                    <a:gd name="connsiteY3" fmla="*/ 126160 h 533400"/>
                    <a:gd name="connsiteX4" fmla="*/ 314677 w 438150"/>
                    <a:gd name="connsiteY4" fmla="*/ 153021 h 533400"/>
                    <a:gd name="connsiteX5" fmla="*/ 314677 w 438150"/>
                    <a:gd name="connsiteY5" fmla="*/ 153021 h 533400"/>
                    <a:gd name="connsiteX6" fmla="*/ 438407 w 438150"/>
                    <a:gd name="connsiteY6" fmla="*/ 153021 h 533400"/>
                    <a:gd name="connsiteX7" fmla="*/ 438502 w 438150"/>
                    <a:gd name="connsiteY7" fmla="*/ 155307 h 533400"/>
                    <a:gd name="connsiteX8" fmla="*/ 438502 w 438150"/>
                    <a:gd name="connsiteY8" fmla="*/ 505446 h 533400"/>
                    <a:gd name="connsiteX9" fmla="*/ 409927 w 438150"/>
                    <a:gd name="connsiteY9" fmla="*/ 534021 h 533400"/>
                    <a:gd name="connsiteX10" fmla="*/ 28927 w 438150"/>
                    <a:gd name="connsiteY10" fmla="*/ 534021 h 533400"/>
                    <a:gd name="connsiteX11" fmla="*/ 352 w 438150"/>
                    <a:gd name="connsiteY11" fmla="*/ 505446 h 533400"/>
                    <a:gd name="connsiteX12" fmla="*/ 352 w 438150"/>
                    <a:gd name="connsiteY12" fmla="*/ 29196 h 533400"/>
                    <a:gd name="connsiteX13" fmla="*/ 28927 w 438150"/>
                    <a:gd name="connsiteY13" fmla="*/ 621 h 533400"/>
                    <a:gd name="connsiteX14" fmla="*/ 283816 w 438150"/>
                    <a:gd name="connsiteY14" fmla="*/ 621 h 533400"/>
                    <a:gd name="connsiteX15" fmla="*/ 248002 w 438150"/>
                    <a:gd name="connsiteY15" fmla="*/ 200646 h 533400"/>
                    <a:gd name="connsiteX16" fmla="*/ 152752 w 438150"/>
                    <a:gd name="connsiteY16" fmla="*/ 200646 h 533400"/>
                    <a:gd name="connsiteX17" fmla="*/ 152752 w 438150"/>
                    <a:gd name="connsiteY17" fmla="*/ 410196 h 533400"/>
                    <a:gd name="connsiteX18" fmla="*/ 171802 w 438150"/>
                    <a:gd name="connsiteY18" fmla="*/ 410196 h 533400"/>
                    <a:gd name="connsiteX19" fmla="*/ 171802 w 438150"/>
                    <a:gd name="connsiteY19" fmla="*/ 314946 h 533400"/>
                    <a:gd name="connsiteX20" fmla="*/ 248002 w 438150"/>
                    <a:gd name="connsiteY20" fmla="*/ 314946 h 533400"/>
                    <a:gd name="connsiteX21" fmla="*/ 250098 w 438150"/>
                    <a:gd name="connsiteY21" fmla="*/ 314946 h 533400"/>
                    <a:gd name="connsiteX22" fmla="*/ 305152 w 438150"/>
                    <a:gd name="connsiteY22" fmla="*/ 257796 h 533400"/>
                    <a:gd name="connsiteX23" fmla="*/ 248002 w 438150"/>
                    <a:gd name="connsiteY23" fmla="*/ 200646 h 533400"/>
                    <a:gd name="connsiteX24" fmla="*/ 248002 w 438150"/>
                    <a:gd name="connsiteY24" fmla="*/ 200646 h 533400"/>
                    <a:gd name="connsiteX25" fmla="*/ 248002 w 438150"/>
                    <a:gd name="connsiteY25" fmla="*/ 219696 h 533400"/>
                    <a:gd name="connsiteX26" fmla="*/ 286102 w 438150"/>
                    <a:gd name="connsiteY26" fmla="*/ 257796 h 533400"/>
                    <a:gd name="connsiteX27" fmla="*/ 248002 w 438150"/>
                    <a:gd name="connsiteY27" fmla="*/ 295896 h 533400"/>
                    <a:gd name="connsiteX28" fmla="*/ 248002 w 438150"/>
                    <a:gd name="connsiteY28" fmla="*/ 295896 h 533400"/>
                    <a:gd name="connsiteX29" fmla="*/ 171802 w 438150"/>
                    <a:gd name="connsiteY29" fmla="*/ 295896 h 533400"/>
                    <a:gd name="connsiteX30" fmla="*/ 171802 w 438150"/>
                    <a:gd name="connsiteY30" fmla="*/ 219696 h 533400"/>
                    <a:gd name="connsiteX31" fmla="*/ 248002 w 438150"/>
                    <a:gd name="connsiteY31" fmla="*/ 219696 h 533400"/>
                    <a:gd name="connsiteX32" fmla="*/ 428977 w 438150"/>
                    <a:gd name="connsiteY32" fmla="*/ 133971 h 533400"/>
                    <a:gd name="connsiteX33" fmla="*/ 314677 w 438150"/>
                    <a:gd name="connsiteY33" fmla="*/ 133971 h 533400"/>
                    <a:gd name="connsiteX34" fmla="*/ 313534 w 438150"/>
                    <a:gd name="connsiteY34" fmla="*/ 133876 h 533400"/>
                    <a:gd name="connsiteX35" fmla="*/ 305152 w 438150"/>
                    <a:gd name="connsiteY35" fmla="*/ 124446 h 533400"/>
                    <a:gd name="connsiteX36" fmla="*/ 305152 w 438150"/>
                    <a:gd name="connsiteY36" fmla="*/ 124446 h 533400"/>
                    <a:gd name="connsiteX37" fmla="*/ 305152 w 438150"/>
                    <a:gd name="connsiteY37" fmla="*/ 10146 h 533400"/>
                    <a:gd name="connsiteX38" fmla="*/ 428977 w 438150"/>
                    <a:gd name="connsiteY38"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8150" h="533400">
                      <a:moveTo>
                        <a:pt x="283816" y="621"/>
                      </a:moveTo>
                      <a:cubicBezTo>
                        <a:pt x="284578" y="621"/>
                        <a:pt x="285340" y="621"/>
                        <a:pt x="286102" y="716"/>
                      </a:cubicBezTo>
                      <a:lnTo>
                        <a:pt x="286102" y="124446"/>
                      </a:lnTo>
                      <a:lnTo>
                        <a:pt x="286197" y="126160"/>
                      </a:lnTo>
                      <a:cubicBezTo>
                        <a:pt x="287055" y="141115"/>
                        <a:pt x="299532" y="153021"/>
                        <a:pt x="314677" y="153021"/>
                      </a:cubicBezTo>
                      <a:lnTo>
                        <a:pt x="314677" y="153021"/>
                      </a:lnTo>
                      <a:lnTo>
                        <a:pt x="438407" y="153021"/>
                      </a:lnTo>
                      <a:cubicBezTo>
                        <a:pt x="438502" y="153783"/>
                        <a:pt x="438502" y="154545"/>
                        <a:pt x="438502" y="155307"/>
                      </a:cubicBezTo>
                      <a:lnTo>
                        <a:pt x="438502" y="505446"/>
                      </a:lnTo>
                      <a:cubicBezTo>
                        <a:pt x="438502" y="521257"/>
                        <a:pt x="425739" y="534021"/>
                        <a:pt x="409927" y="534021"/>
                      </a:cubicBezTo>
                      <a:lnTo>
                        <a:pt x="28927" y="534021"/>
                      </a:lnTo>
                      <a:cubicBezTo>
                        <a:pt x="13115" y="534021"/>
                        <a:pt x="352" y="521257"/>
                        <a:pt x="352" y="505446"/>
                      </a:cubicBezTo>
                      <a:lnTo>
                        <a:pt x="352" y="29196"/>
                      </a:lnTo>
                      <a:cubicBezTo>
                        <a:pt x="352" y="13385"/>
                        <a:pt x="13115" y="621"/>
                        <a:pt x="28927" y="621"/>
                      </a:cubicBezTo>
                      <a:lnTo>
                        <a:pt x="283816" y="621"/>
                      </a:lnTo>
                      <a:close/>
                      <a:moveTo>
                        <a:pt x="248002" y="200646"/>
                      </a:moveTo>
                      <a:lnTo>
                        <a:pt x="152752" y="200646"/>
                      </a:lnTo>
                      <a:lnTo>
                        <a:pt x="152752" y="410196"/>
                      </a:lnTo>
                      <a:lnTo>
                        <a:pt x="171802" y="410196"/>
                      </a:lnTo>
                      <a:lnTo>
                        <a:pt x="171802" y="314946"/>
                      </a:lnTo>
                      <a:lnTo>
                        <a:pt x="248002" y="314946"/>
                      </a:lnTo>
                      <a:lnTo>
                        <a:pt x="250098" y="314946"/>
                      </a:lnTo>
                      <a:cubicBezTo>
                        <a:pt x="280673" y="313803"/>
                        <a:pt x="305152" y="288657"/>
                        <a:pt x="305152" y="257796"/>
                      </a:cubicBezTo>
                      <a:cubicBezTo>
                        <a:pt x="305152" y="226268"/>
                        <a:pt x="279530" y="200646"/>
                        <a:pt x="248002" y="200646"/>
                      </a:cubicBezTo>
                      <a:lnTo>
                        <a:pt x="248002" y="200646"/>
                      </a:lnTo>
                      <a:close/>
                      <a:moveTo>
                        <a:pt x="248002" y="219696"/>
                      </a:moveTo>
                      <a:cubicBezTo>
                        <a:pt x="269052" y="219696"/>
                        <a:pt x="286102" y="236746"/>
                        <a:pt x="286102" y="257796"/>
                      </a:cubicBezTo>
                      <a:cubicBezTo>
                        <a:pt x="286102" y="278846"/>
                        <a:pt x="269052" y="295896"/>
                        <a:pt x="248002" y="295896"/>
                      </a:cubicBezTo>
                      <a:lnTo>
                        <a:pt x="248002" y="295896"/>
                      </a:lnTo>
                      <a:lnTo>
                        <a:pt x="171802" y="295896"/>
                      </a:lnTo>
                      <a:lnTo>
                        <a:pt x="171802" y="219696"/>
                      </a:lnTo>
                      <a:lnTo>
                        <a:pt x="248002" y="219696"/>
                      </a:lnTo>
                      <a:close/>
                      <a:moveTo>
                        <a:pt x="428977" y="133971"/>
                      </a:moveTo>
                      <a:lnTo>
                        <a:pt x="314677" y="133971"/>
                      </a:lnTo>
                      <a:lnTo>
                        <a:pt x="313534" y="133876"/>
                      </a:lnTo>
                      <a:cubicBezTo>
                        <a:pt x="308772" y="133304"/>
                        <a:pt x="305152" y="129304"/>
                        <a:pt x="305152" y="124446"/>
                      </a:cubicBezTo>
                      <a:lnTo>
                        <a:pt x="305152" y="124446"/>
                      </a:lnTo>
                      <a:lnTo>
                        <a:pt x="305152" y="10146"/>
                      </a:lnTo>
                      <a:lnTo>
                        <a:pt x="428977" y="1339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nvGrpSpPr>
            <p:cNvPr id="38" name="组合 37">
              <a:extLst>
                <a:ext uri="{FF2B5EF4-FFF2-40B4-BE49-F238E27FC236}">
                  <a16:creationId xmlns:a16="http://schemas.microsoft.com/office/drawing/2014/main" id="{DDBCBC80-B05D-D5E3-72EE-49F0C19724E3}"/>
                </a:ext>
              </a:extLst>
            </p:cNvPr>
            <p:cNvGrpSpPr/>
            <p:nvPr/>
          </p:nvGrpSpPr>
          <p:grpSpPr>
            <a:xfrm>
              <a:off x="7540981" y="3407870"/>
              <a:ext cx="3124200" cy="2194834"/>
              <a:chOff x="8394700" y="3407870"/>
              <a:chExt cx="3124200" cy="2194834"/>
            </a:xfrm>
          </p:grpSpPr>
          <p:sp>
            <p:nvSpPr>
              <p:cNvPr id="40" name="圆角矩形 23">
                <a:extLst>
                  <a:ext uri="{FF2B5EF4-FFF2-40B4-BE49-F238E27FC236}">
                    <a16:creationId xmlns:a16="http://schemas.microsoft.com/office/drawing/2014/main" id="{AE2CE338-9471-36CB-1AA1-8AA18A5A6612}"/>
                  </a:ext>
                </a:extLst>
              </p:cNvPr>
              <p:cNvSpPr/>
              <p:nvPr/>
            </p:nvSpPr>
            <p:spPr>
              <a:xfrm>
                <a:off x="8394700" y="4186071"/>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49" name="文本框 48">
                <a:extLst>
                  <a:ext uri="{FF2B5EF4-FFF2-40B4-BE49-F238E27FC236}">
                    <a16:creationId xmlns:a16="http://schemas.microsoft.com/office/drawing/2014/main" id="{C4A42283-804E-0F85-B949-BD242DF28050}"/>
                  </a:ext>
                </a:extLst>
              </p:cNvPr>
              <p:cNvSpPr txBox="1"/>
              <p:nvPr/>
            </p:nvSpPr>
            <p:spPr>
              <a:xfrm>
                <a:off x="8514379" y="4680134"/>
                <a:ext cx="2921028" cy="738023"/>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全炉仅烟道尾部有一处残氧仪，响应慢、纯滞后大；且无法测出各段的真实燃烧工况，缺乏代表性。</a:t>
                </a:r>
              </a:p>
            </p:txBody>
          </p:sp>
          <p:grpSp>
            <p:nvGrpSpPr>
              <p:cNvPr id="50" name="组合 49">
                <a:extLst>
                  <a:ext uri="{FF2B5EF4-FFF2-40B4-BE49-F238E27FC236}">
                    <a16:creationId xmlns:a16="http://schemas.microsoft.com/office/drawing/2014/main" id="{88A4B105-0C6A-DE32-B8E8-517101E9DFA2}"/>
                  </a:ext>
                </a:extLst>
              </p:cNvPr>
              <p:cNvGrpSpPr/>
              <p:nvPr/>
            </p:nvGrpSpPr>
            <p:grpSpPr>
              <a:xfrm>
                <a:off x="8514374" y="3407870"/>
                <a:ext cx="500759" cy="500756"/>
                <a:chOff x="3866383" y="2794007"/>
                <a:chExt cx="444222" cy="444220"/>
              </a:xfrm>
            </p:grpSpPr>
            <p:sp>
              <p:nvSpPr>
                <p:cNvPr id="51" name="圆角矩形 27">
                  <a:extLst>
                    <a:ext uri="{FF2B5EF4-FFF2-40B4-BE49-F238E27FC236}">
                      <a16:creationId xmlns:a16="http://schemas.microsoft.com/office/drawing/2014/main" id="{249ED168-539A-0C33-FE0B-8E169C16F048}"/>
                    </a:ext>
                  </a:extLst>
                </p:cNvPr>
                <p:cNvSpPr/>
                <p:nvPr/>
              </p:nvSpPr>
              <p:spPr>
                <a:xfrm>
                  <a:off x="3866383" y="2794007"/>
                  <a:ext cx="444222" cy="444220"/>
                </a:xfrm>
                <a:prstGeom prst="roundRect">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59" name="任意多边形 28">
                  <a:extLst>
                    <a:ext uri="{FF2B5EF4-FFF2-40B4-BE49-F238E27FC236}">
                      <a16:creationId xmlns:a16="http://schemas.microsoft.com/office/drawing/2014/main" id="{6BF8E13A-8F6E-5D64-C4D0-4F25C77D283F}"/>
                    </a:ext>
                  </a:extLst>
                </p:cNvPr>
                <p:cNvSpPr/>
                <p:nvPr/>
              </p:nvSpPr>
              <p:spPr bwMode="auto">
                <a:xfrm>
                  <a:off x="3985714" y="2939032"/>
                  <a:ext cx="205561" cy="154170"/>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a:noFill/>
                </a:ln>
              </p:spPr>
              <p:txBody>
                <a:bodyPr/>
                <a:lstStyle/>
                <a:p>
                  <a:endParaRPr lang="zh-CN" altLang="en-US" dirty="0"/>
                </a:p>
              </p:txBody>
            </p:sp>
          </p:grpSp>
        </p:grpSp>
      </p:grpSp>
      <p:grpSp>
        <p:nvGrpSpPr>
          <p:cNvPr id="1048779" name="组合 1048778">
            <a:extLst>
              <a:ext uri="{FF2B5EF4-FFF2-40B4-BE49-F238E27FC236}">
                <a16:creationId xmlns:a16="http://schemas.microsoft.com/office/drawing/2014/main" id="{1D473006-F35A-C8BC-4A66-AA5B9E65840D}"/>
              </a:ext>
            </a:extLst>
          </p:cNvPr>
          <p:cNvGrpSpPr/>
          <p:nvPr/>
        </p:nvGrpSpPr>
        <p:grpSpPr>
          <a:xfrm>
            <a:off x="1034305" y="4261462"/>
            <a:ext cx="9770430" cy="2196330"/>
            <a:chOff x="894751" y="3407870"/>
            <a:chExt cx="9770430" cy="2196330"/>
          </a:xfrm>
        </p:grpSpPr>
        <p:grpSp>
          <p:nvGrpSpPr>
            <p:cNvPr id="1048780" name="组合 1048779">
              <a:extLst>
                <a:ext uri="{FF2B5EF4-FFF2-40B4-BE49-F238E27FC236}">
                  <a16:creationId xmlns:a16="http://schemas.microsoft.com/office/drawing/2014/main" id="{B5653740-364F-2BB8-FF75-544147AEB593}"/>
                </a:ext>
              </a:extLst>
            </p:cNvPr>
            <p:cNvGrpSpPr/>
            <p:nvPr/>
          </p:nvGrpSpPr>
          <p:grpSpPr>
            <a:xfrm>
              <a:off x="894751" y="3407870"/>
              <a:ext cx="3124200" cy="2196330"/>
              <a:chOff x="894751" y="3407870"/>
              <a:chExt cx="3124200" cy="2196330"/>
            </a:xfrm>
          </p:grpSpPr>
          <p:sp>
            <p:nvSpPr>
              <p:cNvPr id="1048795" name="圆角矩形 11">
                <a:extLst>
                  <a:ext uri="{FF2B5EF4-FFF2-40B4-BE49-F238E27FC236}">
                    <a16:creationId xmlns:a16="http://schemas.microsoft.com/office/drawing/2014/main" id="{90862DB7-A4EF-2BB0-4557-302DF1F26F30}"/>
                  </a:ext>
                </a:extLst>
              </p:cNvPr>
              <p:cNvSpPr/>
              <p:nvPr/>
            </p:nvSpPr>
            <p:spPr>
              <a:xfrm>
                <a:off x="894751" y="4187567"/>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1048797" name="文本框 1048796">
                <a:extLst>
                  <a:ext uri="{FF2B5EF4-FFF2-40B4-BE49-F238E27FC236}">
                    <a16:creationId xmlns:a16="http://schemas.microsoft.com/office/drawing/2014/main" id="{53F56ECC-A3D9-3940-B191-E4821D8E9DFB}"/>
                  </a:ext>
                </a:extLst>
              </p:cNvPr>
              <p:cNvSpPr txBox="1"/>
              <p:nvPr/>
            </p:nvSpPr>
            <p:spPr>
              <a:xfrm>
                <a:off x="1014430" y="4681630"/>
                <a:ext cx="2921028" cy="738023"/>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混合煤气配比、热值及水分频繁波动，固定流量设定无法应对源头不稳定，导致炉温难以平衡。</a:t>
                </a:r>
              </a:p>
            </p:txBody>
          </p:sp>
          <p:grpSp>
            <p:nvGrpSpPr>
              <p:cNvPr id="1048798" name="组合 1048797">
                <a:extLst>
                  <a:ext uri="{FF2B5EF4-FFF2-40B4-BE49-F238E27FC236}">
                    <a16:creationId xmlns:a16="http://schemas.microsoft.com/office/drawing/2014/main" id="{C8E6BBA8-D6BB-2EC8-9E26-3EF207D25FB7}"/>
                  </a:ext>
                </a:extLst>
              </p:cNvPr>
              <p:cNvGrpSpPr/>
              <p:nvPr/>
            </p:nvGrpSpPr>
            <p:grpSpPr>
              <a:xfrm>
                <a:off x="1014429" y="3407870"/>
                <a:ext cx="500759" cy="500756"/>
                <a:chOff x="5472394" y="2794005"/>
                <a:chExt cx="444222" cy="444220"/>
              </a:xfrm>
            </p:grpSpPr>
            <p:sp>
              <p:nvSpPr>
                <p:cNvPr id="1048799" name="圆角矩形 18">
                  <a:extLst>
                    <a:ext uri="{FF2B5EF4-FFF2-40B4-BE49-F238E27FC236}">
                      <a16:creationId xmlns:a16="http://schemas.microsoft.com/office/drawing/2014/main" id="{14584911-E303-8876-C73E-6A691E5586B8}"/>
                    </a:ext>
                  </a:extLst>
                </p:cNvPr>
                <p:cNvSpPr/>
                <p:nvPr/>
              </p:nvSpPr>
              <p:spPr>
                <a:xfrm>
                  <a:off x="5472394" y="2794005"/>
                  <a:ext cx="444222" cy="444220"/>
                </a:xfrm>
                <a:prstGeom prst="roundRect">
                  <a:avLst/>
                </a:prstGeom>
                <a:solidFill>
                  <a:schemeClr val="accent3"/>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048800" name="任意多边形 19">
                  <a:extLst>
                    <a:ext uri="{FF2B5EF4-FFF2-40B4-BE49-F238E27FC236}">
                      <a16:creationId xmlns:a16="http://schemas.microsoft.com/office/drawing/2014/main" id="{B91372EC-F66B-F5C6-DC5C-F993EA4BEC03}"/>
                    </a:ext>
                  </a:extLst>
                </p:cNvPr>
                <p:cNvSpPr/>
                <p:nvPr/>
              </p:nvSpPr>
              <p:spPr bwMode="auto">
                <a:xfrm>
                  <a:off x="5591720" y="2922512"/>
                  <a:ext cx="205561" cy="187207"/>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57821 h 485775"/>
                    <a:gd name="connsiteX10" fmla="*/ 506329 w 533400"/>
                    <a:gd name="connsiteY10" fmla="*/ 486396 h 485775"/>
                    <a:gd name="connsiteX11" fmla="*/ 30079 w 533400"/>
                    <a:gd name="connsiteY11" fmla="*/ 486396 h 485775"/>
                    <a:gd name="connsiteX12" fmla="*/ 1504 w 533400"/>
                    <a:gd name="connsiteY12" fmla="*/ 457821 h 485775"/>
                    <a:gd name="connsiteX13" fmla="*/ 1504 w 533400"/>
                    <a:gd name="connsiteY13" fmla="*/ 229221 h 485775"/>
                    <a:gd name="connsiteX14" fmla="*/ 125329 w 533400"/>
                    <a:gd name="connsiteY14" fmla="*/ 229221 h 485775"/>
                    <a:gd name="connsiteX15" fmla="*/ 372979 w 533400"/>
                    <a:gd name="connsiteY15" fmla="*/ 621 h 485775"/>
                    <a:gd name="connsiteX16" fmla="*/ 411079 w 533400"/>
                    <a:gd name="connsiteY16" fmla="*/ 36816 h 485775"/>
                    <a:gd name="connsiteX17" fmla="*/ 411079 w 533400"/>
                    <a:gd name="connsiteY17" fmla="*/ 38721 h 485775"/>
                    <a:gd name="connsiteX18" fmla="*/ 411079 w 533400"/>
                    <a:gd name="connsiteY18" fmla="*/ 114921 h 485775"/>
                    <a:gd name="connsiteX19" fmla="*/ 506329 w 533400"/>
                    <a:gd name="connsiteY19" fmla="*/ 114921 h 485775"/>
                    <a:gd name="connsiteX20" fmla="*/ 534904 w 533400"/>
                    <a:gd name="connsiteY20" fmla="*/ 143496 h 485775"/>
                    <a:gd name="connsiteX21" fmla="*/ 534904 w 533400"/>
                    <a:gd name="connsiteY21" fmla="*/ 210171 h 485775"/>
                    <a:gd name="connsiteX22" fmla="*/ 1504 w 533400"/>
                    <a:gd name="connsiteY22" fmla="*/ 210171 h 485775"/>
                    <a:gd name="connsiteX23" fmla="*/ 1504 w 533400"/>
                    <a:gd name="connsiteY23" fmla="*/ 143496 h 485775"/>
                    <a:gd name="connsiteX24" fmla="*/ 30079 w 533400"/>
                    <a:gd name="connsiteY24" fmla="*/ 114921 h 485775"/>
                    <a:gd name="connsiteX25" fmla="*/ 125329 w 533400"/>
                    <a:gd name="connsiteY25" fmla="*/ 114921 h 485775"/>
                    <a:gd name="connsiteX26" fmla="*/ 125329 w 533400"/>
                    <a:gd name="connsiteY26" fmla="*/ 38721 h 485775"/>
                    <a:gd name="connsiteX27" fmla="*/ 161524 w 533400"/>
                    <a:gd name="connsiteY27" fmla="*/ 621 h 485775"/>
                    <a:gd name="connsiteX28" fmla="*/ 163429 w 533400"/>
                    <a:gd name="connsiteY28" fmla="*/ 621 h 485775"/>
                    <a:gd name="connsiteX29" fmla="*/ 372979 w 533400"/>
                    <a:gd name="connsiteY29" fmla="*/ 621 h 485775"/>
                    <a:gd name="connsiteX30" fmla="*/ 372979 w 533400"/>
                    <a:gd name="connsiteY30" fmla="*/ 19671 h 485775"/>
                    <a:gd name="connsiteX31" fmla="*/ 163429 w 533400"/>
                    <a:gd name="connsiteY31" fmla="*/ 19671 h 485775"/>
                    <a:gd name="connsiteX32" fmla="*/ 144474 w 533400"/>
                    <a:gd name="connsiteY32" fmla="*/ 37292 h 485775"/>
                    <a:gd name="connsiteX33" fmla="*/ 144379 w 533400"/>
                    <a:gd name="connsiteY33" fmla="*/ 38721 h 485775"/>
                    <a:gd name="connsiteX34" fmla="*/ 144379 w 533400"/>
                    <a:gd name="connsiteY34" fmla="*/ 114921 h 485775"/>
                    <a:gd name="connsiteX35" fmla="*/ 392029 w 533400"/>
                    <a:gd name="connsiteY35" fmla="*/ 114921 h 485775"/>
                    <a:gd name="connsiteX36" fmla="*/ 392029 w 533400"/>
                    <a:gd name="connsiteY36" fmla="*/ 38721 h 485775"/>
                    <a:gd name="connsiteX37" fmla="*/ 375836 w 533400"/>
                    <a:gd name="connsiteY37" fmla="*/ 19862 h 485775"/>
                    <a:gd name="connsiteX38" fmla="*/ 374408 w 533400"/>
                    <a:gd name="connsiteY38" fmla="*/ 19671 h 485775"/>
                    <a:gd name="connsiteX39" fmla="*/ 372979 w 533400"/>
                    <a:gd name="connsiteY39"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nvGrpSpPr>
            <p:cNvPr id="1048781" name="组合 1048780">
              <a:extLst>
                <a:ext uri="{FF2B5EF4-FFF2-40B4-BE49-F238E27FC236}">
                  <a16:creationId xmlns:a16="http://schemas.microsoft.com/office/drawing/2014/main" id="{13AAB03B-C73C-9C41-B880-77B143C0BAE0}"/>
                </a:ext>
              </a:extLst>
            </p:cNvPr>
            <p:cNvGrpSpPr/>
            <p:nvPr/>
          </p:nvGrpSpPr>
          <p:grpSpPr>
            <a:xfrm>
              <a:off x="4217866" y="3407870"/>
              <a:ext cx="3124200" cy="2196330"/>
              <a:chOff x="4830530" y="3407870"/>
              <a:chExt cx="3124200" cy="2196330"/>
            </a:xfrm>
          </p:grpSpPr>
          <p:sp>
            <p:nvSpPr>
              <p:cNvPr id="1048789" name="圆角矩形 14">
                <a:extLst>
                  <a:ext uri="{FF2B5EF4-FFF2-40B4-BE49-F238E27FC236}">
                    <a16:creationId xmlns:a16="http://schemas.microsoft.com/office/drawing/2014/main" id="{8D314AB4-57CC-8B05-6A59-D09E1535B659}"/>
                  </a:ext>
                </a:extLst>
              </p:cNvPr>
              <p:cNvSpPr/>
              <p:nvPr/>
            </p:nvSpPr>
            <p:spPr>
              <a:xfrm>
                <a:off x="4830530" y="4187567"/>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1048791" name="文本框 1048790">
                <a:extLst>
                  <a:ext uri="{FF2B5EF4-FFF2-40B4-BE49-F238E27FC236}">
                    <a16:creationId xmlns:a16="http://schemas.microsoft.com/office/drawing/2014/main" id="{45BE8035-67D4-D152-9947-25A1F6BEAE4C}"/>
                  </a:ext>
                </a:extLst>
              </p:cNvPr>
              <p:cNvSpPr txBox="1"/>
              <p:nvPr/>
            </p:nvSpPr>
            <p:spPr>
              <a:xfrm>
                <a:off x="4950209" y="4681630"/>
                <a:ext cx="2921028" cy="738023"/>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采用固定空燃比，缺乏动态交叉限幅控制；在快速升降温时空气与煤气无法同步响应，频繁出现缺氧或过氧失调。</a:t>
                </a:r>
              </a:p>
            </p:txBody>
          </p:sp>
          <p:grpSp>
            <p:nvGrpSpPr>
              <p:cNvPr id="1048792" name="组合 1048791">
                <a:extLst>
                  <a:ext uri="{FF2B5EF4-FFF2-40B4-BE49-F238E27FC236}">
                    <a16:creationId xmlns:a16="http://schemas.microsoft.com/office/drawing/2014/main" id="{59B7CF37-E353-1426-65FA-F8BE2F00913C}"/>
                  </a:ext>
                </a:extLst>
              </p:cNvPr>
              <p:cNvGrpSpPr/>
              <p:nvPr/>
            </p:nvGrpSpPr>
            <p:grpSpPr>
              <a:xfrm>
                <a:off x="4966855" y="3407870"/>
                <a:ext cx="500759" cy="500756"/>
                <a:chOff x="7881396" y="2794007"/>
                <a:chExt cx="444222" cy="444220"/>
              </a:xfrm>
            </p:grpSpPr>
            <p:sp>
              <p:nvSpPr>
                <p:cNvPr id="1048793" name="圆角矩形 21">
                  <a:extLst>
                    <a:ext uri="{FF2B5EF4-FFF2-40B4-BE49-F238E27FC236}">
                      <a16:creationId xmlns:a16="http://schemas.microsoft.com/office/drawing/2014/main" id="{3E3497D2-3654-7B38-800B-5AC4EE5258E0}"/>
                    </a:ext>
                  </a:extLst>
                </p:cNvPr>
                <p:cNvSpPr/>
                <p:nvPr/>
              </p:nvSpPr>
              <p:spPr>
                <a:xfrm>
                  <a:off x="7881396" y="2794007"/>
                  <a:ext cx="444222" cy="444220"/>
                </a:xfrm>
                <a:prstGeom prst="roundRect">
                  <a:avLst/>
                </a:prstGeom>
                <a:solidFill>
                  <a:schemeClr val="accent6"/>
                </a:solidFill>
                <a:ln w="12700" cap="rnd">
                  <a:no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048794" name="任意多边形 22">
                  <a:extLst>
                    <a:ext uri="{FF2B5EF4-FFF2-40B4-BE49-F238E27FC236}">
                      <a16:creationId xmlns:a16="http://schemas.microsoft.com/office/drawing/2014/main" id="{2E6DF7E7-0E37-E837-2371-672B16005FDC}"/>
                    </a:ext>
                  </a:extLst>
                </p:cNvPr>
                <p:cNvSpPr/>
                <p:nvPr/>
              </p:nvSpPr>
              <p:spPr bwMode="auto">
                <a:xfrm>
                  <a:off x="8019080" y="2913337"/>
                  <a:ext cx="168853" cy="205561"/>
                </a:xfrm>
                <a:custGeom>
                  <a:avLst/>
                  <a:gdLst>
                    <a:gd name="connsiteX0" fmla="*/ 283816 w 438150"/>
                    <a:gd name="connsiteY0" fmla="*/ 621 h 533400"/>
                    <a:gd name="connsiteX1" fmla="*/ 286102 w 438150"/>
                    <a:gd name="connsiteY1" fmla="*/ 716 h 533400"/>
                    <a:gd name="connsiteX2" fmla="*/ 286102 w 438150"/>
                    <a:gd name="connsiteY2" fmla="*/ 124446 h 533400"/>
                    <a:gd name="connsiteX3" fmla="*/ 286197 w 438150"/>
                    <a:gd name="connsiteY3" fmla="*/ 126160 h 533400"/>
                    <a:gd name="connsiteX4" fmla="*/ 314677 w 438150"/>
                    <a:gd name="connsiteY4" fmla="*/ 153021 h 533400"/>
                    <a:gd name="connsiteX5" fmla="*/ 314677 w 438150"/>
                    <a:gd name="connsiteY5" fmla="*/ 153021 h 533400"/>
                    <a:gd name="connsiteX6" fmla="*/ 438407 w 438150"/>
                    <a:gd name="connsiteY6" fmla="*/ 153021 h 533400"/>
                    <a:gd name="connsiteX7" fmla="*/ 438502 w 438150"/>
                    <a:gd name="connsiteY7" fmla="*/ 155307 h 533400"/>
                    <a:gd name="connsiteX8" fmla="*/ 438502 w 438150"/>
                    <a:gd name="connsiteY8" fmla="*/ 505446 h 533400"/>
                    <a:gd name="connsiteX9" fmla="*/ 409927 w 438150"/>
                    <a:gd name="connsiteY9" fmla="*/ 534021 h 533400"/>
                    <a:gd name="connsiteX10" fmla="*/ 28927 w 438150"/>
                    <a:gd name="connsiteY10" fmla="*/ 534021 h 533400"/>
                    <a:gd name="connsiteX11" fmla="*/ 352 w 438150"/>
                    <a:gd name="connsiteY11" fmla="*/ 505446 h 533400"/>
                    <a:gd name="connsiteX12" fmla="*/ 352 w 438150"/>
                    <a:gd name="connsiteY12" fmla="*/ 29196 h 533400"/>
                    <a:gd name="connsiteX13" fmla="*/ 28927 w 438150"/>
                    <a:gd name="connsiteY13" fmla="*/ 621 h 533400"/>
                    <a:gd name="connsiteX14" fmla="*/ 283816 w 438150"/>
                    <a:gd name="connsiteY14" fmla="*/ 621 h 533400"/>
                    <a:gd name="connsiteX15" fmla="*/ 248002 w 438150"/>
                    <a:gd name="connsiteY15" fmla="*/ 200646 h 533400"/>
                    <a:gd name="connsiteX16" fmla="*/ 152752 w 438150"/>
                    <a:gd name="connsiteY16" fmla="*/ 200646 h 533400"/>
                    <a:gd name="connsiteX17" fmla="*/ 152752 w 438150"/>
                    <a:gd name="connsiteY17" fmla="*/ 410196 h 533400"/>
                    <a:gd name="connsiteX18" fmla="*/ 171802 w 438150"/>
                    <a:gd name="connsiteY18" fmla="*/ 410196 h 533400"/>
                    <a:gd name="connsiteX19" fmla="*/ 171802 w 438150"/>
                    <a:gd name="connsiteY19" fmla="*/ 314946 h 533400"/>
                    <a:gd name="connsiteX20" fmla="*/ 248002 w 438150"/>
                    <a:gd name="connsiteY20" fmla="*/ 314946 h 533400"/>
                    <a:gd name="connsiteX21" fmla="*/ 250098 w 438150"/>
                    <a:gd name="connsiteY21" fmla="*/ 314946 h 533400"/>
                    <a:gd name="connsiteX22" fmla="*/ 305152 w 438150"/>
                    <a:gd name="connsiteY22" fmla="*/ 257796 h 533400"/>
                    <a:gd name="connsiteX23" fmla="*/ 248002 w 438150"/>
                    <a:gd name="connsiteY23" fmla="*/ 200646 h 533400"/>
                    <a:gd name="connsiteX24" fmla="*/ 248002 w 438150"/>
                    <a:gd name="connsiteY24" fmla="*/ 200646 h 533400"/>
                    <a:gd name="connsiteX25" fmla="*/ 248002 w 438150"/>
                    <a:gd name="connsiteY25" fmla="*/ 219696 h 533400"/>
                    <a:gd name="connsiteX26" fmla="*/ 286102 w 438150"/>
                    <a:gd name="connsiteY26" fmla="*/ 257796 h 533400"/>
                    <a:gd name="connsiteX27" fmla="*/ 248002 w 438150"/>
                    <a:gd name="connsiteY27" fmla="*/ 295896 h 533400"/>
                    <a:gd name="connsiteX28" fmla="*/ 248002 w 438150"/>
                    <a:gd name="connsiteY28" fmla="*/ 295896 h 533400"/>
                    <a:gd name="connsiteX29" fmla="*/ 171802 w 438150"/>
                    <a:gd name="connsiteY29" fmla="*/ 295896 h 533400"/>
                    <a:gd name="connsiteX30" fmla="*/ 171802 w 438150"/>
                    <a:gd name="connsiteY30" fmla="*/ 219696 h 533400"/>
                    <a:gd name="connsiteX31" fmla="*/ 248002 w 438150"/>
                    <a:gd name="connsiteY31" fmla="*/ 219696 h 533400"/>
                    <a:gd name="connsiteX32" fmla="*/ 428977 w 438150"/>
                    <a:gd name="connsiteY32" fmla="*/ 133971 h 533400"/>
                    <a:gd name="connsiteX33" fmla="*/ 314677 w 438150"/>
                    <a:gd name="connsiteY33" fmla="*/ 133971 h 533400"/>
                    <a:gd name="connsiteX34" fmla="*/ 313534 w 438150"/>
                    <a:gd name="connsiteY34" fmla="*/ 133876 h 533400"/>
                    <a:gd name="connsiteX35" fmla="*/ 305152 w 438150"/>
                    <a:gd name="connsiteY35" fmla="*/ 124446 h 533400"/>
                    <a:gd name="connsiteX36" fmla="*/ 305152 w 438150"/>
                    <a:gd name="connsiteY36" fmla="*/ 124446 h 533400"/>
                    <a:gd name="connsiteX37" fmla="*/ 305152 w 438150"/>
                    <a:gd name="connsiteY37" fmla="*/ 10146 h 533400"/>
                    <a:gd name="connsiteX38" fmla="*/ 428977 w 438150"/>
                    <a:gd name="connsiteY38"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8150" h="533400">
                      <a:moveTo>
                        <a:pt x="283816" y="621"/>
                      </a:moveTo>
                      <a:cubicBezTo>
                        <a:pt x="284578" y="621"/>
                        <a:pt x="285340" y="621"/>
                        <a:pt x="286102" y="716"/>
                      </a:cubicBezTo>
                      <a:lnTo>
                        <a:pt x="286102" y="124446"/>
                      </a:lnTo>
                      <a:lnTo>
                        <a:pt x="286197" y="126160"/>
                      </a:lnTo>
                      <a:cubicBezTo>
                        <a:pt x="287055" y="141115"/>
                        <a:pt x="299532" y="153021"/>
                        <a:pt x="314677" y="153021"/>
                      </a:cubicBezTo>
                      <a:lnTo>
                        <a:pt x="314677" y="153021"/>
                      </a:lnTo>
                      <a:lnTo>
                        <a:pt x="438407" y="153021"/>
                      </a:lnTo>
                      <a:cubicBezTo>
                        <a:pt x="438502" y="153783"/>
                        <a:pt x="438502" y="154545"/>
                        <a:pt x="438502" y="155307"/>
                      </a:cubicBezTo>
                      <a:lnTo>
                        <a:pt x="438502" y="505446"/>
                      </a:lnTo>
                      <a:cubicBezTo>
                        <a:pt x="438502" y="521257"/>
                        <a:pt x="425739" y="534021"/>
                        <a:pt x="409927" y="534021"/>
                      </a:cubicBezTo>
                      <a:lnTo>
                        <a:pt x="28927" y="534021"/>
                      </a:lnTo>
                      <a:cubicBezTo>
                        <a:pt x="13115" y="534021"/>
                        <a:pt x="352" y="521257"/>
                        <a:pt x="352" y="505446"/>
                      </a:cubicBezTo>
                      <a:lnTo>
                        <a:pt x="352" y="29196"/>
                      </a:lnTo>
                      <a:cubicBezTo>
                        <a:pt x="352" y="13385"/>
                        <a:pt x="13115" y="621"/>
                        <a:pt x="28927" y="621"/>
                      </a:cubicBezTo>
                      <a:lnTo>
                        <a:pt x="283816" y="621"/>
                      </a:lnTo>
                      <a:close/>
                      <a:moveTo>
                        <a:pt x="248002" y="200646"/>
                      </a:moveTo>
                      <a:lnTo>
                        <a:pt x="152752" y="200646"/>
                      </a:lnTo>
                      <a:lnTo>
                        <a:pt x="152752" y="410196"/>
                      </a:lnTo>
                      <a:lnTo>
                        <a:pt x="171802" y="410196"/>
                      </a:lnTo>
                      <a:lnTo>
                        <a:pt x="171802" y="314946"/>
                      </a:lnTo>
                      <a:lnTo>
                        <a:pt x="248002" y="314946"/>
                      </a:lnTo>
                      <a:lnTo>
                        <a:pt x="250098" y="314946"/>
                      </a:lnTo>
                      <a:cubicBezTo>
                        <a:pt x="280673" y="313803"/>
                        <a:pt x="305152" y="288657"/>
                        <a:pt x="305152" y="257796"/>
                      </a:cubicBezTo>
                      <a:cubicBezTo>
                        <a:pt x="305152" y="226268"/>
                        <a:pt x="279530" y="200646"/>
                        <a:pt x="248002" y="200646"/>
                      </a:cubicBezTo>
                      <a:lnTo>
                        <a:pt x="248002" y="200646"/>
                      </a:lnTo>
                      <a:close/>
                      <a:moveTo>
                        <a:pt x="248002" y="219696"/>
                      </a:moveTo>
                      <a:cubicBezTo>
                        <a:pt x="269052" y="219696"/>
                        <a:pt x="286102" y="236746"/>
                        <a:pt x="286102" y="257796"/>
                      </a:cubicBezTo>
                      <a:cubicBezTo>
                        <a:pt x="286102" y="278846"/>
                        <a:pt x="269052" y="295896"/>
                        <a:pt x="248002" y="295896"/>
                      </a:cubicBezTo>
                      <a:lnTo>
                        <a:pt x="248002" y="295896"/>
                      </a:lnTo>
                      <a:lnTo>
                        <a:pt x="171802" y="295896"/>
                      </a:lnTo>
                      <a:lnTo>
                        <a:pt x="171802" y="219696"/>
                      </a:lnTo>
                      <a:lnTo>
                        <a:pt x="248002" y="219696"/>
                      </a:lnTo>
                      <a:close/>
                      <a:moveTo>
                        <a:pt x="428977" y="133971"/>
                      </a:moveTo>
                      <a:lnTo>
                        <a:pt x="314677" y="133971"/>
                      </a:lnTo>
                      <a:lnTo>
                        <a:pt x="313534" y="133876"/>
                      </a:lnTo>
                      <a:cubicBezTo>
                        <a:pt x="308772" y="133304"/>
                        <a:pt x="305152" y="129304"/>
                        <a:pt x="305152" y="124446"/>
                      </a:cubicBezTo>
                      <a:lnTo>
                        <a:pt x="305152" y="124446"/>
                      </a:lnTo>
                      <a:lnTo>
                        <a:pt x="305152" y="10146"/>
                      </a:lnTo>
                      <a:lnTo>
                        <a:pt x="428977" y="1339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nvGrpSpPr>
            <p:cNvPr id="1048782" name="组合 1048781">
              <a:extLst>
                <a:ext uri="{FF2B5EF4-FFF2-40B4-BE49-F238E27FC236}">
                  <a16:creationId xmlns:a16="http://schemas.microsoft.com/office/drawing/2014/main" id="{989872EF-70A4-5C9B-61F2-970733BBFDEE}"/>
                </a:ext>
              </a:extLst>
            </p:cNvPr>
            <p:cNvGrpSpPr/>
            <p:nvPr/>
          </p:nvGrpSpPr>
          <p:grpSpPr>
            <a:xfrm>
              <a:off x="7540981" y="3407870"/>
              <a:ext cx="3124200" cy="2194834"/>
              <a:chOff x="8394700" y="3407870"/>
              <a:chExt cx="3124200" cy="2194834"/>
            </a:xfrm>
          </p:grpSpPr>
          <p:sp>
            <p:nvSpPr>
              <p:cNvPr id="1048783" name="圆角矩形 23">
                <a:extLst>
                  <a:ext uri="{FF2B5EF4-FFF2-40B4-BE49-F238E27FC236}">
                    <a16:creationId xmlns:a16="http://schemas.microsoft.com/office/drawing/2014/main" id="{C6EFA6C3-8550-4F9C-7227-39329649664D}"/>
                  </a:ext>
                </a:extLst>
              </p:cNvPr>
              <p:cNvSpPr/>
              <p:nvPr/>
            </p:nvSpPr>
            <p:spPr>
              <a:xfrm>
                <a:off x="8394700" y="4186071"/>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1048785" name="文本框 1048784">
                <a:extLst>
                  <a:ext uri="{FF2B5EF4-FFF2-40B4-BE49-F238E27FC236}">
                    <a16:creationId xmlns:a16="http://schemas.microsoft.com/office/drawing/2014/main" id="{708F7E1C-93C5-B6C2-3828-01581CFD5F0D}"/>
                  </a:ext>
                </a:extLst>
              </p:cNvPr>
              <p:cNvSpPr txBox="1"/>
              <p:nvPr/>
            </p:nvSpPr>
            <p:spPr>
              <a:xfrm>
                <a:off x="8514379" y="4680134"/>
                <a:ext cx="2921028" cy="738023"/>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炉门启闭频繁且集中换向，导致炉压大幅波动；负压时吸入冷风，正压时火苗烟气外溢，破坏温度场稳定。</a:t>
                </a:r>
              </a:p>
            </p:txBody>
          </p:sp>
          <p:grpSp>
            <p:nvGrpSpPr>
              <p:cNvPr id="1048786" name="组合 1048785">
                <a:extLst>
                  <a:ext uri="{FF2B5EF4-FFF2-40B4-BE49-F238E27FC236}">
                    <a16:creationId xmlns:a16="http://schemas.microsoft.com/office/drawing/2014/main" id="{D65C92F2-3F9D-BDC6-09E9-C01AFF834751}"/>
                  </a:ext>
                </a:extLst>
              </p:cNvPr>
              <p:cNvGrpSpPr/>
              <p:nvPr/>
            </p:nvGrpSpPr>
            <p:grpSpPr>
              <a:xfrm>
                <a:off x="8514374" y="3407870"/>
                <a:ext cx="500759" cy="500756"/>
                <a:chOff x="3866383" y="2794007"/>
                <a:chExt cx="444222" cy="444220"/>
              </a:xfrm>
            </p:grpSpPr>
            <p:sp>
              <p:nvSpPr>
                <p:cNvPr id="1048787" name="圆角矩形 27">
                  <a:extLst>
                    <a:ext uri="{FF2B5EF4-FFF2-40B4-BE49-F238E27FC236}">
                      <a16:creationId xmlns:a16="http://schemas.microsoft.com/office/drawing/2014/main" id="{21D9A9CB-1C70-1434-D108-5F46E927E9F9}"/>
                    </a:ext>
                  </a:extLst>
                </p:cNvPr>
                <p:cNvSpPr/>
                <p:nvPr/>
              </p:nvSpPr>
              <p:spPr>
                <a:xfrm>
                  <a:off x="3866383" y="2794007"/>
                  <a:ext cx="444222" cy="444220"/>
                </a:xfrm>
                <a:prstGeom prst="roundRect">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048788" name="任意多边形 28">
                  <a:extLst>
                    <a:ext uri="{FF2B5EF4-FFF2-40B4-BE49-F238E27FC236}">
                      <a16:creationId xmlns:a16="http://schemas.microsoft.com/office/drawing/2014/main" id="{7AC843D2-E539-F550-702E-9164E299E146}"/>
                    </a:ext>
                  </a:extLst>
                </p:cNvPr>
                <p:cNvSpPr/>
                <p:nvPr/>
              </p:nvSpPr>
              <p:spPr bwMode="auto">
                <a:xfrm>
                  <a:off x="3985714" y="2939032"/>
                  <a:ext cx="205561" cy="154170"/>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a:noFill/>
                </a:ln>
              </p:spPr>
              <p:txBody>
                <a:bodyPr/>
                <a:lstStyle/>
                <a:p>
                  <a:endParaRPr lang="zh-CN" altLang="en-US" dirty="0"/>
                </a:p>
              </p:txBody>
            </p:sp>
          </p:grpSp>
        </p:grpSp>
      </p:grpSp>
      <p:sp>
        <p:nvSpPr>
          <p:cNvPr id="1048802" name="Line 14">
            <a:extLst>
              <a:ext uri="{FF2B5EF4-FFF2-40B4-BE49-F238E27FC236}">
                <a16:creationId xmlns:a16="http://schemas.microsoft.com/office/drawing/2014/main" id="{E01D8D51-526F-5771-6EC4-26E25760DFDB}"/>
              </a:ext>
            </a:extLst>
          </p:cNvPr>
          <p:cNvSpPr>
            <a:spLocks noChangeShapeType="1"/>
          </p:cNvSpPr>
          <p:nvPr/>
        </p:nvSpPr>
        <p:spPr bwMode="auto">
          <a:xfrm>
            <a:off x="1381474" y="4085672"/>
            <a:ext cx="9339768" cy="26381"/>
          </a:xfrm>
          <a:prstGeom prst="line">
            <a:avLst/>
          </a:prstGeom>
          <a:noFill/>
          <a:ln w="5715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8806" name="圆角矩形 23">
            <a:extLst>
              <a:ext uri="{FF2B5EF4-FFF2-40B4-BE49-F238E27FC236}">
                <a16:creationId xmlns:a16="http://schemas.microsoft.com/office/drawing/2014/main" id="{BBD17750-B375-AF04-0426-2C901EC8D464}"/>
              </a:ext>
            </a:extLst>
          </p:cNvPr>
          <p:cNvSpPr/>
          <p:nvPr/>
        </p:nvSpPr>
        <p:spPr>
          <a:xfrm>
            <a:off x="10920157" y="3553146"/>
            <a:ext cx="1106191" cy="1337492"/>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r>
              <a:rPr lang="zh-CN" altLang="en-US" sz="2000" b="1" dirty="0">
                <a:solidFill>
                  <a:srgbClr val="0000CC"/>
                </a:solidFill>
              </a:rPr>
              <a:t>煤气消耗量</a:t>
            </a:r>
          </a:p>
          <a:p>
            <a:r>
              <a:rPr lang="en-US" altLang="zh-CN" sz="2000" b="1" dirty="0">
                <a:solidFill>
                  <a:srgbClr val="0000CC"/>
                </a:solidFill>
              </a:rPr>
              <a:t>48.5 m3 /t</a:t>
            </a:r>
          </a:p>
        </p:txBody>
      </p:sp>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824" name="任意多边形 9"/>
          <p:cNvSpPr/>
          <p:nvPr>
            <p:custDataLst>
              <p:tags r:id="rId3"/>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27"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计划阶段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2" name="燕尾形箭头 27"/>
          <p:cNvSpPr/>
          <p:nvPr>
            <p:custDataLst>
              <p:tags r:id="rId5"/>
            </p:custDataLst>
          </p:nvPr>
        </p:nvSpPr>
        <p:spPr bwMode="auto">
          <a:xfrm>
            <a:off x="2053273" y="840740"/>
            <a:ext cx="2041649" cy="511972"/>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37" name="文本框 28"/>
          <p:cNvSpPr txBox="1"/>
          <p:nvPr>
            <p:custDataLst>
              <p:tags r:id="rId6"/>
            </p:custDataLst>
          </p:nvPr>
        </p:nvSpPr>
        <p:spPr>
          <a:xfrm>
            <a:off x="2239645" y="904875"/>
            <a:ext cx="1755885" cy="41275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确定主要原因</a:t>
            </a:r>
          </a:p>
        </p:txBody>
      </p:sp>
      <p:sp>
        <p:nvSpPr>
          <p:cNvPr id="6" name="TextBox 2">
            <a:extLst>
              <a:ext uri="{FF2B5EF4-FFF2-40B4-BE49-F238E27FC236}">
                <a16:creationId xmlns:a16="http://schemas.microsoft.com/office/drawing/2014/main" id="{A1931D5A-1A83-971F-FBB6-F4DEBA04865F}"/>
              </a:ext>
            </a:extLst>
          </p:cNvPr>
          <p:cNvSpPr txBox="1">
            <a:spLocks noChangeArrowheads="1"/>
          </p:cNvSpPr>
          <p:nvPr/>
        </p:nvSpPr>
        <p:spPr bwMode="auto">
          <a:xfrm>
            <a:off x="693506" y="1517372"/>
            <a:ext cx="11095903"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黑体" panose="02010609060101010101" pitchFamily="49" charset="-122"/>
                <a:ea typeface="黑体" panose="02010609060101010101" pitchFamily="49" charset="-122"/>
              </a:rPr>
              <a:t>1</a:t>
            </a:r>
            <a:r>
              <a:rPr lang="zh-CN" altLang="en-US" sz="2400" b="1" dirty="0">
                <a:solidFill>
                  <a:srgbClr val="0000CC"/>
                </a:solidFill>
                <a:latin typeface="黑体" panose="02010609060101010101" pitchFamily="49" charset="-122"/>
                <a:ea typeface="黑体" panose="02010609060101010101" pitchFamily="49" charset="-122"/>
              </a:rPr>
              <a:t>、轧线节奏变化时，操作员手动给定空气、煤气流量的动作，相比炉膛实际热需求存在平均大于 </a:t>
            </a:r>
            <a:r>
              <a:rPr lang="en-US" altLang="zh-CN" sz="2400" b="1" dirty="0">
                <a:solidFill>
                  <a:srgbClr val="0000CC"/>
                </a:solidFill>
                <a:latin typeface="黑体" panose="02010609060101010101" pitchFamily="49" charset="-122"/>
                <a:ea typeface="黑体" panose="02010609060101010101" pitchFamily="49" charset="-122"/>
              </a:rPr>
              <a:t>120</a:t>
            </a:r>
            <a:r>
              <a:rPr lang="zh-CN" altLang="en-US" sz="2400" b="1" dirty="0">
                <a:solidFill>
                  <a:srgbClr val="0000CC"/>
                </a:solidFill>
                <a:latin typeface="黑体" panose="02010609060101010101" pitchFamily="49" charset="-122"/>
                <a:ea typeface="黑体" panose="02010609060101010101" pitchFamily="49" charset="-122"/>
              </a:rPr>
              <a:t>秒的滞后，引发了频繁的过烧或欠烧现象，是造成能源浪费的直接人为因素。</a:t>
            </a:r>
            <a:endParaRPr lang="en-US" altLang="zh-CN" sz="2400" b="1" dirty="0">
              <a:solidFill>
                <a:srgbClr val="0000CC"/>
              </a:solidFill>
              <a:latin typeface="黑体" panose="02010609060101010101" pitchFamily="49" charset="-122"/>
              <a:ea typeface="黑体" panose="02010609060101010101" pitchFamily="49" charset="-122"/>
            </a:endParaRPr>
          </a:p>
          <a:p>
            <a:pPr eaLnBrk="1" hangingPunct="1"/>
            <a:r>
              <a:rPr lang="en-US" altLang="zh-CN" sz="2400" b="1" dirty="0">
                <a:solidFill>
                  <a:srgbClr val="0000CC"/>
                </a:solidFill>
                <a:latin typeface="黑体" panose="02010609060101010101" pitchFamily="49" charset="-122"/>
                <a:ea typeface="黑体" panose="02010609060101010101" pitchFamily="49" charset="-122"/>
              </a:rPr>
              <a:t>2</a:t>
            </a:r>
            <a:r>
              <a:rPr lang="zh-CN" altLang="en-US" sz="2400" b="1" dirty="0">
                <a:solidFill>
                  <a:srgbClr val="0000CC"/>
                </a:solidFill>
                <a:latin typeface="黑体" panose="02010609060101010101" pitchFamily="49" charset="-122"/>
                <a:ea typeface="黑体" panose="02010609060101010101" pitchFamily="49" charset="-122"/>
              </a:rPr>
              <a:t>、缺乏交叉限幅算法，升降温动态失调影响较多。</a:t>
            </a:r>
            <a:endParaRPr lang="en-US" altLang="zh-CN" sz="2400" b="1" dirty="0">
              <a:solidFill>
                <a:srgbClr val="0000CC"/>
              </a:solidFill>
              <a:latin typeface="黑体" panose="02010609060101010101" pitchFamily="49" charset="-122"/>
              <a:ea typeface="黑体" panose="02010609060101010101" pitchFamily="49" charset="-122"/>
            </a:endParaRPr>
          </a:p>
          <a:p>
            <a:pPr eaLnBrk="1" hangingPunct="1"/>
            <a:r>
              <a:rPr lang="en-US" altLang="zh-CN" sz="2400" b="1" dirty="0">
                <a:solidFill>
                  <a:srgbClr val="0000CC"/>
                </a:solidFill>
                <a:latin typeface="黑体" panose="02010609060101010101" pitchFamily="49" charset="-122"/>
                <a:ea typeface="黑体" panose="02010609060101010101" pitchFamily="49" charset="-122"/>
              </a:rPr>
              <a:t>3</a:t>
            </a:r>
            <a:r>
              <a:rPr lang="zh-CN" altLang="en-US" sz="2400" b="1" dirty="0">
                <a:solidFill>
                  <a:srgbClr val="0000CC"/>
                </a:solidFill>
                <a:latin typeface="黑体" panose="02010609060101010101" pitchFamily="49" charset="-122"/>
                <a:ea typeface="黑体" panose="02010609060101010101" pitchFamily="49" charset="-122"/>
              </a:rPr>
              <a:t>、查明全炉仅在烟道尾部设置了一处残氧仪，且其仿真量信号接入 </a:t>
            </a:r>
            <a:r>
              <a:rPr lang="en-US" altLang="zh-CN" sz="2400" b="1" dirty="0">
                <a:solidFill>
                  <a:srgbClr val="0000CC"/>
                </a:solidFill>
                <a:latin typeface="黑体" panose="02010609060101010101" pitchFamily="49" charset="-122"/>
                <a:ea typeface="黑体" panose="02010609060101010101" pitchFamily="49" charset="-122"/>
              </a:rPr>
              <a:t>PLC </a:t>
            </a:r>
            <a:r>
              <a:rPr lang="zh-CN" altLang="en-US" sz="2400" b="1" dirty="0">
                <a:solidFill>
                  <a:srgbClr val="0000CC"/>
                </a:solidFill>
                <a:latin typeface="黑体" panose="02010609060101010101" pitchFamily="49" charset="-122"/>
                <a:ea typeface="黑体" panose="02010609060101010101" pitchFamily="49" charset="-122"/>
              </a:rPr>
              <a:t>后仅作 </a:t>
            </a:r>
            <a:r>
              <a:rPr lang="en-US" altLang="zh-CN" sz="2400" b="1" dirty="0">
                <a:solidFill>
                  <a:srgbClr val="0000CC"/>
                </a:solidFill>
                <a:latin typeface="黑体" panose="02010609060101010101" pitchFamily="49" charset="-122"/>
                <a:ea typeface="黑体" panose="02010609060101010101" pitchFamily="49" charset="-122"/>
              </a:rPr>
              <a:t>HMI </a:t>
            </a:r>
            <a:r>
              <a:rPr lang="zh-CN" altLang="en-US" sz="2400" b="1" dirty="0">
                <a:solidFill>
                  <a:srgbClr val="0000CC"/>
                </a:solidFill>
                <a:latin typeface="黑体" panose="02010609060101010101" pitchFamily="49" charset="-122"/>
                <a:ea typeface="黑体" panose="02010609060101010101" pitchFamily="49" charset="-122"/>
              </a:rPr>
              <a:t>画面显示，完全未引入任何死循环控制模型。这意味着系统对因煤气热值波动引起的空燃比偏差处于「盲目」状态，无法实现自动修正。 </a:t>
            </a:r>
            <a:endParaRPr lang="en-US" altLang="zh-CN" sz="2400" b="1" dirty="0">
              <a:solidFill>
                <a:srgbClr val="0000CC"/>
              </a:solidFill>
              <a:latin typeface="黑体" panose="02010609060101010101" pitchFamily="49" charset="-122"/>
              <a:ea typeface="黑体" panose="02010609060101010101" pitchFamily="49" charset="-122"/>
            </a:endParaRPr>
          </a:p>
          <a:p>
            <a:pPr eaLnBrk="1" hangingPunct="1"/>
            <a:r>
              <a:rPr lang="en-US" altLang="zh-CN" sz="2400" b="1" dirty="0">
                <a:solidFill>
                  <a:srgbClr val="0000CC"/>
                </a:solidFill>
                <a:latin typeface="黑体" panose="02010609060101010101" pitchFamily="49" charset="-122"/>
                <a:ea typeface="黑体" panose="02010609060101010101" pitchFamily="49" charset="-122"/>
              </a:rPr>
              <a:t>4.</a:t>
            </a:r>
            <a:r>
              <a:rPr lang="zh-CN" altLang="en-US" sz="2400" b="1" dirty="0">
                <a:solidFill>
                  <a:srgbClr val="0000CC"/>
                </a:solidFill>
                <a:latin typeface="黑体" panose="02010609060101010101" pitchFamily="49" charset="-122"/>
                <a:ea typeface="黑体" panose="02010609060101010101" pitchFamily="49" charset="-122"/>
              </a:rPr>
              <a:t>大修前烧嘴、煤气管道及阀门执行器存在机械缺陷与磨损，导致流量控制不精准。大修前现场阀门执行机构磨损严重、死区过大，实际开度与 </a:t>
            </a:r>
            <a:r>
              <a:rPr lang="en-US" altLang="zh-CN" sz="2400" b="1" dirty="0">
                <a:solidFill>
                  <a:srgbClr val="0000CC"/>
                </a:solidFill>
                <a:latin typeface="黑体" panose="02010609060101010101" pitchFamily="49" charset="-122"/>
                <a:ea typeface="黑体" panose="02010609060101010101" pitchFamily="49" charset="-122"/>
              </a:rPr>
              <a:t>PLC </a:t>
            </a:r>
            <a:r>
              <a:rPr lang="zh-CN" altLang="en-US" sz="2400" b="1" dirty="0">
                <a:solidFill>
                  <a:srgbClr val="0000CC"/>
                </a:solidFill>
                <a:latin typeface="黑体" panose="02010609060101010101" pitchFamily="49" charset="-122"/>
                <a:ea typeface="黑体" panose="02010609060101010101" pitchFamily="49" charset="-122"/>
              </a:rPr>
              <a:t>动作指令不匹配；且旧管道与老烧嘴雾化燃烧效率低。这种底层硬件的物理缺陷，导致即使系统给出正确指令，现场硬件也无法精准执行，直接影响了空燃比的控制精度与加热效率。</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824" name="任意多边形 9"/>
          <p:cNvSpPr/>
          <p:nvPr>
            <p:custDataLst>
              <p:tags r:id="rId3"/>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27"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计划</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3" name="燕尾形箭头 27"/>
          <p:cNvSpPr/>
          <p:nvPr>
            <p:custDataLst>
              <p:tags r:id="rId5"/>
            </p:custDataLst>
          </p:nvPr>
        </p:nvSpPr>
        <p:spPr bwMode="auto">
          <a:xfrm>
            <a:off x="2053273" y="840740"/>
            <a:ext cx="1611313" cy="511972"/>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37" name="文本框 28"/>
          <p:cNvSpPr txBox="1"/>
          <p:nvPr>
            <p:custDataLst>
              <p:tags r:id="rId6"/>
            </p:custDataLst>
          </p:nvPr>
        </p:nvSpPr>
        <p:spPr>
          <a:xfrm>
            <a:off x="2239645" y="904875"/>
            <a:ext cx="1285875" cy="41275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制定对策</a:t>
            </a:r>
          </a:p>
        </p:txBody>
      </p:sp>
      <p:graphicFrame>
        <p:nvGraphicFramePr>
          <p:cNvPr id="6" name="表格 5">
            <a:extLst>
              <a:ext uri="{FF2B5EF4-FFF2-40B4-BE49-F238E27FC236}">
                <a16:creationId xmlns:a16="http://schemas.microsoft.com/office/drawing/2014/main" id="{2D28D08E-1D52-E863-0E06-848EBC9317E1}"/>
              </a:ext>
            </a:extLst>
          </p:cNvPr>
          <p:cNvGraphicFramePr>
            <a:graphicFrameLocks noGrp="1"/>
          </p:cNvGraphicFramePr>
          <p:nvPr>
            <p:extLst>
              <p:ext uri="{D42A27DB-BD31-4B8C-83A1-F6EECF244321}">
                <p14:modId xmlns:p14="http://schemas.microsoft.com/office/powerpoint/2010/main" val="414074383"/>
              </p:ext>
            </p:extLst>
          </p:nvPr>
        </p:nvGraphicFramePr>
        <p:xfrm>
          <a:off x="592358" y="1706244"/>
          <a:ext cx="11007283" cy="4816432"/>
        </p:xfrm>
        <a:graphic>
          <a:graphicData uri="http://schemas.openxmlformats.org/drawingml/2006/table">
            <a:tbl>
              <a:tblPr firstRow="1" bandRow="1">
                <a:effectLst/>
                <a:tableStyleId>{5C22544A-7EE6-4342-B048-85BDC9FD1C3A}</a:tableStyleId>
              </a:tblPr>
              <a:tblGrid>
                <a:gridCol w="934580">
                  <a:extLst>
                    <a:ext uri="{9D8B030D-6E8A-4147-A177-3AD203B41FA5}">
                      <a16:colId xmlns:a16="http://schemas.microsoft.com/office/drawing/2014/main" val="20000"/>
                    </a:ext>
                  </a:extLst>
                </a:gridCol>
                <a:gridCol w="3738322">
                  <a:extLst>
                    <a:ext uri="{9D8B030D-6E8A-4147-A177-3AD203B41FA5}">
                      <a16:colId xmlns:a16="http://schemas.microsoft.com/office/drawing/2014/main" val="20001"/>
                    </a:ext>
                  </a:extLst>
                </a:gridCol>
                <a:gridCol w="6334381">
                  <a:extLst>
                    <a:ext uri="{9D8B030D-6E8A-4147-A177-3AD203B41FA5}">
                      <a16:colId xmlns:a16="http://schemas.microsoft.com/office/drawing/2014/main" val="20002"/>
                    </a:ext>
                  </a:extLst>
                </a:gridCol>
              </a:tblGrid>
              <a:tr h="701139">
                <a:tc>
                  <a:txBody>
                    <a:bodyPr/>
                    <a:lstStyle/>
                    <a:p>
                      <a:r>
                        <a:rPr lang="zh-CN" altLang="en-US" sz="2000" b="1" dirty="0">
                          <a:solidFill>
                            <a:srgbClr val="0000CC"/>
                          </a:solidFill>
                          <a:latin typeface="黑体" pitchFamily="49" charset="-122"/>
                          <a:ea typeface="黑体" pitchFamily="49" charset="-122"/>
                        </a:rPr>
                        <a:t>序号</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CC"/>
                          </a:solidFill>
                          <a:latin typeface="黑体" pitchFamily="49" charset="-122"/>
                          <a:ea typeface="黑体" pitchFamily="49" charset="-122"/>
                        </a:rPr>
                        <a:t>要因 </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制定对策</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005982">
                <a:tc>
                  <a:txBody>
                    <a:bodyPr/>
                    <a:lstStyle/>
                    <a:p>
                      <a:r>
                        <a:rPr lang="en-US" altLang="zh-CN" sz="2000" b="1" dirty="0">
                          <a:solidFill>
                            <a:srgbClr val="0000CC"/>
                          </a:solidFill>
                          <a:latin typeface="黑体" pitchFamily="49" charset="-122"/>
                          <a:ea typeface="黑体" pitchFamily="49" charset="-122"/>
                        </a:rPr>
                        <a:t>1</a:t>
                      </a:r>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cs typeface="宋体" pitchFamily="2" charset="-122"/>
                          <a:sym typeface="Arial" pitchFamily="34" charset="0"/>
                        </a:rPr>
                        <a:t>手动操作滞后无法适应时变工况</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上线</a:t>
                      </a:r>
                      <a:r>
                        <a:rPr lang="en-US" altLang="zh-CN" sz="2000" b="1" dirty="0">
                          <a:solidFill>
                            <a:srgbClr val="0000CC"/>
                          </a:solidFill>
                          <a:latin typeface="黑体" pitchFamily="49" charset="-122"/>
                          <a:ea typeface="黑体" pitchFamily="49" charset="-122"/>
                        </a:rPr>
                        <a:t>L2</a:t>
                      </a:r>
                      <a:r>
                        <a:rPr lang="zh-CN" altLang="en-US" sz="2000" b="1" dirty="0">
                          <a:solidFill>
                            <a:srgbClr val="0000CC"/>
                          </a:solidFill>
                          <a:latin typeface="黑体" pitchFamily="49" charset="-122"/>
                          <a:ea typeface="黑体" pitchFamily="49" charset="-122"/>
                        </a:rPr>
                        <a:t>系统，引入基于</a:t>
                      </a:r>
                      <a:r>
                        <a:rPr lang="en-US" altLang="zh-CN" sz="2000" b="1" dirty="0">
                          <a:solidFill>
                            <a:srgbClr val="0000CC"/>
                          </a:solidFill>
                          <a:latin typeface="黑体" pitchFamily="49" charset="-122"/>
                          <a:ea typeface="黑体" pitchFamily="49" charset="-122"/>
                        </a:rPr>
                        <a:t>RBR</a:t>
                      </a:r>
                      <a:r>
                        <a:rPr lang="zh-CN" altLang="en-US" sz="2000" b="1" dirty="0">
                          <a:solidFill>
                            <a:srgbClr val="0000CC"/>
                          </a:solidFill>
                          <a:latin typeface="黑体" pitchFamily="49" charset="-122"/>
                          <a:ea typeface="黑体" pitchFamily="49" charset="-122"/>
                        </a:rPr>
                        <a:t>的自动化控制模型</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310824">
                <a:tc>
                  <a:txBody>
                    <a:bodyPr/>
                    <a:lstStyle/>
                    <a:p>
                      <a:r>
                        <a:rPr lang="en-US" altLang="zh-CN" sz="2000" b="1" dirty="0">
                          <a:solidFill>
                            <a:srgbClr val="0000CC"/>
                          </a:solidFill>
                          <a:latin typeface="黑体" pitchFamily="49" charset="-122"/>
                          <a:ea typeface="黑体" pitchFamily="49" charset="-122"/>
                        </a:rPr>
                        <a:t>2</a:t>
                      </a:r>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缺乏双交叉限幅导致动态配风失调</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完善</a:t>
                      </a:r>
                      <a:r>
                        <a:rPr lang="en-US" altLang="zh-CN" sz="2000" b="1" dirty="0">
                          <a:solidFill>
                            <a:srgbClr val="0000CC"/>
                          </a:solidFill>
                          <a:latin typeface="黑体" pitchFamily="49" charset="-122"/>
                          <a:ea typeface="黑体" pitchFamily="49" charset="-122"/>
                        </a:rPr>
                        <a:t>L1</a:t>
                      </a:r>
                      <a:r>
                        <a:rPr lang="zh-CN" altLang="en-US" sz="2000" b="1" dirty="0">
                          <a:solidFill>
                            <a:srgbClr val="0000CC"/>
                          </a:solidFill>
                          <a:latin typeface="黑体" pitchFamily="49" charset="-122"/>
                          <a:ea typeface="黑体" pitchFamily="49" charset="-122"/>
                        </a:rPr>
                        <a:t>系统，部署双交叉限幅 </a:t>
                      </a:r>
                      <a:r>
                        <a:rPr lang="en-US" altLang="zh-CN" sz="2000" b="1" dirty="0">
                          <a:solidFill>
                            <a:srgbClr val="0000CC"/>
                          </a:solidFill>
                          <a:latin typeface="黑体" pitchFamily="49" charset="-122"/>
                          <a:ea typeface="黑体" pitchFamily="49" charset="-122"/>
                        </a:rPr>
                        <a:t>PID </a:t>
                      </a:r>
                      <a:r>
                        <a:rPr lang="zh-CN" altLang="en-US" sz="2000" b="1" dirty="0">
                          <a:solidFill>
                            <a:srgbClr val="0000CC"/>
                          </a:solidFill>
                          <a:latin typeface="黑体" pitchFamily="49" charset="-122"/>
                          <a:ea typeface="黑体" pitchFamily="49" charset="-122"/>
                        </a:rPr>
                        <a:t>控制算法</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01139">
                <a:tc>
                  <a:txBody>
                    <a:bodyPr/>
                    <a:lstStyle/>
                    <a:p>
                      <a:r>
                        <a:rPr lang="en-US" altLang="zh-CN" sz="2000" b="1" dirty="0">
                          <a:solidFill>
                            <a:srgbClr val="0000CC"/>
                          </a:solidFill>
                          <a:latin typeface="黑体" pitchFamily="49" charset="-122"/>
                          <a:ea typeface="黑体" pitchFamily="49" charset="-122"/>
                        </a:rPr>
                        <a:t>3</a:t>
                      </a:r>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各段残氧量死循环反馈缺失</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升级传感器架构并建立残氧死循环修正模型</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6296">
                <a:tc>
                  <a:txBody>
                    <a:bodyPr/>
                    <a:lstStyle/>
                    <a:p>
                      <a:r>
                        <a:rPr lang="en-US" altLang="zh-CN" sz="2000" b="1" dirty="0">
                          <a:solidFill>
                            <a:srgbClr val="0000CC"/>
                          </a:solidFill>
                          <a:latin typeface="黑体" pitchFamily="49" charset="-122"/>
                          <a:ea typeface="黑体" pitchFamily="49" charset="-122"/>
                        </a:rPr>
                        <a:t>4</a:t>
                      </a:r>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设备老旧，先期设计不符合当前工艺环保要求</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烧嘴改造，煤气管道改造，阀门执行器改造</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6296">
                <a:tc>
                  <a:txBody>
                    <a:bodyPr/>
                    <a:lstStyle/>
                    <a:p>
                      <a:r>
                        <a:rPr lang="en-US" altLang="zh-CN" sz="2000" b="1" dirty="0">
                          <a:solidFill>
                            <a:srgbClr val="0000CC"/>
                          </a:solidFill>
                          <a:latin typeface="黑体" pitchFamily="49" charset="-122"/>
                          <a:ea typeface="黑体" pitchFamily="49" charset="-122"/>
                        </a:rPr>
                        <a:t>5</a:t>
                      </a:r>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2000" b="1">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实施阶段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961" name="燕尾形箭头 27"/>
          <p:cNvSpPr/>
          <p:nvPr>
            <p:custDataLst>
              <p:tags r:id="rId5"/>
            </p:custDataLst>
          </p:nvPr>
        </p:nvSpPr>
        <p:spPr bwMode="auto">
          <a:xfrm>
            <a:off x="2096135" y="857885"/>
            <a:ext cx="2058422"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p:cNvSpPr txBox="1"/>
          <p:nvPr>
            <p:custDataLst>
              <p:tags r:id="rId6"/>
            </p:custDataLst>
          </p:nvPr>
        </p:nvSpPr>
        <p:spPr>
          <a:xfrm>
            <a:off x="2212216" y="902140"/>
            <a:ext cx="1826260" cy="44577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燃烧器更换</a:t>
            </a:r>
          </a:p>
        </p:txBody>
      </p:sp>
      <p:sp>
        <p:nvSpPr>
          <p:cNvPr id="4" name="文本框 3">
            <a:extLst>
              <a:ext uri="{FF2B5EF4-FFF2-40B4-BE49-F238E27FC236}">
                <a16:creationId xmlns:a16="http://schemas.microsoft.com/office/drawing/2014/main" id="{0776DE66-EA22-1D2D-9044-A917B7F9D821}"/>
              </a:ext>
            </a:extLst>
          </p:cNvPr>
          <p:cNvSpPr txBox="1"/>
          <p:nvPr/>
        </p:nvSpPr>
        <p:spPr>
          <a:xfrm>
            <a:off x="762827" y="2432931"/>
            <a:ext cx="6097656" cy="3363741"/>
          </a:xfrm>
          <a:prstGeom prst="rect">
            <a:avLst/>
          </a:prstGeom>
          <a:noFill/>
        </p:spPr>
        <p:txBody>
          <a:bodyPr wrap="square">
            <a:spAutoFit/>
          </a:bodyPr>
          <a:lstStyle/>
          <a:p>
            <a:pPr indent="355600" algn="just">
              <a:lnSpc>
                <a:spcPct val="150000"/>
              </a:lnSpc>
              <a:buNone/>
            </a:pPr>
            <a:r>
              <a:rPr lang="zh-CN" altLang="zh-CN" sz="1800" kern="100" dirty="0">
                <a:effectLst/>
                <a:latin typeface="Times New Roman" panose="02020603050405020304" pitchFamily="18" charset="0"/>
                <a:ea typeface="宋体" panose="02010600030101010101" pitchFamily="2" charset="-122"/>
              </a:rPr>
              <a:t>将现有燃烧器更换为超低氮燃烧器。通过高速射流、空气分级、烟气循环等技术措施，形成稳定、连续和均匀的火焰，实现低</a:t>
            </a:r>
            <a:r>
              <a:rPr lang="en-US" altLang="zh-CN" sz="1800" kern="100" dirty="0">
                <a:effectLst/>
                <a:latin typeface="Times New Roman" panose="02020603050405020304" pitchFamily="18" charset="0"/>
                <a:ea typeface="宋体" panose="02010600030101010101" pitchFamily="2" charset="-122"/>
              </a:rPr>
              <a:t>NOx</a:t>
            </a:r>
            <a:r>
              <a:rPr lang="zh-CN" altLang="zh-CN" sz="1800" kern="100" dirty="0">
                <a:effectLst/>
                <a:latin typeface="Times New Roman" panose="02020603050405020304" pitchFamily="18" charset="0"/>
                <a:ea typeface="宋体" panose="02010600030101010101" pitchFamily="2" charset="-122"/>
              </a:rPr>
              <a:t>燃烧。</a:t>
            </a:r>
            <a:endParaRPr lang="zh-CN" altLang="zh-CN" sz="1200" kern="100" dirty="0">
              <a:effectLst/>
              <a:latin typeface="Times New Roman" panose="02020603050405020304" pitchFamily="18" charset="0"/>
              <a:ea typeface="宋体" panose="02010600030101010101" pitchFamily="2" charset="-122"/>
            </a:endParaRPr>
          </a:p>
          <a:p>
            <a:pPr indent="355600" algn="just">
              <a:lnSpc>
                <a:spcPct val="150000"/>
              </a:lnSpc>
              <a:buNone/>
            </a:pPr>
            <a:r>
              <a:rPr lang="zh-CN" altLang="zh-CN" sz="1800" kern="100" dirty="0">
                <a:effectLst/>
                <a:latin typeface="Times New Roman" panose="02020603050405020304" pitchFamily="18" charset="0"/>
                <a:ea typeface="宋体" panose="02010600030101010101" pitchFamily="2" charset="-122"/>
              </a:rPr>
              <a:t>同时燃烧器设置有中心风，以增大燃烧器的调节比。在供热负荷小，燃烧器的空煤气流量较低时，使用中心风，以保证煤气流股具有足够的喷出速度和动能，确保火焰形态和加热质量，避免出现小负荷时候，火焰偏软，火焰上飘等问题。</a:t>
            </a:r>
            <a:endParaRPr lang="zh-CN" altLang="zh-CN" sz="1200" kern="100" dirty="0">
              <a:effectLst/>
              <a:latin typeface="Times New Roman" panose="02020603050405020304" pitchFamily="18" charset="0"/>
              <a:ea typeface="宋体" panose="02010600030101010101" pitchFamily="2" charset="-122"/>
            </a:endParaRPr>
          </a:p>
        </p:txBody>
      </p:sp>
      <p:graphicFrame>
        <p:nvGraphicFramePr>
          <p:cNvPr id="5" name="表格 4">
            <a:extLst>
              <a:ext uri="{FF2B5EF4-FFF2-40B4-BE49-F238E27FC236}">
                <a16:creationId xmlns:a16="http://schemas.microsoft.com/office/drawing/2014/main" id="{50506B3C-68F3-DAB2-D591-E98C093997B6}"/>
              </a:ext>
            </a:extLst>
          </p:cNvPr>
          <p:cNvGraphicFramePr>
            <a:graphicFrameLocks noGrp="1"/>
          </p:cNvGraphicFramePr>
          <p:nvPr>
            <p:extLst>
              <p:ext uri="{D42A27DB-BD31-4B8C-83A1-F6EECF244321}">
                <p14:modId xmlns:p14="http://schemas.microsoft.com/office/powerpoint/2010/main" val="533798411"/>
              </p:ext>
            </p:extLst>
          </p:nvPr>
        </p:nvGraphicFramePr>
        <p:xfrm>
          <a:off x="6976564" y="857885"/>
          <a:ext cx="4523010" cy="2915920"/>
        </p:xfrm>
        <a:graphic>
          <a:graphicData uri="http://schemas.openxmlformats.org/drawingml/2006/table">
            <a:tbl>
              <a:tblPr/>
              <a:tblGrid>
                <a:gridCol w="4523010">
                  <a:extLst>
                    <a:ext uri="{9D8B030D-6E8A-4147-A177-3AD203B41FA5}">
                      <a16:colId xmlns:a16="http://schemas.microsoft.com/office/drawing/2014/main" val="3142289320"/>
                    </a:ext>
                  </a:extLst>
                </a:gridCol>
              </a:tblGrid>
              <a:tr h="335280">
                <a:tc>
                  <a:txBody>
                    <a:bodyPr/>
                    <a:lstStyle/>
                    <a:p>
                      <a:pPr marL="0" lvl="0" indent="0" algn="ctr" defTabSz="914400" rtl="0" eaLnBrk="1" fontAlgn="base" latinLnBrk="1" hangingPunct="1">
                        <a:lnSpc>
                          <a:spcPct val="110000"/>
                        </a:lnSpc>
                        <a:spcBef>
                          <a:spcPct val="70000"/>
                        </a:spcBef>
                        <a:spcAft>
                          <a:spcPct val="0"/>
                        </a:spcAft>
                        <a:buClr>
                          <a:srgbClr val="00366C"/>
                        </a:buClr>
                        <a:buFont typeface="Wingdings" panose="05000000000000000000" pitchFamily="2" charset="2"/>
                        <a:buNone/>
                      </a:pPr>
                      <a:r>
                        <a:rPr lang="ko-KR" altLang="en-US"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改善前</a:t>
                      </a:r>
                    </a:p>
                  </a:txBody>
                  <a:tcPr marT="45715" marB="45715">
                    <a:lnL w="28575" cap="flat" cmpd="sng">
                      <a:solidFill>
                        <a:schemeClr val="tx1"/>
                      </a:solidFill>
                      <a:prstDash val="soli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3069525319"/>
                  </a:ext>
                </a:extLst>
              </a:tr>
              <a:tr h="2580640">
                <a:tc>
                  <a:txBody>
                    <a:bodyPr/>
                    <a:lstStyle/>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chemeClr val="tx1"/>
                        </a:solidFill>
                        <a:latin typeface="Gulim" panose="020B0600000101010101" pitchFamily="34" charset="-127"/>
                        <a:ea typeface="黑体" panose="02010609060101010101" pitchFamily="2" charset="-122"/>
                        <a:cs typeface="黑体" panose="02010609060101010101" pitchFamily="2" charset="-122"/>
                      </a:endParaRPr>
                    </a:p>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rgbClr val="FF0000"/>
                        </a:solidFill>
                        <a:latin typeface="Gulim" panose="020B0600000101010101" pitchFamily="34" charset="-127"/>
                        <a:ea typeface="黑体" panose="02010609060101010101" pitchFamily="2" charset="-122"/>
                        <a:cs typeface="黑体" panose="02010609060101010101" pitchFamily="2" charset="-122"/>
                      </a:endParaRPr>
                    </a:p>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rgbClr val="FF0000"/>
                        </a:solidFill>
                        <a:latin typeface="Gulim" panose="020B0600000101010101" pitchFamily="34" charset="-127"/>
                        <a:ea typeface="黑体" panose="02010609060101010101" pitchFamily="2" charset="-122"/>
                        <a:cs typeface="黑体" panose="02010609060101010101" pitchFamily="2" charset="-122"/>
                      </a:endParaRPr>
                    </a:p>
                  </a:txBody>
                  <a:tcPr marT="45715" marB="4571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634420859"/>
                  </a:ext>
                </a:extLst>
              </a:tr>
            </a:tbl>
          </a:graphicData>
        </a:graphic>
      </p:graphicFrame>
      <p:graphicFrame>
        <p:nvGraphicFramePr>
          <p:cNvPr id="6" name="表格 5">
            <a:extLst>
              <a:ext uri="{FF2B5EF4-FFF2-40B4-BE49-F238E27FC236}">
                <a16:creationId xmlns:a16="http://schemas.microsoft.com/office/drawing/2014/main" id="{56DB08FD-04C4-83D9-5340-88E067B6B6F6}"/>
              </a:ext>
            </a:extLst>
          </p:cNvPr>
          <p:cNvGraphicFramePr>
            <a:graphicFrameLocks noGrp="1"/>
          </p:cNvGraphicFramePr>
          <p:nvPr>
            <p:extLst>
              <p:ext uri="{D42A27DB-BD31-4B8C-83A1-F6EECF244321}">
                <p14:modId xmlns:p14="http://schemas.microsoft.com/office/powerpoint/2010/main" val="628017739"/>
              </p:ext>
            </p:extLst>
          </p:nvPr>
        </p:nvGraphicFramePr>
        <p:xfrm>
          <a:off x="6976564" y="3942080"/>
          <a:ext cx="4523010" cy="2915920"/>
        </p:xfrm>
        <a:graphic>
          <a:graphicData uri="http://schemas.openxmlformats.org/drawingml/2006/table">
            <a:tbl>
              <a:tblPr/>
              <a:tblGrid>
                <a:gridCol w="4523010">
                  <a:extLst>
                    <a:ext uri="{9D8B030D-6E8A-4147-A177-3AD203B41FA5}">
                      <a16:colId xmlns:a16="http://schemas.microsoft.com/office/drawing/2014/main" val="2843366879"/>
                    </a:ext>
                  </a:extLst>
                </a:gridCol>
              </a:tblGrid>
              <a:tr h="335280">
                <a:tc>
                  <a:txBody>
                    <a:bodyPr/>
                    <a:lstStyle/>
                    <a:p>
                      <a:pPr marL="0" lvl="0" indent="0" algn="ctr" defTabSz="914400" rtl="0" eaLnBrk="1" fontAlgn="base" latinLnBrk="1" hangingPunct="1">
                        <a:lnSpc>
                          <a:spcPct val="110000"/>
                        </a:lnSpc>
                        <a:spcBef>
                          <a:spcPct val="70000"/>
                        </a:spcBef>
                        <a:spcAft>
                          <a:spcPct val="0"/>
                        </a:spcAft>
                        <a:buClr>
                          <a:srgbClr val="00366C"/>
                        </a:buClr>
                        <a:buFont typeface="Wingdings" panose="05000000000000000000" pitchFamily="2" charset="2"/>
                        <a:buNone/>
                      </a:pPr>
                      <a:r>
                        <a:rPr lang="ko-KR" altLang="en-US"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改善</a:t>
                      </a:r>
                      <a:r>
                        <a:rPr lang="zh-CN" altLang="ko-KR"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后</a:t>
                      </a:r>
                    </a:p>
                  </a:txBody>
                  <a:tcPr marT="45715" marB="45715">
                    <a:lnL w="12700" cap="flat" cmpd="sng" algn="ctr">
                      <a:solidFill>
                        <a:schemeClr val="tx1"/>
                      </a:solidFill>
                      <a:prstDash val="solid"/>
                      <a:round/>
                      <a:headEnd type="none" w="med" len="med"/>
                      <a:tailEnd type="none" w="med" len="med"/>
                    </a:lnL>
                    <a:lnR w="28575" cap="flat" cmpd="sng">
                      <a:solidFill>
                        <a:schemeClr val="tx1"/>
                      </a:solidFill>
                      <a:prstDash val="soli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261759124"/>
                  </a:ext>
                </a:extLst>
              </a:tr>
              <a:tr h="2580640">
                <a:tc>
                  <a:txBody>
                    <a:bodyPr/>
                    <a:lstStyle/>
                    <a:p>
                      <a:pPr lvl="0" eaLnBrk="1" latinLnBrk="1" hangingPunct="1">
                        <a:lnSpc>
                          <a:spcPct val="110000"/>
                        </a:lnSpc>
                        <a:spcBef>
                          <a:spcPct val="70000"/>
                        </a:spcBef>
                        <a:buClr>
                          <a:srgbClr val="00366C"/>
                        </a:buClr>
                        <a:buFont typeface="Wingdings" panose="05000000000000000000" pitchFamily="2" charset="2"/>
                        <a:buNone/>
                      </a:pPr>
                      <a:endParaRPr lang="ko-KR" altLang="ko-KR" sz="1600" b="1" dirty="0">
                        <a:latin typeface="Gulim" panose="020B0600000101010101" pitchFamily="34" charset="-127"/>
                        <a:cs typeface="黑体" panose="02010609060101010101" pitchFamily="2" charset="-122"/>
                      </a:endParaRPr>
                    </a:p>
                  </a:txBody>
                  <a:tcPr marT="45715" marB="45715">
                    <a:lnL w="12700" cap="flat" cmpd="sng" algn="ctr">
                      <a:solidFill>
                        <a:schemeClr val="tx1"/>
                      </a:solidFill>
                      <a:prstDash val="solid"/>
                      <a:round/>
                      <a:headEnd type="none" w="med" len="med"/>
                      <a:tailEnd type="none" w="med" len="med"/>
                    </a:lnL>
                    <a:lnR w="28575" cap="flat" cmpd="sng">
                      <a:solidFill>
                        <a:schemeClr val="tx1"/>
                      </a:solidFill>
                      <a:prstDash val="soli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1439041"/>
                  </a:ext>
                </a:extLst>
              </a:tr>
            </a:tbl>
          </a:graphicData>
        </a:graphic>
      </p:graphicFrame>
      <p:pic>
        <p:nvPicPr>
          <p:cNvPr id="12" name="图片 11">
            <a:extLst>
              <a:ext uri="{FF2B5EF4-FFF2-40B4-BE49-F238E27FC236}">
                <a16:creationId xmlns:a16="http://schemas.microsoft.com/office/drawing/2014/main" id="{D27191E8-E740-91B6-FA2D-72EC1DD5279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976564" y="1205754"/>
            <a:ext cx="1720176" cy="2534681"/>
          </a:xfrm>
          <a:prstGeom prst="rect">
            <a:avLst/>
          </a:prstGeom>
        </p:spPr>
      </p:pic>
      <p:pic>
        <p:nvPicPr>
          <p:cNvPr id="16" name="图片 15">
            <a:extLst>
              <a:ext uri="{FF2B5EF4-FFF2-40B4-BE49-F238E27FC236}">
                <a16:creationId xmlns:a16="http://schemas.microsoft.com/office/drawing/2014/main" id="{64DA9941-A0EB-3E3A-84A6-4DCB3A4EA1F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976564" y="4323318"/>
            <a:ext cx="1928898" cy="2534682"/>
          </a:xfrm>
          <a:prstGeom prst="rect">
            <a:avLst/>
          </a:prstGeom>
        </p:spPr>
      </p:pic>
      <p:pic>
        <p:nvPicPr>
          <p:cNvPr id="18" name="图片 17">
            <a:extLst>
              <a:ext uri="{FF2B5EF4-FFF2-40B4-BE49-F238E27FC236}">
                <a16:creationId xmlns:a16="http://schemas.microsoft.com/office/drawing/2014/main" id="{60385293-E928-BD4C-41B1-806D52FD0CA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815888" y="1493495"/>
            <a:ext cx="2613285" cy="1959198"/>
          </a:xfrm>
          <a:prstGeom prst="rect">
            <a:avLst/>
          </a:prstGeom>
        </p:spPr>
      </p:pic>
      <p:pic>
        <p:nvPicPr>
          <p:cNvPr id="20" name="图片 19">
            <a:extLst>
              <a:ext uri="{FF2B5EF4-FFF2-40B4-BE49-F238E27FC236}">
                <a16:creationId xmlns:a16="http://schemas.microsoft.com/office/drawing/2014/main" id="{866CBAEE-D4EE-E11F-7792-7A565930DDC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949697" y="4651410"/>
            <a:ext cx="2505642" cy="1878497"/>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570FD-8076-5BA2-CDBF-035BD1A26117}"/>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4E75727C-0393-88B9-B1D4-899CCBEB72AE}"/>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a:extLst>
              <a:ext uri="{FF2B5EF4-FFF2-40B4-BE49-F238E27FC236}">
                <a16:creationId xmlns:a16="http://schemas.microsoft.com/office/drawing/2014/main" id="{86BC3A97-3D1B-B99F-E143-F923CF31C885}"/>
              </a:ext>
            </a:extLst>
          </p:cNvPr>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a:extLst>
              <a:ext uri="{FF2B5EF4-FFF2-40B4-BE49-F238E27FC236}">
                <a16:creationId xmlns:a16="http://schemas.microsoft.com/office/drawing/2014/main" id="{1684DC77-2742-A6F6-6800-3AE849CE56E6}"/>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实施阶段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961" name="燕尾形箭头 27">
            <a:extLst>
              <a:ext uri="{FF2B5EF4-FFF2-40B4-BE49-F238E27FC236}">
                <a16:creationId xmlns:a16="http://schemas.microsoft.com/office/drawing/2014/main" id="{A9B585D0-5BFB-A0C2-F00E-6E594CD974B2}"/>
              </a:ext>
            </a:extLst>
          </p:cNvPr>
          <p:cNvSpPr/>
          <p:nvPr>
            <p:custDataLst>
              <p:tags r:id="rId5"/>
            </p:custDataLst>
          </p:nvPr>
        </p:nvSpPr>
        <p:spPr bwMode="auto">
          <a:xfrm>
            <a:off x="2096135" y="857885"/>
            <a:ext cx="2058422"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a:extLst>
              <a:ext uri="{FF2B5EF4-FFF2-40B4-BE49-F238E27FC236}">
                <a16:creationId xmlns:a16="http://schemas.microsoft.com/office/drawing/2014/main" id="{BBBF881E-C6C4-3A42-3C48-1F71023461D9}"/>
              </a:ext>
            </a:extLst>
          </p:cNvPr>
          <p:cNvSpPr txBox="1"/>
          <p:nvPr>
            <p:custDataLst>
              <p:tags r:id="rId6"/>
            </p:custDataLst>
          </p:nvPr>
        </p:nvSpPr>
        <p:spPr>
          <a:xfrm>
            <a:off x="2212216" y="902140"/>
            <a:ext cx="1826260" cy="44577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燃烧系统改造</a:t>
            </a:r>
          </a:p>
        </p:txBody>
      </p:sp>
      <p:sp>
        <p:nvSpPr>
          <p:cNvPr id="4" name="文本框 3">
            <a:extLst>
              <a:ext uri="{FF2B5EF4-FFF2-40B4-BE49-F238E27FC236}">
                <a16:creationId xmlns:a16="http://schemas.microsoft.com/office/drawing/2014/main" id="{90CA38F2-25BC-2956-B694-F67BBC8AF735}"/>
              </a:ext>
            </a:extLst>
          </p:cNvPr>
          <p:cNvSpPr txBox="1"/>
          <p:nvPr/>
        </p:nvSpPr>
        <p:spPr>
          <a:xfrm>
            <a:off x="692426" y="1844711"/>
            <a:ext cx="6097656" cy="4194738"/>
          </a:xfrm>
          <a:prstGeom prst="rect">
            <a:avLst/>
          </a:prstGeom>
          <a:noFill/>
        </p:spPr>
        <p:txBody>
          <a:bodyPr wrap="square">
            <a:spAutoFit/>
          </a:bodyPr>
          <a:lstStyle/>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目前加热炉空煤气流量为全手动控制，即人工输入调节阀开度来调整流量。这种方式无法精确控制炉膛温度和空煤气配比，易造成炉温不均匀，氧化烧损严重等。并且空煤气配比不合理，易造成</a:t>
            </a:r>
            <a:r>
              <a:rPr lang="en-US" altLang="zh-CN" sz="1800" kern="100" dirty="0">
                <a:effectLst/>
                <a:latin typeface="Times New Roman" panose="02020603050405020304" pitchFamily="18" charset="0"/>
                <a:ea typeface="宋体" panose="02010600030101010101" pitchFamily="2" charset="-122"/>
              </a:rPr>
              <a:t>NOx</a:t>
            </a:r>
            <a:r>
              <a:rPr lang="zh-CN" altLang="en-US" sz="1800" kern="100" dirty="0">
                <a:effectLst/>
                <a:latin typeface="Times New Roman" panose="02020603050405020304" pitchFamily="18" charset="0"/>
                <a:ea typeface="宋体" panose="02010600030101010101" pitchFamily="2" charset="-122"/>
              </a:rPr>
              <a:t>生成量过高。</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为此，对燃烧系统进行改造实现空煤气流量的自动控制。升级更换加热炉各段已有空气、煤气流量检测，采用调节灵敏、调节性能好的流量调节阀，以及测量准确、量程范围宽的流量检测装置，以确保各段空气、燃气的准确控制。</a:t>
            </a:r>
          </a:p>
          <a:p>
            <a:pPr indent="355600" algn="just">
              <a:lnSpc>
                <a:spcPct val="150000"/>
              </a:lnSpc>
              <a:buNone/>
            </a:pPr>
            <a:r>
              <a:rPr lang="en-US" altLang="zh-CN" sz="1800" kern="100" dirty="0">
                <a:effectLst/>
                <a:latin typeface="Times New Roman" panose="02020603050405020304" pitchFamily="18" charset="0"/>
                <a:ea typeface="宋体" panose="02010600030101010101" pitchFamily="2" charset="-122"/>
              </a:rPr>
              <a:t>4</a:t>
            </a:r>
            <a:r>
              <a:rPr lang="zh-CN" altLang="en-US" sz="1800" kern="100" dirty="0">
                <a:effectLst/>
                <a:latin typeface="Times New Roman" panose="02020603050405020304" pitchFamily="18" charset="0"/>
                <a:ea typeface="宋体" panose="02010600030101010101" pitchFamily="2" charset="-122"/>
              </a:rPr>
              <a:t>个炉子上加热段由一段控制改为分成上加左、上加右二段进行燃烧控制。</a:t>
            </a:r>
          </a:p>
        </p:txBody>
      </p:sp>
      <p:graphicFrame>
        <p:nvGraphicFramePr>
          <p:cNvPr id="5" name="表格 4">
            <a:extLst>
              <a:ext uri="{FF2B5EF4-FFF2-40B4-BE49-F238E27FC236}">
                <a16:creationId xmlns:a16="http://schemas.microsoft.com/office/drawing/2014/main" id="{F83017AE-88E0-5039-0C14-5CE1BD47BFDE}"/>
              </a:ext>
            </a:extLst>
          </p:cNvPr>
          <p:cNvGraphicFramePr>
            <a:graphicFrameLocks noGrp="1"/>
          </p:cNvGraphicFramePr>
          <p:nvPr/>
        </p:nvGraphicFramePr>
        <p:xfrm>
          <a:off x="6976564" y="857885"/>
          <a:ext cx="4523010" cy="2915920"/>
        </p:xfrm>
        <a:graphic>
          <a:graphicData uri="http://schemas.openxmlformats.org/drawingml/2006/table">
            <a:tbl>
              <a:tblPr/>
              <a:tblGrid>
                <a:gridCol w="4523010">
                  <a:extLst>
                    <a:ext uri="{9D8B030D-6E8A-4147-A177-3AD203B41FA5}">
                      <a16:colId xmlns:a16="http://schemas.microsoft.com/office/drawing/2014/main" val="3142289320"/>
                    </a:ext>
                  </a:extLst>
                </a:gridCol>
              </a:tblGrid>
              <a:tr h="335280">
                <a:tc>
                  <a:txBody>
                    <a:bodyPr/>
                    <a:lstStyle/>
                    <a:p>
                      <a:pPr marL="0" lvl="0" indent="0" algn="ctr" defTabSz="914400" rtl="0" eaLnBrk="1" fontAlgn="base" latinLnBrk="1" hangingPunct="1">
                        <a:lnSpc>
                          <a:spcPct val="110000"/>
                        </a:lnSpc>
                        <a:spcBef>
                          <a:spcPct val="70000"/>
                        </a:spcBef>
                        <a:spcAft>
                          <a:spcPct val="0"/>
                        </a:spcAft>
                        <a:buClr>
                          <a:srgbClr val="00366C"/>
                        </a:buClr>
                        <a:buFont typeface="Wingdings" panose="05000000000000000000" pitchFamily="2" charset="2"/>
                        <a:buNone/>
                      </a:pPr>
                      <a:r>
                        <a:rPr lang="ko-KR" altLang="en-US"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改善前</a:t>
                      </a:r>
                    </a:p>
                  </a:txBody>
                  <a:tcPr marT="45715" marB="45715">
                    <a:lnL w="28575" cap="flat" cmpd="sng">
                      <a:solidFill>
                        <a:schemeClr val="tx1"/>
                      </a:solidFill>
                      <a:prstDash val="soli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3069525319"/>
                  </a:ext>
                </a:extLst>
              </a:tr>
              <a:tr h="2580640">
                <a:tc>
                  <a:txBody>
                    <a:bodyPr/>
                    <a:lstStyle/>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chemeClr val="tx1"/>
                        </a:solidFill>
                        <a:latin typeface="Gulim" panose="020B0600000101010101" pitchFamily="34" charset="-127"/>
                        <a:ea typeface="黑体" panose="02010609060101010101" pitchFamily="2" charset="-122"/>
                        <a:cs typeface="黑体" panose="02010609060101010101" pitchFamily="2" charset="-122"/>
                      </a:endParaRPr>
                    </a:p>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rgbClr val="FF0000"/>
                        </a:solidFill>
                        <a:latin typeface="Gulim" panose="020B0600000101010101" pitchFamily="34" charset="-127"/>
                        <a:ea typeface="黑体" panose="02010609060101010101" pitchFamily="2" charset="-122"/>
                        <a:cs typeface="黑体" panose="02010609060101010101" pitchFamily="2" charset="-122"/>
                      </a:endParaRPr>
                    </a:p>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rgbClr val="FF0000"/>
                        </a:solidFill>
                        <a:latin typeface="Gulim" panose="020B0600000101010101" pitchFamily="34" charset="-127"/>
                        <a:ea typeface="黑体" panose="02010609060101010101" pitchFamily="2" charset="-122"/>
                        <a:cs typeface="黑体" panose="02010609060101010101" pitchFamily="2" charset="-122"/>
                      </a:endParaRPr>
                    </a:p>
                  </a:txBody>
                  <a:tcPr marT="45715" marB="4571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634420859"/>
                  </a:ext>
                </a:extLst>
              </a:tr>
            </a:tbl>
          </a:graphicData>
        </a:graphic>
      </p:graphicFrame>
      <p:graphicFrame>
        <p:nvGraphicFramePr>
          <p:cNvPr id="6" name="表格 5">
            <a:extLst>
              <a:ext uri="{FF2B5EF4-FFF2-40B4-BE49-F238E27FC236}">
                <a16:creationId xmlns:a16="http://schemas.microsoft.com/office/drawing/2014/main" id="{43C8C8CB-361A-BC6D-66AF-E6F6C7729DA8}"/>
              </a:ext>
            </a:extLst>
          </p:cNvPr>
          <p:cNvGraphicFramePr>
            <a:graphicFrameLocks noGrp="1"/>
          </p:cNvGraphicFramePr>
          <p:nvPr/>
        </p:nvGraphicFramePr>
        <p:xfrm>
          <a:off x="6976564" y="3942080"/>
          <a:ext cx="4523010" cy="2915920"/>
        </p:xfrm>
        <a:graphic>
          <a:graphicData uri="http://schemas.openxmlformats.org/drawingml/2006/table">
            <a:tbl>
              <a:tblPr/>
              <a:tblGrid>
                <a:gridCol w="4523010">
                  <a:extLst>
                    <a:ext uri="{9D8B030D-6E8A-4147-A177-3AD203B41FA5}">
                      <a16:colId xmlns:a16="http://schemas.microsoft.com/office/drawing/2014/main" val="2843366879"/>
                    </a:ext>
                  </a:extLst>
                </a:gridCol>
              </a:tblGrid>
              <a:tr h="335280">
                <a:tc>
                  <a:txBody>
                    <a:bodyPr/>
                    <a:lstStyle/>
                    <a:p>
                      <a:pPr marL="0" lvl="0" indent="0" algn="ctr" defTabSz="914400" rtl="0" eaLnBrk="1" fontAlgn="base" latinLnBrk="1" hangingPunct="1">
                        <a:lnSpc>
                          <a:spcPct val="110000"/>
                        </a:lnSpc>
                        <a:spcBef>
                          <a:spcPct val="70000"/>
                        </a:spcBef>
                        <a:spcAft>
                          <a:spcPct val="0"/>
                        </a:spcAft>
                        <a:buClr>
                          <a:srgbClr val="00366C"/>
                        </a:buClr>
                        <a:buFont typeface="Wingdings" panose="05000000000000000000" pitchFamily="2" charset="2"/>
                        <a:buNone/>
                      </a:pPr>
                      <a:r>
                        <a:rPr lang="ko-KR" altLang="en-US"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改善</a:t>
                      </a:r>
                      <a:r>
                        <a:rPr lang="zh-CN" altLang="ko-KR"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后</a:t>
                      </a:r>
                    </a:p>
                  </a:txBody>
                  <a:tcPr marT="45715" marB="45715">
                    <a:lnL w="12700" cap="flat" cmpd="sng" algn="ctr">
                      <a:solidFill>
                        <a:schemeClr val="tx1"/>
                      </a:solidFill>
                      <a:prstDash val="solid"/>
                      <a:round/>
                      <a:headEnd type="none" w="med" len="med"/>
                      <a:tailEnd type="none" w="med" len="med"/>
                    </a:lnL>
                    <a:lnR w="28575" cap="flat" cmpd="sng">
                      <a:solidFill>
                        <a:schemeClr val="tx1"/>
                      </a:solidFill>
                      <a:prstDash val="soli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261759124"/>
                  </a:ext>
                </a:extLst>
              </a:tr>
              <a:tr h="2580640">
                <a:tc>
                  <a:txBody>
                    <a:bodyPr/>
                    <a:lstStyle/>
                    <a:p>
                      <a:pPr lvl="0" eaLnBrk="1" latinLnBrk="1" hangingPunct="1">
                        <a:lnSpc>
                          <a:spcPct val="110000"/>
                        </a:lnSpc>
                        <a:spcBef>
                          <a:spcPct val="70000"/>
                        </a:spcBef>
                        <a:buClr>
                          <a:srgbClr val="00366C"/>
                        </a:buClr>
                        <a:buFont typeface="Wingdings" panose="05000000000000000000" pitchFamily="2" charset="2"/>
                        <a:buNone/>
                      </a:pPr>
                      <a:endParaRPr lang="ko-KR" altLang="ko-KR" sz="1600" b="1" dirty="0">
                        <a:latin typeface="Gulim" panose="020B0600000101010101" pitchFamily="34" charset="-127"/>
                        <a:cs typeface="黑体" panose="02010609060101010101" pitchFamily="2" charset="-122"/>
                      </a:endParaRPr>
                    </a:p>
                  </a:txBody>
                  <a:tcPr marT="45715" marB="45715">
                    <a:lnL w="12700" cap="flat" cmpd="sng" algn="ctr">
                      <a:solidFill>
                        <a:schemeClr val="tx1"/>
                      </a:solidFill>
                      <a:prstDash val="solid"/>
                      <a:round/>
                      <a:headEnd type="none" w="med" len="med"/>
                      <a:tailEnd type="none" w="med" len="med"/>
                    </a:lnL>
                    <a:lnR w="28575" cap="flat" cmpd="sng">
                      <a:solidFill>
                        <a:schemeClr val="tx1"/>
                      </a:solidFill>
                      <a:prstDash val="soli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1439041"/>
                  </a:ext>
                </a:extLst>
              </a:tr>
            </a:tbl>
          </a:graphicData>
        </a:graphic>
      </p:graphicFrame>
      <p:pic>
        <p:nvPicPr>
          <p:cNvPr id="3" name="图片 2">
            <a:extLst>
              <a:ext uri="{FF2B5EF4-FFF2-40B4-BE49-F238E27FC236}">
                <a16:creationId xmlns:a16="http://schemas.microsoft.com/office/drawing/2014/main" id="{77C608FF-7586-FFA7-6888-EDCF9EFBB42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680939" y="1214476"/>
            <a:ext cx="3361435" cy="2521076"/>
          </a:xfrm>
          <a:prstGeom prst="rect">
            <a:avLst/>
          </a:prstGeom>
        </p:spPr>
      </p:pic>
      <p:pic>
        <p:nvPicPr>
          <p:cNvPr id="8" name="图片 7">
            <a:extLst>
              <a:ext uri="{FF2B5EF4-FFF2-40B4-BE49-F238E27FC236}">
                <a16:creationId xmlns:a16="http://schemas.microsoft.com/office/drawing/2014/main" id="{0F2ED29C-E7A6-8CD7-7314-CB57AC36B6C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20651" y="4246493"/>
            <a:ext cx="3482009" cy="2611507"/>
          </a:xfrm>
          <a:prstGeom prst="rect">
            <a:avLst/>
          </a:prstGeom>
        </p:spPr>
      </p:pic>
    </p:spTree>
    <p:custDataLst>
      <p:tags r:id="rId1"/>
    </p:custDataLst>
    <p:extLst>
      <p:ext uri="{BB962C8B-B14F-4D97-AF65-F5344CB8AC3E}">
        <p14:creationId xmlns:p14="http://schemas.microsoft.com/office/powerpoint/2010/main" val="1516646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DBA9-B70C-43F2-B2E3-691046393305}"/>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015C4C96-A77C-A24D-4771-B412DFC56B0E}"/>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a:extLst>
              <a:ext uri="{FF2B5EF4-FFF2-40B4-BE49-F238E27FC236}">
                <a16:creationId xmlns:a16="http://schemas.microsoft.com/office/drawing/2014/main" id="{A257787E-4D83-3B11-91B8-547AC3550638}"/>
              </a:ext>
            </a:extLst>
          </p:cNvPr>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a:extLst>
              <a:ext uri="{FF2B5EF4-FFF2-40B4-BE49-F238E27FC236}">
                <a16:creationId xmlns:a16="http://schemas.microsoft.com/office/drawing/2014/main" id="{0D70E0A4-87A9-17D2-28E4-06587905BAE9}"/>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实施阶段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961" name="燕尾形箭头 27">
            <a:extLst>
              <a:ext uri="{FF2B5EF4-FFF2-40B4-BE49-F238E27FC236}">
                <a16:creationId xmlns:a16="http://schemas.microsoft.com/office/drawing/2014/main" id="{2F24307C-EDD7-7C1C-846C-C69FFF64A0BA}"/>
              </a:ext>
            </a:extLst>
          </p:cNvPr>
          <p:cNvSpPr/>
          <p:nvPr>
            <p:custDataLst>
              <p:tags r:id="rId5"/>
            </p:custDataLst>
          </p:nvPr>
        </p:nvSpPr>
        <p:spPr bwMode="auto">
          <a:xfrm>
            <a:off x="2096135" y="857885"/>
            <a:ext cx="2058422"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a:extLst>
              <a:ext uri="{FF2B5EF4-FFF2-40B4-BE49-F238E27FC236}">
                <a16:creationId xmlns:a16="http://schemas.microsoft.com/office/drawing/2014/main" id="{03CB7FC3-01EC-7DAB-17A1-7A6A0084E274}"/>
              </a:ext>
            </a:extLst>
          </p:cNvPr>
          <p:cNvSpPr txBox="1"/>
          <p:nvPr>
            <p:custDataLst>
              <p:tags r:id="rId6"/>
            </p:custDataLst>
          </p:nvPr>
        </p:nvSpPr>
        <p:spPr>
          <a:xfrm>
            <a:off x="2212216" y="902140"/>
            <a:ext cx="1826260" cy="44577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炉膛残氧检测</a:t>
            </a:r>
          </a:p>
        </p:txBody>
      </p:sp>
      <p:sp>
        <p:nvSpPr>
          <p:cNvPr id="4" name="文本框 3">
            <a:extLst>
              <a:ext uri="{FF2B5EF4-FFF2-40B4-BE49-F238E27FC236}">
                <a16:creationId xmlns:a16="http://schemas.microsoft.com/office/drawing/2014/main" id="{95DBE034-617C-D137-511A-3FD5E73109F2}"/>
              </a:ext>
            </a:extLst>
          </p:cNvPr>
          <p:cNvSpPr txBox="1"/>
          <p:nvPr/>
        </p:nvSpPr>
        <p:spPr>
          <a:xfrm>
            <a:off x="525145" y="1416767"/>
            <a:ext cx="6097656" cy="5441233"/>
          </a:xfrm>
          <a:prstGeom prst="rect">
            <a:avLst/>
          </a:prstGeom>
          <a:noFill/>
        </p:spPr>
        <p:txBody>
          <a:bodyPr wrap="square">
            <a:spAutoFit/>
          </a:bodyPr>
          <a:lstStyle/>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鉴于现场存在煤气热值波动等情况，设置炉内残氧检测设备以准确得到实时的炉膛内气氛，来调节空气量，实现低氮燃烧，同时降低氧化烧损。</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当煤气热值波动时，空煤气的合理配比发生变化；当炉子供热负荷较小时，受限于流量孔板精度和量程，流量检测值与实际值可能存在较大差异。上述两种情况，都容易造成空燃比失调，残氧量过高，</a:t>
            </a:r>
            <a:r>
              <a:rPr lang="en-US" altLang="zh-CN" sz="1800" kern="100" dirty="0">
                <a:effectLst/>
                <a:latin typeface="Times New Roman" panose="02020603050405020304" pitchFamily="18" charset="0"/>
                <a:ea typeface="宋体" panose="02010600030101010101" pitchFamily="2" charset="-122"/>
              </a:rPr>
              <a:t>NOx</a:t>
            </a:r>
            <a:r>
              <a:rPr lang="zh-CN" altLang="en-US" sz="1800" kern="100" dirty="0">
                <a:effectLst/>
                <a:latin typeface="Times New Roman" panose="02020603050405020304" pitchFamily="18" charset="0"/>
                <a:ea typeface="宋体" panose="02010600030101010101" pitchFamily="2" charset="-122"/>
              </a:rPr>
              <a:t>排放增大。通过设置炉膛氧浓度在线检测，并以此作为空燃比调节的参考值，能够精准控制炉膛气氛，降低</a:t>
            </a:r>
            <a:r>
              <a:rPr lang="en-US" altLang="zh-CN" sz="1800" kern="100" dirty="0">
                <a:effectLst/>
                <a:latin typeface="Times New Roman" panose="02020603050405020304" pitchFamily="18" charset="0"/>
                <a:ea typeface="宋体" panose="02010600030101010101" pitchFamily="2" charset="-122"/>
              </a:rPr>
              <a:t>NOx</a:t>
            </a:r>
            <a:r>
              <a:rPr lang="zh-CN" altLang="en-US" sz="1800" kern="100" dirty="0">
                <a:effectLst/>
                <a:latin typeface="Times New Roman" panose="02020603050405020304" pitchFamily="18" charset="0"/>
                <a:ea typeface="宋体" panose="02010600030101010101" pitchFamily="2" charset="-122"/>
              </a:rPr>
              <a:t>生成。</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在每座加热炉的热回收段设置</a:t>
            </a:r>
            <a:r>
              <a:rPr lang="en-US" altLang="zh-CN" sz="1800" kern="100" dirty="0">
                <a:effectLst/>
                <a:latin typeface="Times New Roman" panose="02020603050405020304" pitchFamily="18" charset="0"/>
                <a:ea typeface="宋体" panose="02010600030101010101" pitchFamily="2" charset="-122"/>
              </a:rPr>
              <a:t>1</a:t>
            </a:r>
            <a:r>
              <a:rPr lang="zh-CN" altLang="en-US" sz="1800" kern="100" dirty="0">
                <a:effectLst/>
                <a:latin typeface="Times New Roman" panose="02020603050405020304" pitchFamily="18" charset="0"/>
                <a:ea typeface="宋体" panose="02010600030101010101" pitchFamily="2" charset="-122"/>
              </a:rPr>
              <a:t>台激光残氧分析仪，采用激光残氧分析仪，能够实时测得炉膛内的</a:t>
            </a:r>
            <a:r>
              <a:rPr lang="en-US" altLang="zh-CN" sz="1800" kern="100" dirty="0">
                <a:effectLst/>
                <a:latin typeface="Times New Roman" panose="02020603050405020304" pitchFamily="18" charset="0"/>
                <a:ea typeface="宋体" panose="02010600030101010101" pitchFamily="2" charset="-122"/>
              </a:rPr>
              <a:t>O2</a:t>
            </a:r>
            <a:r>
              <a:rPr lang="zh-CN" altLang="en-US" sz="1800" kern="100" dirty="0">
                <a:effectLst/>
                <a:latin typeface="Times New Roman" panose="02020603050405020304" pitchFamily="18" charset="0"/>
                <a:ea typeface="宋体" panose="02010600030101010101" pitchFamily="2" charset="-122"/>
              </a:rPr>
              <a:t>气体浓度的准确值，从而调节空气量来实现低氧浓度的炉膛气氛。激光残氧分析仪主体位于炉膛外常温区域，使用寿命较长。</a:t>
            </a:r>
          </a:p>
        </p:txBody>
      </p:sp>
      <p:pic>
        <p:nvPicPr>
          <p:cNvPr id="3" name="图片 2">
            <a:extLst>
              <a:ext uri="{FF2B5EF4-FFF2-40B4-BE49-F238E27FC236}">
                <a16:creationId xmlns:a16="http://schemas.microsoft.com/office/drawing/2014/main" id="{270CA588-0AB6-CA50-A2E5-BC66D81C86B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865192" y="2596539"/>
            <a:ext cx="3128640" cy="4171520"/>
          </a:xfrm>
          <a:prstGeom prst="rect">
            <a:avLst/>
          </a:prstGeom>
        </p:spPr>
      </p:pic>
      <p:pic>
        <p:nvPicPr>
          <p:cNvPr id="8" name="图片 7">
            <a:extLst>
              <a:ext uri="{FF2B5EF4-FFF2-40B4-BE49-F238E27FC236}">
                <a16:creationId xmlns:a16="http://schemas.microsoft.com/office/drawing/2014/main" id="{714B7044-A10B-F420-8D81-87CA47BA3EA7}"/>
              </a:ext>
            </a:extLst>
          </p:cNvPr>
          <p:cNvPicPr>
            <a:picLocks noChangeAspect="1"/>
          </p:cNvPicPr>
          <p:nvPr/>
        </p:nvPicPr>
        <p:blipFill>
          <a:blip r:embed="rId10" cstate="print">
            <a:extLst>
              <a:ext uri="{28A0092B-C50C-407E-A947-70E740481C1C}">
                <a14:useLocalDpi xmlns:a14="http://schemas.microsoft.com/office/drawing/2010/main" val="0"/>
              </a:ext>
            </a:extLst>
          </a:blip>
          <a:srcRect r="-200"/>
          <a:stretch>
            <a:fillRect/>
          </a:stretch>
        </p:blipFill>
        <p:spPr>
          <a:xfrm>
            <a:off x="8244637" y="676080"/>
            <a:ext cx="2369750" cy="1774445"/>
          </a:xfrm>
          <a:prstGeom prst="rect">
            <a:avLst/>
          </a:prstGeom>
        </p:spPr>
      </p:pic>
    </p:spTree>
    <p:custDataLst>
      <p:tags r:id="rId1"/>
    </p:custDataLst>
    <p:extLst>
      <p:ext uri="{BB962C8B-B14F-4D97-AF65-F5344CB8AC3E}">
        <p14:creationId xmlns:p14="http://schemas.microsoft.com/office/powerpoint/2010/main" val="3473543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35848-06EF-AA09-8F73-FF920C127204}"/>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1DBB9F08-66B6-ABF3-CD67-0DEBF526012A}"/>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a:extLst>
              <a:ext uri="{FF2B5EF4-FFF2-40B4-BE49-F238E27FC236}">
                <a16:creationId xmlns:a16="http://schemas.microsoft.com/office/drawing/2014/main" id="{B5A2DCD9-0CF3-8DA3-6322-9DD863CC7A47}"/>
              </a:ext>
            </a:extLst>
          </p:cNvPr>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a:extLst>
              <a:ext uri="{FF2B5EF4-FFF2-40B4-BE49-F238E27FC236}">
                <a16:creationId xmlns:a16="http://schemas.microsoft.com/office/drawing/2014/main" id="{70EE190C-5AD5-2B77-C1DF-72C4D3614547}"/>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实施阶段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961" name="燕尾形箭头 27">
            <a:extLst>
              <a:ext uri="{FF2B5EF4-FFF2-40B4-BE49-F238E27FC236}">
                <a16:creationId xmlns:a16="http://schemas.microsoft.com/office/drawing/2014/main" id="{C3BD1F30-F1A8-2BDF-5C82-88CE0F186544}"/>
              </a:ext>
            </a:extLst>
          </p:cNvPr>
          <p:cNvSpPr/>
          <p:nvPr>
            <p:custDataLst>
              <p:tags r:id="rId5"/>
            </p:custDataLst>
          </p:nvPr>
        </p:nvSpPr>
        <p:spPr bwMode="auto">
          <a:xfrm>
            <a:off x="2096135" y="857885"/>
            <a:ext cx="2058422"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a:extLst>
              <a:ext uri="{FF2B5EF4-FFF2-40B4-BE49-F238E27FC236}">
                <a16:creationId xmlns:a16="http://schemas.microsoft.com/office/drawing/2014/main" id="{F048F36E-C3FE-1DB0-52D1-F400647CED6A}"/>
              </a:ext>
            </a:extLst>
          </p:cNvPr>
          <p:cNvSpPr txBox="1"/>
          <p:nvPr>
            <p:custDataLst>
              <p:tags r:id="rId6"/>
            </p:custDataLst>
          </p:nvPr>
        </p:nvSpPr>
        <p:spPr>
          <a:xfrm>
            <a:off x="2212216" y="902140"/>
            <a:ext cx="1826260" cy="44577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热值分析仪</a:t>
            </a:r>
          </a:p>
        </p:txBody>
      </p:sp>
      <p:sp>
        <p:nvSpPr>
          <p:cNvPr id="4" name="文本框 3">
            <a:extLst>
              <a:ext uri="{FF2B5EF4-FFF2-40B4-BE49-F238E27FC236}">
                <a16:creationId xmlns:a16="http://schemas.microsoft.com/office/drawing/2014/main" id="{145B820E-90FD-2AF6-55F2-575809B2FB18}"/>
              </a:ext>
            </a:extLst>
          </p:cNvPr>
          <p:cNvSpPr txBox="1"/>
          <p:nvPr/>
        </p:nvSpPr>
        <p:spPr>
          <a:xfrm>
            <a:off x="459739" y="1551500"/>
            <a:ext cx="11238617" cy="870751"/>
          </a:xfrm>
          <a:prstGeom prst="rect">
            <a:avLst/>
          </a:prstGeom>
          <a:noFill/>
        </p:spPr>
        <p:txBody>
          <a:bodyPr wrap="square">
            <a:spAutoFit/>
          </a:bodyPr>
          <a:lstStyle/>
          <a:p>
            <a:pPr indent="355600" algn="just">
              <a:lnSpc>
                <a:spcPct val="150000"/>
              </a:lnSpc>
              <a:buNone/>
            </a:pPr>
            <a:r>
              <a:rPr lang="en-US" altLang="zh-CN" sz="1800" kern="100" dirty="0">
                <a:effectLst/>
                <a:latin typeface="Times New Roman" panose="02020603050405020304" pitchFamily="18" charset="0"/>
                <a:ea typeface="宋体" panose="02010600030101010101" pitchFamily="2" charset="-122"/>
              </a:rPr>
              <a:t>4</a:t>
            </a:r>
            <a:r>
              <a:rPr lang="zh-CN" altLang="en-US" sz="1800" kern="100" dirty="0">
                <a:effectLst/>
                <a:latin typeface="Times New Roman" panose="02020603050405020304" pitchFamily="18" charset="0"/>
                <a:ea typeface="宋体" panose="02010600030101010101" pitchFamily="2" charset="-122"/>
              </a:rPr>
              <a:t>台加热炉一共设置两套煤气热值分析仪，两炉共用一套。热值分析仪数据可以作为加热炉空燃比和过剩系数的参照。热值分析仪和残氧分析仪的数据共同作为加热炉空燃比动态调整的参考。</a:t>
            </a:r>
          </a:p>
        </p:txBody>
      </p:sp>
      <p:pic>
        <p:nvPicPr>
          <p:cNvPr id="3" name="图片 2">
            <a:extLst>
              <a:ext uri="{FF2B5EF4-FFF2-40B4-BE49-F238E27FC236}">
                <a16:creationId xmlns:a16="http://schemas.microsoft.com/office/drawing/2014/main" id="{CFC63529-B1EF-3518-4AEE-1030FC4A919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489116" y="2422251"/>
            <a:ext cx="3272459" cy="4363278"/>
          </a:xfrm>
          <a:prstGeom prst="rect">
            <a:avLst/>
          </a:prstGeom>
        </p:spPr>
      </p:pic>
      <p:pic>
        <p:nvPicPr>
          <p:cNvPr id="8" name="图片 7">
            <a:extLst>
              <a:ext uri="{FF2B5EF4-FFF2-40B4-BE49-F238E27FC236}">
                <a16:creationId xmlns:a16="http://schemas.microsoft.com/office/drawing/2014/main" id="{87C06CA0-5FB3-4DC1-462B-F9CD354F56E4}"/>
              </a:ext>
            </a:extLst>
          </p:cNvPr>
          <p:cNvPicPr>
            <a:picLocks noChangeAspect="1"/>
          </p:cNvPicPr>
          <p:nvPr/>
        </p:nvPicPr>
        <p:blipFill>
          <a:blip r:embed="rId10">
            <a:extLst>
              <a:ext uri="{28A0092B-C50C-407E-A947-70E740481C1C}">
                <a14:useLocalDpi xmlns:a14="http://schemas.microsoft.com/office/drawing/2010/main" val="0"/>
              </a:ext>
            </a:extLst>
          </a:blip>
          <a:srcRect t="29644" r="-14307"/>
          <a:stretch>
            <a:fillRect/>
          </a:stretch>
        </p:blipFill>
        <p:spPr>
          <a:xfrm>
            <a:off x="6643011" y="2603894"/>
            <a:ext cx="4727000" cy="3893242"/>
          </a:xfrm>
          <a:prstGeom prst="rect">
            <a:avLst/>
          </a:prstGeom>
        </p:spPr>
      </p:pic>
    </p:spTree>
    <p:custDataLst>
      <p:tags r:id="rId1"/>
    </p:custDataLst>
    <p:extLst>
      <p:ext uri="{BB962C8B-B14F-4D97-AF65-F5344CB8AC3E}">
        <p14:creationId xmlns:p14="http://schemas.microsoft.com/office/powerpoint/2010/main" val="2241866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DA76F-9563-C5AE-DABC-A4F28CE0049E}"/>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564F4528-7044-685F-5B7C-7485D81D7DDC}"/>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4" name="文本框 3">
            <a:extLst>
              <a:ext uri="{FF2B5EF4-FFF2-40B4-BE49-F238E27FC236}">
                <a16:creationId xmlns:a16="http://schemas.microsoft.com/office/drawing/2014/main" id="{685EE403-36B9-7630-20E2-CF5813E32931}"/>
              </a:ext>
            </a:extLst>
          </p:cNvPr>
          <p:cNvSpPr txBox="1"/>
          <p:nvPr/>
        </p:nvSpPr>
        <p:spPr>
          <a:xfrm>
            <a:off x="459739" y="1551500"/>
            <a:ext cx="11238617" cy="5025735"/>
          </a:xfrm>
          <a:prstGeom prst="rect">
            <a:avLst/>
          </a:prstGeom>
          <a:noFill/>
        </p:spPr>
        <p:txBody>
          <a:bodyPr wrap="square">
            <a:spAutoFit/>
          </a:bodyPr>
          <a:lstStyle/>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基础自动化系统，主要完成上料、装料辊道的顺序控制，坯料的炉内定位控制，坯料的出炉控制，步进梁控制，加热炉燃烧控制，介质测量和控制等。</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本次改造，</a:t>
            </a:r>
            <a:r>
              <a:rPr lang="en-US" altLang="zh-CN" sz="1800" kern="100" dirty="0">
                <a:effectLst/>
                <a:latin typeface="Times New Roman" panose="02020603050405020304" pitchFamily="18" charset="0"/>
                <a:ea typeface="宋体" panose="02010600030101010101" pitchFamily="2" charset="-122"/>
              </a:rPr>
              <a:t>L1</a:t>
            </a:r>
            <a:r>
              <a:rPr lang="zh-CN" altLang="en-US" sz="1800" kern="100" dirty="0">
                <a:effectLst/>
                <a:latin typeface="Times New Roman" panose="02020603050405020304" pitchFamily="18" charset="0"/>
                <a:ea typeface="宋体" panose="02010600030101010101" pitchFamily="2" charset="-122"/>
              </a:rPr>
              <a:t>系统新增调节阀以及流量计、残氧分析、热值分析等。系统的改造及控制采用远程站的形式，与原有</a:t>
            </a:r>
            <a:r>
              <a:rPr lang="en-US" altLang="zh-CN" sz="1800" kern="100" dirty="0">
                <a:effectLst/>
                <a:latin typeface="Times New Roman" panose="02020603050405020304" pitchFamily="18" charset="0"/>
                <a:ea typeface="宋体" panose="02010600030101010101" pitchFamily="2" charset="-122"/>
              </a:rPr>
              <a:t>PLC</a:t>
            </a:r>
            <a:r>
              <a:rPr lang="zh-CN" altLang="en-US" sz="1800" kern="100" dirty="0">
                <a:effectLst/>
                <a:latin typeface="Times New Roman" panose="02020603050405020304" pitchFamily="18" charset="0"/>
                <a:ea typeface="宋体" panose="02010600030101010101" pitchFamily="2" charset="-122"/>
              </a:rPr>
              <a:t>控制系统进行融合，不新增上位机，在系统原上位机上进行画面及程序的修改。</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为满足生产工艺要求，本系统设计充分考虑保证整个控制系统的先进性、可靠性、完善性、可扩展性，以及系统的快速响应性。本系统代表目前先进水平的加热炉控制管理，采用了成熟的过程控制模型。同时，系统结构设计与轧线统一考虑，以保证整个自动化系统的完整统一。</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采用</a:t>
            </a:r>
            <a:r>
              <a:rPr lang="en-US" altLang="zh-CN" sz="1800" kern="100" dirty="0">
                <a:effectLst/>
                <a:latin typeface="Times New Roman" panose="02020603050405020304" pitchFamily="18" charset="0"/>
                <a:ea typeface="宋体" panose="02010600030101010101" pitchFamily="2" charset="-122"/>
              </a:rPr>
              <a:t>L1</a:t>
            </a:r>
            <a:r>
              <a:rPr lang="zh-CN" altLang="en-US" sz="1800" kern="100" dirty="0">
                <a:effectLst/>
                <a:latin typeface="Times New Roman" panose="02020603050405020304" pitchFamily="18" charset="0"/>
                <a:ea typeface="宋体" panose="02010600030101010101" pitchFamily="2" charset="-122"/>
              </a:rPr>
              <a:t>一体化的系统结构，电控、仪控和过程控制系统通过星型交换式快速工业以太网实现数据交换；电控仪控系统与传动设备及现场仪表通过（现场总线）远程</a:t>
            </a:r>
            <a:r>
              <a:rPr lang="en-US" altLang="zh-CN" sz="1800" kern="100" dirty="0">
                <a:effectLst/>
                <a:latin typeface="Times New Roman" panose="02020603050405020304" pitchFamily="18" charset="0"/>
                <a:ea typeface="宋体" panose="02010600030101010101" pitchFamily="2" charset="-122"/>
              </a:rPr>
              <a:t>I/O</a:t>
            </a:r>
            <a:r>
              <a:rPr lang="zh-CN" altLang="en-US" sz="1800" kern="100" dirty="0">
                <a:effectLst/>
                <a:latin typeface="Times New Roman" panose="02020603050405020304" pitchFamily="18" charset="0"/>
                <a:ea typeface="宋体" panose="02010600030101010101" pitchFamily="2" charset="-122"/>
              </a:rPr>
              <a:t>实现数据交换；采用标准的通讯协议和分层网络，充分保证整个系统的通讯畅通，并且系统的维护和扩充也非常方便。</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电气传动和仪表设备选用国内外先进的、成熟可靠的、性价比高的产品。</a:t>
            </a:r>
          </a:p>
          <a:p>
            <a:pPr indent="355600" algn="just">
              <a:lnSpc>
                <a:spcPct val="150000"/>
              </a:lnSpc>
              <a:buNone/>
            </a:pPr>
            <a:r>
              <a:rPr lang="en-US" altLang="zh-CN" sz="1800" kern="100" dirty="0">
                <a:effectLst/>
                <a:latin typeface="Times New Roman" panose="02020603050405020304" pitchFamily="18" charset="0"/>
                <a:ea typeface="宋体" panose="02010600030101010101" pitchFamily="2" charset="-122"/>
              </a:rPr>
              <a:t>L1</a:t>
            </a:r>
            <a:r>
              <a:rPr lang="zh-CN" altLang="en-US" sz="1800" kern="100" dirty="0">
                <a:effectLst/>
                <a:latin typeface="Times New Roman" panose="02020603050405020304" pitchFamily="18" charset="0"/>
                <a:ea typeface="宋体" panose="02010600030101010101" pitchFamily="2" charset="-122"/>
              </a:rPr>
              <a:t>级</a:t>
            </a:r>
            <a:r>
              <a:rPr lang="en-US" altLang="zh-CN" sz="1800" kern="100" dirty="0">
                <a:effectLst/>
                <a:latin typeface="Times New Roman" panose="02020603050405020304" pitchFamily="18" charset="0"/>
                <a:ea typeface="宋体" panose="02010600030101010101" pitchFamily="2" charset="-122"/>
              </a:rPr>
              <a:t>HMI</a:t>
            </a:r>
            <a:r>
              <a:rPr lang="zh-CN" altLang="en-US" sz="1800" kern="100" dirty="0">
                <a:effectLst/>
                <a:latin typeface="Times New Roman" panose="02020603050405020304" pitchFamily="18" charset="0"/>
                <a:ea typeface="宋体" panose="02010600030101010101" pitchFamily="2" charset="-122"/>
              </a:rPr>
              <a:t>硬件软件由系统统一考虑，人－机界面友好，使操作方便、灵活。</a:t>
            </a:r>
          </a:p>
        </p:txBody>
      </p:sp>
      <p:sp>
        <p:nvSpPr>
          <p:cNvPr id="2" name="任意多边形 9">
            <a:extLst>
              <a:ext uri="{FF2B5EF4-FFF2-40B4-BE49-F238E27FC236}">
                <a16:creationId xmlns:a16="http://schemas.microsoft.com/office/drawing/2014/main" id="{0584A18A-E97A-CB50-B1D7-D85D570B2826}"/>
              </a:ext>
            </a:extLst>
          </p:cNvPr>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3" name="文本框 3">
            <a:extLst>
              <a:ext uri="{FF2B5EF4-FFF2-40B4-BE49-F238E27FC236}">
                <a16:creationId xmlns:a16="http://schemas.microsoft.com/office/drawing/2014/main" id="{2ABDA76B-0D65-CA9F-7466-1B4419EB0CF4}"/>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实施</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nvGrpSpPr>
          <p:cNvPr id="7" name="组合 6">
            <a:extLst>
              <a:ext uri="{FF2B5EF4-FFF2-40B4-BE49-F238E27FC236}">
                <a16:creationId xmlns:a16="http://schemas.microsoft.com/office/drawing/2014/main" id="{5F0199DE-4690-6087-FCB1-9E66E85AB586}"/>
              </a:ext>
            </a:extLst>
          </p:cNvPr>
          <p:cNvGrpSpPr/>
          <p:nvPr/>
        </p:nvGrpSpPr>
        <p:grpSpPr>
          <a:xfrm>
            <a:off x="2054860" y="857885"/>
            <a:ext cx="2537460" cy="511810"/>
            <a:chOff x="2054860" y="857885"/>
            <a:chExt cx="1842135" cy="511810"/>
          </a:xfrm>
        </p:grpSpPr>
        <p:sp>
          <p:nvSpPr>
            <p:cNvPr id="8" name="燕尾形箭头 27">
              <a:extLst>
                <a:ext uri="{FF2B5EF4-FFF2-40B4-BE49-F238E27FC236}">
                  <a16:creationId xmlns:a16="http://schemas.microsoft.com/office/drawing/2014/main" id="{4F5E1A4D-3965-3449-A61B-7F4B9DE2BCF5}"/>
                </a:ext>
              </a:extLst>
            </p:cNvPr>
            <p:cNvSpPr/>
            <p:nvPr>
              <p:custDataLst>
                <p:tags r:id="rId5"/>
              </p:custDataLst>
            </p:nvPr>
          </p:nvSpPr>
          <p:spPr bwMode="auto">
            <a:xfrm>
              <a:off x="2096135" y="857885"/>
              <a:ext cx="1800860"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9" name="文本框 28">
              <a:extLst>
                <a:ext uri="{FF2B5EF4-FFF2-40B4-BE49-F238E27FC236}">
                  <a16:creationId xmlns:a16="http://schemas.microsoft.com/office/drawing/2014/main" id="{12A2CC69-465A-D230-1120-3F3A332F4694}"/>
                </a:ext>
              </a:extLst>
            </p:cNvPr>
            <p:cNvSpPr txBox="1"/>
            <p:nvPr>
              <p:custDataLst>
                <p:tags r:id="rId6"/>
              </p:custDataLst>
            </p:nvPr>
          </p:nvSpPr>
          <p:spPr>
            <a:xfrm>
              <a:off x="2054860" y="904875"/>
              <a:ext cx="1826260" cy="445770"/>
            </a:xfrm>
            <a:prstGeom prst="rect">
              <a:avLst/>
            </a:prstGeom>
            <a:no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L1</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控制系统升级</a:t>
              </a:r>
              <a:endPar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grpSp>
    </p:spTree>
    <p:custDataLst>
      <p:tags r:id="rId1"/>
    </p:custDataLst>
    <p:extLst>
      <p:ext uri="{BB962C8B-B14F-4D97-AF65-F5344CB8AC3E}">
        <p14:creationId xmlns:p14="http://schemas.microsoft.com/office/powerpoint/2010/main" val="3028519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53" name="五边形 52"/>
          <p:cNvSpPr/>
          <p:nvPr>
            <p:custDataLst>
              <p:tags r:id="rId3"/>
            </p:custDataLst>
          </p:nvPr>
        </p:nvSpPr>
        <p:spPr>
          <a:xfrm>
            <a:off x="3672205" y="2514600"/>
            <a:ext cx="1920875" cy="466090"/>
          </a:xfrm>
          <a:prstGeom prst="homePlate">
            <a:avLst/>
          </a:prstGeom>
          <a:noFill/>
          <a:ln>
            <a:gradFill>
              <a:gsLst>
                <a:gs pos="0">
                  <a:srgbClr val="FFFFFF"/>
                </a:gs>
                <a:gs pos="100000">
                  <a:srgbClr val="3366FE">
                    <a:lumMod val="20000"/>
                    <a:lumOff val="8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54" name="弧形 53"/>
          <p:cNvSpPr/>
          <p:nvPr>
            <p:custDataLst>
              <p:tags r:id="rId4"/>
            </p:custDataLst>
          </p:nvPr>
        </p:nvSpPr>
        <p:spPr>
          <a:xfrm>
            <a:off x="548005" y="2162175"/>
            <a:ext cx="3651250" cy="3859530"/>
          </a:xfrm>
          <a:prstGeom prst="arc">
            <a:avLst>
              <a:gd name="adj1" fmla="val 16200000"/>
              <a:gd name="adj2" fmla="val 5414109"/>
            </a:avLst>
          </a:prstGeom>
          <a:noFill/>
          <a:ln w="12700">
            <a:gradFill>
              <a:gsLst>
                <a:gs pos="0">
                  <a:srgbClr val="3366FE">
                    <a:alpha val="2000"/>
                  </a:srgbClr>
                </a:gs>
                <a:gs pos="100000">
                  <a:srgbClr val="3366FE"/>
                </a:gs>
              </a:gsLst>
              <a:lin ang="0" scaled="1"/>
            </a:gradFill>
          </a:ln>
        </p:spPr>
        <p:style>
          <a:lnRef idx="1">
            <a:srgbClr val="3366FE"/>
          </a:lnRef>
          <a:fillRef idx="0">
            <a:srgbClr val="3366FE"/>
          </a:fillRef>
          <a:effectRef idx="0">
            <a:srgbClr val="3366FE"/>
          </a:effectRef>
          <a:fontRef idx="minor">
            <a:srgbClr val="000000"/>
          </a:fontRef>
        </p:style>
        <p:txBody>
          <a:bodyPr rtlCol="0" anchor="ctr"/>
          <a:lstStyle/>
          <a:p>
            <a:pPr algn="ctr"/>
            <a:endParaRPr lang="zh-CN" altLang="en-US">
              <a:cs typeface="思源黑体 CN Regular" panose="020B0500000000000000" charset="-122"/>
            </a:endParaRPr>
          </a:p>
        </p:txBody>
      </p:sp>
      <p:sp>
        <p:nvSpPr>
          <p:cNvPr id="55" name="椭圆 54"/>
          <p:cNvSpPr/>
          <p:nvPr>
            <p:custDataLst>
              <p:tags r:id="rId5"/>
            </p:custDataLst>
          </p:nvPr>
        </p:nvSpPr>
        <p:spPr>
          <a:xfrm>
            <a:off x="981075" y="2822575"/>
            <a:ext cx="2538730" cy="2538730"/>
          </a:xfrm>
          <a:prstGeom prst="ellipse">
            <a:avLst/>
          </a:prstGeom>
          <a:solidFill>
            <a:srgbClr val="3366FE"/>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56" name="文本框 55"/>
          <p:cNvSpPr txBox="1"/>
          <p:nvPr>
            <p:custDataLst>
              <p:tags r:id="rId6"/>
            </p:custDataLst>
          </p:nvPr>
        </p:nvSpPr>
        <p:spPr>
          <a:xfrm>
            <a:off x="1234468" y="3697412"/>
            <a:ext cx="1825045" cy="830580"/>
          </a:xfrm>
          <a:prstGeom prst="rect">
            <a:avLst/>
          </a:prstGeom>
          <a:noFill/>
        </p:spPr>
        <p:txBody>
          <a:bodyPr wrap="none" bIns="0" rtlCol="0" anchor="ctr" anchorCtr="0">
            <a:normAutofit fontScale="92500" lnSpcReduction="10000"/>
          </a:bodyPr>
          <a:lstStyle/>
          <a:p>
            <a:pPr algn="l"/>
            <a:r>
              <a:rPr lang="en-US" altLang="zh-CN" sz="2855" spc="300" dirty="0">
                <a:solidFill>
                  <a:srgbClr val="FFFFFF"/>
                </a:solidFill>
                <a:uFillTx/>
                <a:latin typeface="思源黑体 CN Bold" panose="020B0800000000000000" charset="-122"/>
                <a:ea typeface="思源黑体 CN Bold" panose="020B0800000000000000" charset="-122"/>
                <a:sym typeface="+mn-ea"/>
              </a:rPr>
              <a:t>L1</a:t>
            </a:r>
            <a:r>
              <a:rPr lang="zh-CN" altLang="en-US" sz="2855" spc="300" dirty="0">
                <a:solidFill>
                  <a:srgbClr val="FFFFFF"/>
                </a:solidFill>
                <a:uFillTx/>
                <a:latin typeface="思源黑体 CN Bold" panose="020B0800000000000000" charset="-122"/>
                <a:ea typeface="思源黑体 CN Bold" panose="020B0800000000000000" charset="-122"/>
                <a:sym typeface="+mn-ea"/>
              </a:rPr>
              <a:t>控制系统</a:t>
            </a:r>
            <a:endParaRPr lang="en-US" altLang="zh-CN" sz="2855" spc="300" dirty="0">
              <a:solidFill>
                <a:srgbClr val="FFFFFF"/>
              </a:solidFill>
              <a:uFillTx/>
              <a:latin typeface="思源黑体 CN Bold" panose="020B0800000000000000" charset="-122"/>
              <a:ea typeface="思源黑体 CN Bold" panose="020B0800000000000000" charset="-122"/>
              <a:sym typeface="+mn-ea"/>
            </a:endParaRPr>
          </a:p>
          <a:p>
            <a:pPr algn="l"/>
            <a:r>
              <a:rPr lang="zh-CN" altLang="en-US" sz="2855" spc="300" dirty="0">
                <a:solidFill>
                  <a:srgbClr val="FFFFFF"/>
                </a:solidFill>
                <a:uFillTx/>
                <a:latin typeface="思源黑体 CN Bold" panose="020B0800000000000000" charset="-122"/>
                <a:ea typeface="思源黑体 CN Bold" panose="020B0800000000000000" charset="-122"/>
                <a:sym typeface="+mn-ea"/>
              </a:rPr>
              <a:t>升级</a:t>
            </a:r>
          </a:p>
        </p:txBody>
      </p:sp>
      <p:sp>
        <p:nvSpPr>
          <p:cNvPr id="57" name="椭圆 56"/>
          <p:cNvSpPr/>
          <p:nvPr>
            <p:custDataLst>
              <p:tags r:id="rId7"/>
            </p:custDataLst>
          </p:nvPr>
        </p:nvSpPr>
        <p:spPr>
          <a:xfrm>
            <a:off x="1212215" y="2822575"/>
            <a:ext cx="2538730" cy="2538730"/>
          </a:xfrm>
          <a:prstGeom prst="ellipse">
            <a:avLst/>
          </a:prstGeom>
          <a:noFill/>
          <a:ln>
            <a:solidFill>
              <a:srgbClr val="3366FE"/>
            </a:soli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58" name="五边形 57"/>
          <p:cNvSpPr/>
          <p:nvPr>
            <p:custDataLst>
              <p:tags r:id="rId8"/>
            </p:custDataLst>
          </p:nvPr>
        </p:nvSpPr>
        <p:spPr>
          <a:xfrm>
            <a:off x="3876040" y="5365115"/>
            <a:ext cx="1920875" cy="466090"/>
          </a:xfrm>
          <a:prstGeom prst="homePlate">
            <a:avLst/>
          </a:prstGeom>
          <a:noFill/>
          <a:ln>
            <a:gradFill>
              <a:gsLst>
                <a:gs pos="0">
                  <a:srgbClr val="FFFFFF"/>
                </a:gs>
                <a:gs pos="100000">
                  <a:srgbClr val="AAE20A">
                    <a:lumMod val="40000"/>
                    <a:lumOff val="6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59" name="五边形 58"/>
          <p:cNvSpPr/>
          <p:nvPr>
            <p:custDataLst>
              <p:tags r:id="rId9"/>
            </p:custDataLst>
          </p:nvPr>
        </p:nvSpPr>
        <p:spPr>
          <a:xfrm>
            <a:off x="3714750" y="5304790"/>
            <a:ext cx="2426065" cy="466090"/>
          </a:xfrm>
          <a:prstGeom prst="homePlate">
            <a:avLst/>
          </a:prstGeom>
          <a:gradFill>
            <a:gsLst>
              <a:gs pos="0">
                <a:srgbClr val="AAE20A">
                  <a:lumMod val="20000"/>
                  <a:lumOff val="80000"/>
                  <a:alpha val="15000"/>
                </a:srgbClr>
              </a:gs>
              <a:gs pos="100000">
                <a:srgbClr val="AAE20A">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60" name="椭圆 59"/>
          <p:cNvSpPr/>
          <p:nvPr>
            <p:custDataLst>
              <p:tags r:id="rId10"/>
            </p:custDataLst>
          </p:nvPr>
        </p:nvSpPr>
        <p:spPr>
          <a:xfrm>
            <a:off x="3545205" y="5278755"/>
            <a:ext cx="435610" cy="435610"/>
          </a:xfrm>
          <a:prstGeom prst="ellipse">
            <a:avLst/>
          </a:prstGeom>
          <a:solidFill>
            <a:srgbClr val="AAE20A"/>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61" name="文本框 60"/>
          <p:cNvSpPr txBox="1"/>
          <p:nvPr>
            <p:custDataLst>
              <p:tags r:id="rId11"/>
            </p:custDataLst>
          </p:nvPr>
        </p:nvSpPr>
        <p:spPr>
          <a:xfrm>
            <a:off x="3980815" y="5361305"/>
            <a:ext cx="2160000" cy="353060"/>
          </a:xfrm>
          <a:prstGeom prst="rect">
            <a:avLst/>
          </a:prstGeom>
          <a:noFill/>
        </p:spPr>
        <p:txBody>
          <a:bodyPr wrap="square" bIns="0" rtlCol="0">
            <a:normAutofit fontScale="92500"/>
          </a:bodyPr>
          <a:lstStyle/>
          <a:p>
            <a:pPr algn="l"/>
            <a:r>
              <a:rPr lang="zh-CN" altLang="en-US" sz="2000" spc="300">
                <a:solidFill>
                  <a:srgbClr val="2B040D"/>
                </a:solidFill>
                <a:uFillTx/>
                <a:latin typeface="思源黑体 CN Bold" panose="020B0800000000000000" charset="-122"/>
                <a:ea typeface="思源黑体 CN Bold" panose="020B0800000000000000" charset="-122"/>
              </a:rPr>
              <a:t>介质测量和控制</a:t>
            </a:r>
            <a:endParaRPr lang="zh-CN" altLang="en-US" sz="2000" spc="300" dirty="0">
              <a:solidFill>
                <a:srgbClr val="2B040D"/>
              </a:solidFill>
              <a:uFillTx/>
              <a:latin typeface="思源黑体 CN Bold" panose="020B0800000000000000" charset="-122"/>
              <a:ea typeface="思源黑体 CN Bold" panose="020B0800000000000000" charset="-122"/>
            </a:endParaRPr>
          </a:p>
        </p:txBody>
      </p:sp>
      <p:pic>
        <p:nvPicPr>
          <p:cNvPr id="62" name="图片 61" descr="333438303937363b333438313037383bcafdbeddb7d6cef6"/>
          <p:cNvPicPr>
            <a:picLocks noChangeAspect="1"/>
          </p:cNvPicPr>
          <p:nvPr>
            <p:custDataLst>
              <p:tags r:id="rId12"/>
            </p:custDataLst>
          </p:nvPr>
        </p:nvPicPr>
        <p:blipFill>
          <a:blip>
            <a:extLst>
              <a:ext uri="{96DAC541-7B7A-43D3-8B79-37D633B846F1}">
                <asvg:svgBlip xmlns:asvg="http://schemas.microsoft.com/office/drawing/2016/SVG/main" r:embed="rId28"/>
              </a:ext>
            </a:extLst>
          </a:blip>
          <a:stretch>
            <a:fillRect/>
          </a:stretch>
        </p:blipFill>
        <p:spPr>
          <a:xfrm>
            <a:off x="3636645" y="5370830"/>
            <a:ext cx="252095" cy="252095"/>
          </a:xfrm>
          <a:prstGeom prst="rect">
            <a:avLst/>
          </a:prstGeom>
        </p:spPr>
      </p:pic>
      <p:sp>
        <p:nvSpPr>
          <p:cNvPr id="63" name="五边形 62"/>
          <p:cNvSpPr/>
          <p:nvPr>
            <p:custDataLst>
              <p:tags r:id="rId13"/>
            </p:custDataLst>
          </p:nvPr>
        </p:nvSpPr>
        <p:spPr>
          <a:xfrm>
            <a:off x="4396105" y="3896995"/>
            <a:ext cx="1920875" cy="466090"/>
          </a:xfrm>
          <a:prstGeom prst="homePlate">
            <a:avLst/>
          </a:prstGeom>
          <a:noFill/>
          <a:ln>
            <a:gradFill>
              <a:gsLst>
                <a:gs pos="0">
                  <a:srgbClr val="FFFFFF"/>
                </a:gs>
                <a:gs pos="100000">
                  <a:srgbClr val="20E4F9">
                    <a:lumMod val="40000"/>
                    <a:lumOff val="6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64" name="五边形 63"/>
          <p:cNvSpPr/>
          <p:nvPr>
            <p:custDataLst>
              <p:tags r:id="rId14"/>
            </p:custDataLst>
          </p:nvPr>
        </p:nvSpPr>
        <p:spPr>
          <a:xfrm>
            <a:off x="4209415" y="3838575"/>
            <a:ext cx="1920875" cy="466090"/>
          </a:xfrm>
          <a:prstGeom prst="homePlate">
            <a:avLst/>
          </a:prstGeom>
          <a:gradFill>
            <a:gsLst>
              <a:gs pos="0">
                <a:srgbClr val="20E4F9">
                  <a:lumMod val="20000"/>
                  <a:lumOff val="80000"/>
                  <a:alpha val="15000"/>
                </a:srgbClr>
              </a:gs>
              <a:gs pos="100000">
                <a:srgbClr val="20E4F9">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65" name="椭圆 64"/>
          <p:cNvSpPr/>
          <p:nvPr>
            <p:custDataLst>
              <p:tags r:id="rId15"/>
            </p:custDataLst>
          </p:nvPr>
        </p:nvSpPr>
        <p:spPr>
          <a:xfrm>
            <a:off x="4062730" y="3853815"/>
            <a:ext cx="435610" cy="435610"/>
          </a:xfrm>
          <a:prstGeom prst="ellipse">
            <a:avLst/>
          </a:prstGeom>
          <a:solidFill>
            <a:srgbClr val="20E4F9"/>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66" name="文本框 65"/>
          <p:cNvSpPr txBox="1"/>
          <p:nvPr>
            <p:custDataLst>
              <p:tags r:id="rId16"/>
            </p:custDataLst>
          </p:nvPr>
        </p:nvSpPr>
        <p:spPr>
          <a:xfrm>
            <a:off x="4475480" y="3895090"/>
            <a:ext cx="1598295" cy="353060"/>
          </a:xfrm>
          <a:prstGeom prst="rect">
            <a:avLst/>
          </a:prstGeom>
          <a:noFill/>
        </p:spPr>
        <p:txBody>
          <a:bodyPr wrap="square" bIns="0" rtlCol="0">
            <a:normAutofit/>
          </a:bodyPr>
          <a:lstStyle/>
          <a:p>
            <a:pPr algn="l"/>
            <a:r>
              <a:rPr lang="zh-CN" altLang="en-US" sz="2000" spc="300" dirty="0">
                <a:solidFill>
                  <a:srgbClr val="20E4F9"/>
                </a:solidFill>
                <a:uFillTx/>
                <a:latin typeface="思源黑体 CN Bold" panose="020B0800000000000000" charset="-122"/>
                <a:ea typeface="思源黑体 CN Bold" panose="020B0800000000000000" charset="-122"/>
              </a:rPr>
              <a:t>燃烧控制</a:t>
            </a:r>
          </a:p>
        </p:txBody>
      </p:sp>
      <p:pic>
        <p:nvPicPr>
          <p:cNvPr id="67" name="图片 66" descr="333438303937363b333438313038303bd7e9d6afbcdcb9b9"/>
          <p:cNvPicPr>
            <a:picLocks noChangeAspect="1"/>
          </p:cNvPicPr>
          <p:nvPr>
            <p:custDataLst>
              <p:tags r:id="rId17"/>
            </p:custDataLst>
          </p:nvPr>
        </p:nvPicPr>
        <p:blipFill>
          <a:blip>
            <a:extLst>
              <a:ext uri="{96DAC541-7B7A-43D3-8B79-37D633B846F1}">
                <asvg:svgBlip xmlns:asvg="http://schemas.microsoft.com/office/drawing/2016/SVG/main" r:embed="rId29"/>
              </a:ext>
            </a:extLst>
          </a:blip>
          <a:stretch>
            <a:fillRect/>
          </a:stretch>
        </p:blipFill>
        <p:spPr>
          <a:xfrm>
            <a:off x="4154170" y="3945890"/>
            <a:ext cx="252095" cy="252095"/>
          </a:xfrm>
          <a:prstGeom prst="rect">
            <a:avLst/>
          </a:prstGeom>
        </p:spPr>
      </p:pic>
      <p:sp>
        <p:nvSpPr>
          <p:cNvPr id="68" name="五边形 67"/>
          <p:cNvSpPr/>
          <p:nvPr>
            <p:custDataLst>
              <p:tags r:id="rId18"/>
            </p:custDataLst>
          </p:nvPr>
        </p:nvSpPr>
        <p:spPr>
          <a:xfrm>
            <a:off x="3519805" y="2458085"/>
            <a:ext cx="1920875" cy="466090"/>
          </a:xfrm>
          <a:prstGeom prst="homePlate">
            <a:avLst/>
          </a:prstGeom>
          <a:gradFill>
            <a:gsLst>
              <a:gs pos="0">
                <a:srgbClr val="3366FE">
                  <a:lumMod val="20000"/>
                  <a:lumOff val="80000"/>
                  <a:alpha val="15000"/>
                </a:srgbClr>
              </a:gs>
              <a:gs pos="100000">
                <a:srgbClr val="3366FE">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70" name="椭圆 69"/>
          <p:cNvSpPr/>
          <p:nvPr>
            <p:custDataLst>
              <p:tags r:id="rId19"/>
            </p:custDataLst>
          </p:nvPr>
        </p:nvSpPr>
        <p:spPr>
          <a:xfrm>
            <a:off x="3346450" y="2456815"/>
            <a:ext cx="435610" cy="435610"/>
          </a:xfrm>
          <a:prstGeom prst="ellipse">
            <a:avLst/>
          </a:prstGeom>
          <a:solidFill>
            <a:srgbClr val="3366FE"/>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71" name="文本框 70"/>
          <p:cNvSpPr txBox="1"/>
          <p:nvPr>
            <p:custDataLst>
              <p:tags r:id="rId20"/>
            </p:custDataLst>
          </p:nvPr>
        </p:nvSpPr>
        <p:spPr>
          <a:xfrm>
            <a:off x="3833495" y="2514600"/>
            <a:ext cx="1598295" cy="353060"/>
          </a:xfrm>
          <a:prstGeom prst="rect">
            <a:avLst/>
          </a:prstGeom>
          <a:noFill/>
        </p:spPr>
        <p:txBody>
          <a:bodyPr wrap="square" bIns="0" rtlCol="0">
            <a:normAutofit/>
          </a:bodyPr>
          <a:lstStyle/>
          <a:p>
            <a:pPr algn="l"/>
            <a:r>
              <a:rPr lang="zh-CN" altLang="en-US" sz="2000" spc="300" dirty="0">
                <a:solidFill>
                  <a:srgbClr val="3366FE"/>
                </a:solidFill>
                <a:uFillTx/>
                <a:latin typeface="思源黑体 CN Bold" panose="020B0800000000000000" charset="-122"/>
                <a:ea typeface="思源黑体 CN Bold" panose="020B0800000000000000" charset="-122"/>
              </a:rPr>
              <a:t>顺序控制</a:t>
            </a:r>
          </a:p>
        </p:txBody>
      </p:sp>
      <p:pic>
        <p:nvPicPr>
          <p:cNvPr id="73" name="图片 72" descr="333438303937363b333438313037323bcad0b3a1cdc6b9e3"/>
          <p:cNvPicPr>
            <a:picLocks noChangeAspect="1"/>
          </p:cNvPicPr>
          <p:nvPr>
            <p:custDataLst>
              <p:tags r:id="rId21"/>
            </p:custDataLst>
          </p:nvPr>
        </p:nvPicPr>
        <p:blipFill>
          <a:blip>
            <a:extLst>
              <a:ext uri="{96DAC541-7B7A-43D3-8B79-37D633B846F1}">
                <asvg:svgBlip xmlns:asvg="http://schemas.microsoft.com/office/drawing/2016/SVG/main" r:embed="rId30"/>
              </a:ext>
            </a:extLst>
          </a:blip>
          <a:stretch>
            <a:fillRect/>
          </a:stretch>
        </p:blipFill>
        <p:spPr>
          <a:xfrm>
            <a:off x="3437890" y="2548890"/>
            <a:ext cx="252095" cy="252095"/>
          </a:xfrm>
          <a:prstGeom prst="rect">
            <a:avLst/>
          </a:prstGeom>
        </p:spPr>
      </p:pic>
      <p:sp>
        <p:nvSpPr>
          <p:cNvPr id="1048957" name="任意多边形 9"/>
          <p:cNvSpPr/>
          <p:nvPr>
            <p:custDataLst>
              <p:tags r:id="rId22"/>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p:cNvSpPr txBox="1"/>
          <p:nvPr>
            <p:custDataLst>
              <p:tags r:id="rId23"/>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实施</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nvGrpSpPr>
          <p:cNvPr id="2" name="组合 1">
            <a:extLst>
              <a:ext uri="{FF2B5EF4-FFF2-40B4-BE49-F238E27FC236}">
                <a16:creationId xmlns:a16="http://schemas.microsoft.com/office/drawing/2014/main" id="{964A65CE-7833-61DB-F582-F3009CA3555D}"/>
              </a:ext>
            </a:extLst>
          </p:cNvPr>
          <p:cNvGrpSpPr/>
          <p:nvPr/>
        </p:nvGrpSpPr>
        <p:grpSpPr>
          <a:xfrm>
            <a:off x="2054860" y="857885"/>
            <a:ext cx="2537460" cy="511810"/>
            <a:chOff x="2054860" y="857885"/>
            <a:chExt cx="1842135" cy="511810"/>
          </a:xfrm>
        </p:grpSpPr>
        <p:sp>
          <p:nvSpPr>
            <p:cNvPr id="1048961" name="燕尾形箭头 27"/>
            <p:cNvSpPr/>
            <p:nvPr>
              <p:custDataLst>
                <p:tags r:id="rId24"/>
              </p:custDataLst>
            </p:nvPr>
          </p:nvSpPr>
          <p:spPr bwMode="auto">
            <a:xfrm>
              <a:off x="2096135" y="857885"/>
              <a:ext cx="1800860"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p:cNvSpPr txBox="1"/>
            <p:nvPr>
              <p:custDataLst>
                <p:tags r:id="rId25"/>
              </p:custDataLst>
            </p:nvPr>
          </p:nvSpPr>
          <p:spPr>
            <a:xfrm>
              <a:off x="2054860" y="904875"/>
              <a:ext cx="1826260" cy="445770"/>
            </a:xfrm>
            <a:prstGeom prst="rect">
              <a:avLst/>
            </a:prstGeom>
            <a:no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L1</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控制系统升级</a:t>
              </a:r>
              <a:endPar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grpSp>
      <p:pic>
        <p:nvPicPr>
          <p:cNvPr id="18" name="图片 17"/>
          <p:cNvPicPr/>
          <p:nvPr/>
        </p:nvPicPr>
        <p:blipFill>
          <a:blip r:embed="rId31" cstate="print">
            <a:extLst>
              <a:ext uri="{28A0092B-C50C-407E-A947-70E740481C1C}">
                <a14:useLocalDpi xmlns:a14="http://schemas.microsoft.com/office/drawing/2010/main" val="0"/>
              </a:ext>
            </a:extLst>
          </a:blip>
          <a:srcRect/>
          <a:stretch/>
        </p:blipFill>
        <p:spPr>
          <a:xfrm>
            <a:off x="6517005" y="4766078"/>
            <a:ext cx="2680065" cy="2009604"/>
          </a:xfrm>
          <a:prstGeom prst="rect">
            <a:avLst/>
          </a:prstGeom>
          <a:ln w="38100">
            <a:solidFill>
              <a:srgbClr val="FFFF00"/>
            </a:solidFill>
          </a:ln>
        </p:spPr>
      </p:pic>
      <p:pic>
        <p:nvPicPr>
          <p:cNvPr id="3" name="图片 2"/>
          <p:cNvPicPr/>
          <p:nvPr/>
        </p:nvPicPr>
        <p:blipFill>
          <a:blip r:embed="rId32" cstate="print">
            <a:extLst>
              <a:ext uri="{28A0092B-C50C-407E-A947-70E740481C1C}">
                <a14:useLocalDpi xmlns:a14="http://schemas.microsoft.com/office/drawing/2010/main" val="0"/>
              </a:ext>
            </a:extLst>
          </a:blip>
          <a:srcRect t="5538" b="5538"/>
          <a:stretch/>
        </p:blipFill>
        <p:spPr>
          <a:xfrm>
            <a:off x="5721258" y="1113790"/>
            <a:ext cx="3164003" cy="2360151"/>
          </a:xfrm>
          <a:prstGeom prst="rect">
            <a:avLst/>
          </a:prstGeom>
          <a:ln w="38100">
            <a:solidFill>
              <a:srgbClr val="FFFF00"/>
            </a:solidFill>
          </a:ln>
        </p:spPr>
      </p:pic>
      <p:pic>
        <p:nvPicPr>
          <p:cNvPr id="10" name="图片 9"/>
          <p:cNvPicPr/>
          <p:nvPr/>
        </p:nvPicPr>
        <p:blipFill>
          <a:blip r:embed="rId33" cstate="print">
            <a:extLst>
              <a:ext uri="{28A0092B-C50C-407E-A947-70E740481C1C}">
                <a14:useLocalDpi xmlns:a14="http://schemas.microsoft.com/office/drawing/2010/main" val="0"/>
              </a:ext>
            </a:extLst>
          </a:blip>
          <a:srcRect/>
          <a:stretch/>
        </p:blipFill>
        <p:spPr>
          <a:xfrm>
            <a:off x="9013440" y="2583406"/>
            <a:ext cx="2948170" cy="2078138"/>
          </a:xfrm>
          <a:prstGeom prst="rect">
            <a:avLst/>
          </a:prstGeom>
          <a:ln w="38100">
            <a:solidFill>
              <a:srgbClr val="FFFF00"/>
            </a:solid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53" name="五边形 52"/>
          <p:cNvSpPr/>
          <p:nvPr>
            <p:custDataLst>
              <p:tags r:id="rId3"/>
            </p:custDataLst>
          </p:nvPr>
        </p:nvSpPr>
        <p:spPr>
          <a:xfrm>
            <a:off x="1731645" y="2458085"/>
            <a:ext cx="1920875" cy="466090"/>
          </a:xfrm>
          <a:prstGeom prst="homePlate">
            <a:avLst/>
          </a:prstGeom>
          <a:noFill/>
          <a:ln>
            <a:gradFill>
              <a:gsLst>
                <a:gs pos="0">
                  <a:srgbClr val="FFFFFF"/>
                </a:gs>
                <a:gs pos="100000">
                  <a:srgbClr val="3366FE">
                    <a:lumMod val="20000"/>
                    <a:lumOff val="8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54" name="弧形 53"/>
          <p:cNvSpPr/>
          <p:nvPr>
            <p:custDataLst>
              <p:tags r:id="rId4"/>
            </p:custDataLst>
          </p:nvPr>
        </p:nvSpPr>
        <p:spPr>
          <a:xfrm>
            <a:off x="-1953895" y="2164715"/>
            <a:ext cx="3651250" cy="3859530"/>
          </a:xfrm>
          <a:prstGeom prst="arc">
            <a:avLst>
              <a:gd name="adj1" fmla="val 16200000"/>
              <a:gd name="adj2" fmla="val 5414109"/>
            </a:avLst>
          </a:prstGeom>
          <a:noFill/>
          <a:ln w="12700">
            <a:gradFill>
              <a:gsLst>
                <a:gs pos="0">
                  <a:srgbClr val="3366FE">
                    <a:alpha val="2000"/>
                  </a:srgbClr>
                </a:gs>
                <a:gs pos="100000">
                  <a:srgbClr val="3366FE"/>
                </a:gs>
              </a:gsLst>
              <a:lin ang="0" scaled="1"/>
            </a:gradFill>
          </a:ln>
        </p:spPr>
        <p:style>
          <a:lnRef idx="1">
            <a:srgbClr val="3366FE"/>
          </a:lnRef>
          <a:fillRef idx="0">
            <a:srgbClr val="3366FE"/>
          </a:fillRef>
          <a:effectRef idx="0">
            <a:srgbClr val="3366FE"/>
          </a:effectRef>
          <a:fontRef idx="minor">
            <a:srgbClr val="000000"/>
          </a:fontRef>
        </p:style>
        <p:txBody>
          <a:bodyPr rtlCol="0" anchor="ctr"/>
          <a:lstStyle/>
          <a:p>
            <a:pPr algn="ctr"/>
            <a:endParaRPr lang="zh-CN" altLang="en-US">
              <a:cs typeface="思源黑体 CN Regular" panose="020B0500000000000000" charset="-122"/>
            </a:endParaRPr>
          </a:p>
        </p:txBody>
      </p:sp>
      <p:sp>
        <p:nvSpPr>
          <p:cNvPr id="56" name="文本框 55"/>
          <p:cNvSpPr txBox="1"/>
          <p:nvPr>
            <p:custDataLst>
              <p:tags r:id="rId5"/>
            </p:custDataLst>
          </p:nvPr>
        </p:nvSpPr>
        <p:spPr>
          <a:xfrm>
            <a:off x="1315719" y="3888105"/>
            <a:ext cx="3017741" cy="357505"/>
          </a:xfrm>
          <a:prstGeom prst="rect">
            <a:avLst/>
          </a:prstGeom>
          <a:noFill/>
        </p:spPr>
        <p:txBody>
          <a:bodyPr wrap="none" bIns="0" rtlCol="0" anchor="ctr" anchorCtr="0">
            <a:normAutofit fontScale="85000" lnSpcReduction="20000"/>
          </a:bodyPr>
          <a:lstStyle/>
          <a:p>
            <a:pPr algn="l"/>
            <a:r>
              <a:rPr lang="zh-CN" altLang="en-US" sz="2855" spc="300" dirty="0">
                <a:solidFill>
                  <a:srgbClr val="FFFFFF"/>
                </a:solidFill>
                <a:uFillTx/>
                <a:latin typeface="思源黑体 CN Bold" panose="020B0800000000000000" charset="-122"/>
                <a:ea typeface="思源黑体 CN Bold" panose="020B0800000000000000" charset="-122"/>
                <a:sym typeface="+mn-ea"/>
              </a:rPr>
              <a:t>风冷线辊道优化</a:t>
            </a:r>
          </a:p>
        </p:txBody>
      </p:sp>
      <p:sp>
        <p:nvSpPr>
          <p:cNvPr id="58" name="五边形 57"/>
          <p:cNvSpPr/>
          <p:nvPr>
            <p:custDataLst>
              <p:tags r:id="rId6"/>
            </p:custDataLst>
          </p:nvPr>
        </p:nvSpPr>
        <p:spPr>
          <a:xfrm>
            <a:off x="1731645" y="5252085"/>
            <a:ext cx="1920875" cy="466090"/>
          </a:xfrm>
          <a:prstGeom prst="homePlate">
            <a:avLst/>
          </a:prstGeom>
          <a:noFill/>
          <a:ln>
            <a:gradFill>
              <a:gsLst>
                <a:gs pos="0">
                  <a:srgbClr val="FFFFFF"/>
                </a:gs>
                <a:gs pos="100000">
                  <a:srgbClr val="AAE20A">
                    <a:lumMod val="40000"/>
                    <a:lumOff val="6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59" name="五边形 58"/>
          <p:cNvSpPr/>
          <p:nvPr>
            <p:custDataLst>
              <p:tags r:id="rId7"/>
            </p:custDataLst>
          </p:nvPr>
        </p:nvSpPr>
        <p:spPr>
          <a:xfrm>
            <a:off x="1570355" y="5191760"/>
            <a:ext cx="2393865" cy="466090"/>
          </a:xfrm>
          <a:prstGeom prst="homePlate">
            <a:avLst/>
          </a:prstGeom>
          <a:gradFill>
            <a:gsLst>
              <a:gs pos="0">
                <a:srgbClr val="AAE20A">
                  <a:lumMod val="20000"/>
                  <a:lumOff val="80000"/>
                  <a:alpha val="15000"/>
                </a:srgbClr>
              </a:gs>
              <a:gs pos="100000">
                <a:srgbClr val="AAE20A">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60" name="椭圆 59"/>
          <p:cNvSpPr/>
          <p:nvPr>
            <p:custDataLst>
              <p:tags r:id="rId8"/>
            </p:custDataLst>
          </p:nvPr>
        </p:nvSpPr>
        <p:spPr>
          <a:xfrm>
            <a:off x="1400810" y="5165725"/>
            <a:ext cx="435610" cy="435610"/>
          </a:xfrm>
          <a:prstGeom prst="ellipse">
            <a:avLst/>
          </a:prstGeom>
          <a:solidFill>
            <a:srgbClr val="AAE20A"/>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61" name="文本框 60"/>
          <p:cNvSpPr txBox="1"/>
          <p:nvPr>
            <p:custDataLst>
              <p:tags r:id="rId9"/>
            </p:custDataLst>
          </p:nvPr>
        </p:nvSpPr>
        <p:spPr>
          <a:xfrm>
            <a:off x="1836420" y="5248274"/>
            <a:ext cx="2315295" cy="379095"/>
          </a:xfrm>
          <a:prstGeom prst="rect">
            <a:avLst/>
          </a:prstGeom>
          <a:noFill/>
        </p:spPr>
        <p:txBody>
          <a:bodyPr wrap="square" bIns="0" rtlCol="0">
            <a:noAutofit/>
          </a:bodyPr>
          <a:lstStyle/>
          <a:p>
            <a:pPr algn="l"/>
            <a:r>
              <a:rPr lang="zh-CN" altLang="en-US" sz="2000" spc="300" dirty="0">
                <a:solidFill>
                  <a:srgbClr val="2B040D"/>
                </a:solidFill>
                <a:uFillTx/>
                <a:latin typeface="思源黑体 CN Bold" panose="020B0800000000000000" charset="-122"/>
                <a:ea typeface="思源黑体 CN Bold" panose="020B0800000000000000" charset="-122"/>
              </a:rPr>
              <a:t>新增残氧显示</a:t>
            </a:r>
          </a:p>
        </p:txBody>
      </p:sp>
      <p:pic>
        <p:nvPicPr>
          <p:cNvPr id="62" name="图片 61" descr="333438303937363b333438313037383bcafdbeddb7d6cef6"/>
          <p:cNvPicPr>
            <a:picLocks noChangeAspect="1"/>
          </p:cNvPicPr>
          <p:nvPr>
            <p:custDataLst>
              <p:tags r:id="rId10"/>
            </p:custDataLst>
          </p:nvPr>
        </p:nvPicPr>
        <p:blipFill>
          <a:blip>
            <a:extLst>
              <a:ext uri="{96DAC541-7B7A-43D3-8B79-37D633B846F1}">
                <asvg:svgBlip xmlns:asvg="http://schemas.microsoft.com/office/drawing/2016/SVG/main" r:embed="rId26"/>
              </a:ext>
            </a:extLst>
          </a:blip>
          <a:stretch>
            <a:fillRect/>
          </a:stretch>
        </p:blipFill>
        <p:spPr>
          <a:xfrm>
            <a:off x="1492250" y="5257800"/>
            <a:ext cx="252095" cy="252095"/>
          </a:xfrm>
          <a:prstGeom prst="rect">
            <a:avLst/>
          </a:prstGeom>
        </p:spPr>
      </p:pic>
      <p:grpSp>
        <p:nvGrpSpPr>
          <p:cNvPr id="16" name="组合 15">
            <a:extLst>
              <a:ext uri="{FF2B5EF4-FFF2-40B4-BE49-F238E27FC236}">
                <a16:creationId xmlns:a16="http://schemas.microsoft.com/office/drawing/2014/main" id="{0B97A69B-6347-76EA-105C-368E41525875}"/>
              </a:ext>
            </a:extLst>
          </p:cNvPr>
          <p:cNvGrpSpPr/>
          <p:nvPr/>
        </p:nvGrpSpPr>
        <p:grpSpPr>
          <a:xfrm>
            <a:off x="1416050" y="3738245"/>
            <a:ext cx="3841142" cy="466090"/>
            <a:chOff x="1416050" y="3738245"/>
            <a:chExt cx="3551039" cy="466090"/>
          </a:xfrm>
        </p:grpSpPr>
        <p:sp>
          <p:nvSpPr>
            <p:cNvPr id="64" name="五边形 63"/>
            <p:cNvSpPr/>
            <p:nvPr>
              <p:custDataLst>
                <p:tags r:id="rId22"/>
              </p:custDataLst>
            </p:nvPr>
          </p:nvSpPr>
          <p:spPr>
            <a:xfrm>
              <a:off x="1562735" y="3738245"/>
              <a:ext cx="3404354" cy="466090"/>
            </a:xfrm>
            <a:prstGeom prst="homePlate">
              <a:avLst/>
            </a:prstGeom>
            <a:gradFill>
              <a:gsLst>
                <a:gs pos="0">
                  <a:srgbClr val="20E4F9">
                    <a:lumMod val="20000"/>
                    <a:lumOff val="80000"/>
                    <a:alpha val="15000"/>
                  </a:srgbClr>
                </a:gs>
                <a:gs pos="100000">
                  <a:srgbClr val="20E4F9">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dirty="0"/>
            </a:p>
          </p:txBody>
        </p:sp>
        <p:sp>
          <p:nvSpPr>
            <p:cNvPr id="65" name="椭圆 64"/>
            <p:cNvSpPr/>
            <p:nvPr>
              <p:custDataLst>
                <p:tags r:id="rId23"/>
              </p:custDataLst>
            </p:nvPr>
          </p:nvSpPr>
          <p:spPr>
            <a:xfrm>
              <a:off x="1416050" y="3753485"/>
              <a:ext cx="435610" cy="435610"/>
            </a:xfrm>
            <a:prstGeom prst="ellipse">
              <a:avLst/>
            </a:prstGeom>
            <a:solidFill>
              <a:srgbClr val="20E4F9"/>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grpSp>
      <p:grpSp>
        <p:nvGrpSpPr>
          <p:cNvPr id="20" name="组合 19">
            <a:extLst>
              <a:ext uri="{FF2B5EF4-FFF2-40B4-BE49-F238E27FC236}">
                <a16:creationId xmlns:a16="http://schemas.microsoft.com/office/drawing/2014/main" id="{B7333555-A7EF-2966-9354-1016660D5ED3}"/>
              </a:ext>
            </a:extLst>
          </p:cNvPr>
          <p:cNvGrpSpPr/>
          <p:nvPr/>
        </p:nvGrpSpPr>
        <p:grpSpPr>
          <a:xfrm>
            <a:off x="1749424" y="3796665"/>
            <a:ext cx="3618865" cy="466090"/>
            <a:chOff x="1749425" y="3796665"/>
            <a:chExt cx="2730720" cy="466090"/>
          </a:xfrm>
        </p:grpSpPr>
        <p:sp>
          <p:nvSpPr>
            <p:cNvPr id="63" name="五边形 62"/>
            <p:cNvSpPr/>
            <p:nvPr>
              <p:custDataLst>
                <p:tags r:id="rId20"/>
              </p:custDataLst>
            </p:nvPr>
          </p:nvSpPr>
          <p:spPr>
            <a:xfrm>
              <a:off x="1749425" y="3796665"/>
              <a:ext cx="2730720" cy="466090"/>
            </a:xfrm>
            <a:prstGeom prst="homePlate">
              <a:avLst/>
            </a:prstGeom>
            <a:noFill/>
            <a:ln>
              <a:gradFill>
                <a:gsLst>
                  <a:gs pos="0">
                    <a:srgbClr val="FFFFFF"/>
                  </a:gs>
                  <a:gs pos="100000">
                    <a:srgbClr val="20E4F9">
                      <a:lumMod val="40000"/>
                      <a:lumOff val="6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66" name="文本框 65"/>
            <p:cNvSpPr txBox="1"/>
            <p:nvPr>
              <p:custDataLst>
                <p:tags r:id="rId21"/>
              </p:custDataLst>
            </p:nvPr>
          </p:nvSpPr>
          <p:spPr>
            <a:xfrm>
              <a:off x="1828800" y="3816350"/>
              <a:ext cx="2556730" cy="331470"/>
            </a:xfrm>
            <a:prstGeom prst="rect">
              <a:avLst/>
            </a:prstGeom>
            <a:noFill/>
          </p:spPr>
          <p:txBody>
            <a:bodyPr wrap="square" bIns="0" rtlCol="0">
              <a:normAutofit fontScale="92500" lnSpcReduction="10000"/>
            </a:bodyPr>
            <a:lstStyle/>
            <a:p>
              <a:pPr algn="l"/>
              <a:r>
                <a:rPr lang="zh-CN" altLang="en-US" sz="2000" spc="300" dirty="0">
                  <a:solidFill>
                    <a:srgbClr val="20E4F9"/>
                  </a:solidFill>
                  <a:uFillTx/>
                  <a:latin typeface="思源黑体 CN Bold" panose="020B0800000000000000" charset="-122"/>
                  <a:ea typeface="思源黑体 CN Bold" panose="020B0800000000000000" charset="-122"/>
                </a:rPr>
                <a:t> 新增热值分析仪显示</a:t>
              </a:r>
            </a:p>
          </p:txBody>
        </p:sp>
      </p:grpSp>
      <p:pic>
        <p:nvPicPr>
          <p:cNvPr id="67" name="图片 66" descr="333438303937363b333438313038303bd7e9d6afbcdcb9b9"/>
          <p:cNvPicPr>
            <a:picLocks noChangeAspect="1"/>
          </p:cNvPicPr>
          <p:nvPr>
            <p:custDataLst>
              <p:tags r:id="rId11"/>
            </p:custDataLst>
          </p:nvPr>
        </p:nvPicPr>
        <p:blipFill>
          <a:blip>
            <a:extLst>
              <a:ext uri="{96DAC541-7B7A-43D3-8B79-37D633B846F1}">
                <asvg:svgBlip xmlns:asvg="http://schemas.microsoft.com/office/drawing/2016/SVG/main" r:embed="rId27"/>
              </a:ext>
            </a:extLst>
          </a:blip>
          <a:stretch>
            <a:fillRect/>
          </a:stretch>
        </p:blipFill>
        <p:spPr>
          <a:xfrm>
            <a:off x="1507490" y="3845560"/>
            <a:ext cx="252095" cy="252095"/>
          </a:xfrm>
          <a:prstGeom prst="rect">
            <a:avLst/>
          </a:prstGeom>
        </p:spPr>
      </p:pic>
      <p:sp>
        <p:nvSpPr>
          <p:cNvPr id="70" name="椭圆 69"/>
          <p:cNvSpPr/>
          <p:nvPr>
            <p:custDataLst>
              <p:tags r:id="rId12"/>
            </p:custDataLst>
          </p:nvPr>
        </p:nvSpPr>
        <p:spPr>
          <a:xfrm>
            <a:off x="1405890" y="2400300"/>
            <a:ext cx="435610" cy="435610"/>
          </a:xfrm>
          <a:prstGeom prst="ellipse">
            <a:avLst/>
          </a:prstGeom>
          <a:solidFill>
            <a:srgbClr val="3366FE"/>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grpSp>
        <p:nvGrpSpPr>
          <p:cNvPr id="14" name="组合 13">
            <a:extLst>
              <a:ext uri="{FF2B5EF4-FFF2-40B4-BE49-F238E27FC236}">
                <a16:creationId xmlns:a16="http://schemas.microsoft.com/office/drawing/2014/main" id="{B1AEE345-77B7-BA3D-39DF-B4E14F4B6321}"/>
              </a:ext>
            </a:extLst>
          </p:cNvPr>
          <p:cNvGrpSpPr/>
          <p:nvPr/>
        </p:nvGrpSpPr>
        <p:grpSpPr>
          <a:xfrm>
            <a:off x="1579245" y="2401570"/>
            <a:ext cx="4066181" cy="466090"/>
            <a:chOff x="1579245" y="2401570"/>
            <a:chExt cx="1920875" cy="466090"/>
          </a:xfrm>
        </p:grpSpPr>
        <p:sp>
          <p:nvSpPr>
            <p:cNvPr id="68" name="五边形 67"/>
            <p:cNvSpPr/>
            <p:nvPr>
              <p:custDataLst>
                <p:tags r:id="rId18"/>
              </p:custDataLst>
            </p:nvPr>
          </p:nvSpPr>
          <p:spPr>
            <a:xfrm>
              <a:off x="1579245" y="2401570"/>
              <a:ext cx="1920875" cy="466090"/>
            </a:xfrm>
            <a:prstGeom prst="homePlate">
              <a:avLst/>
            </a:prstGeom>
            <a:gradFill>
              <a:gsLst>
                <a:gs pos="0">
                  <a:srgbClr val="3366FE">
                    <a:lumMod val="20000"/>
                    <a:lumOff val="80000"/>
                    <a:alpha val="15000"/>
                  </a:srgbClr>
                </a:gs>
                <a:gs pos="100000">
                  <a:srgbClr val="3366FE">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71" name="文本框 70"/>
            <p:cNvSpPr txBox="1"/>
            <p:nvPr>
              <p:custDataLst>
                <p:tags r:id="rId19"/>
              </p:custDataLst>
            </p:nvPr>
          </p:nvSpPr>
          <p:spPr>
            <a:xfrm>
              <a:off x="1660611" y="2441575"/>
              <a:ext cx="1839509" cy="322580"/>
            </a:xfrm>
            <a:prstGeom prst="rect">
              <a:avLst/>
            </a:prstGeom>
            <a:noFill/>
          </p:spPr>
          <p:txBody>
            <a:bodyPr wrap="square" bIns="0" rtlCol="0">
              <a:noAutofit/>
            </a:bodyPr>
            <a:lstStyle/>
            <a:p>
              <a:r>
                <a:rPr lang="en-US" altLang="zh-CN" sz="2000" spc="300" dirty="0">
                  <a:solidFill>
                    <a:srgbClr val="3366FE"/>
                  </a:solidFill>
                  <a:uFillTx/>
                  <a:latin typeface="思源黑体 CN Bold" panose="020B0800000000000000" charset="-122"/>
                  <a:ea typeface="思源黑体 CN Bold" panose="020B0800000000000000" charset="-122"/>
                </a:rPr>
                <a:t> </a:t>
              </a:r>
              <a:r>
                <a:rPr lang="zh-CN" altLang="en-US" sz="2000" spc="300" dirty="0">
                  <a:solidFill>
                    <a:srgbClr val="3366FE"/>
                  </a:solidFill>
                  <a:uFillTx/>
                  <a:latin typeface="思源黑体 CN Bold" panose="020B0800000000000000" charset="-122"/>
                  <a:ea typeface="思源黑体 CN Bold" panose="020B0800000000000000" charset="-122"/>
                </a:rPr>
                <a:t>新增</a:t>
              </a:r>
              <a:r>
                <a:rPr lang="zh-CN" altLang="zh-CN" sz="2000" spc="300" dirty="0">
                  <a:solidFill>
                    <a:srgbClr val="3366FE"/>
                  </a:solidFill>
                  <a:ea typeface="思源黑体 CN Bold" panose="020B0800000000000000" charset="-122"/>
                </a:rPr>
                <a:t>调节阀以及</a:t>
              </a:r>
              <a:r>
                <a:rPr lang="zh-CN" altLang="en-US" sz="2000" spc="300" dirty="0">
                  <a:solidFill>
                    <a:srgbClr val="3366FE"/>
                  </a:solidFill>
                  <a:uFillTx/>
                  <a:latin typeface="思源黑体 CN Bold" panose="020B0800000000000000" charset="-122"/>
                  <a:ea typeface="思源黑体 CN Bold" panose="020B0800000000000000" charset="-122"/>
                </a:rPr>
                <a:t>流量计显示</a:t>
              </a:r>
            </a:p>
          </p:txBody>
        </p:sp>
      </p:grpSp>
      <p:pic>
        <p:nvPicPr>
          <p:cNvPr id="73" name="图片 72" descr="333438303937363b333438313037323bcad0b3a1cdc6b9e3"/>
          <p:cNvPicPr>
            <a:picLocks noChangeAspect="1"/>
          </p:cNvPicPr>
          <p:nvPr>
            <p:custDataLst>
              <p:tags r:id="rId13"/>
            </p:custDataLst>
          </p:nvPr>
        </p:nvPicPr>
        <p:blipFill>
          <a:blip>
            <a:extLst>
              <a:ext uri="{96DAC541-7B7A-43D3-8B79-37D633B846F1}">
                <asvg:svgBlip xmlns:asvg="http://schemas.microsoft.com/office/drawing/2016/SVG/main" r:embed="rId28"/>
              </a:ext>
            </a:extLst>
          </a:blip>
          <a:stretch>
            <a:fillRect/>
          </a:stretch>
        </p:blipFill>
        <p:spPr>
          <a:xfrm>
            <a:off x="1497330" y="2492375"/>
            <a:ext cx="252095" cy="252095"/>
          </a:xfrm>
          <a:prstGeom prst="rect">
            <a:avLst/>
          </a:prstGeom>
        </p:spPr>
      </p:pic>
      <p:sp>
        <p:nvSpPr>
          <p:cNvPr id="13" name="右箭头 12"/>
          <p:cNvSpPr/>
          <p:nvPr/>
        </p:nvSpPr>
        <p:spPr>
          <a:xfrm>
            <a:off x="4068996" y="5095518"/>
            <a:ext cx="4020214" cy="73914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任意多边形 9">
            <a:extLst>
              <a:ext uri="{FF2B5EF4-FFF2-40B4-BE49-F238E27FC236}">
                <a16:creationId xmlns:a16="http://schemas.microsoft.com/office/drawing/2014/main" id="{6C51D137-53FE-509C-1B53-ACEEF83C54DA}"/>
              </a:ext>
            </a:extLst>
          </p:cNvPr>
          <p:cNvSpPr/>
          <p:nvPr>
            <p:custDataLst>
              <p:tags r:id="rId14"/>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4" name="文本框 3">
            <a:extLst>
              <a:ext uri="{FF2B5EF4-FFF2-40B4-BE49-F238E27FC236}">
                <a16:creationId xmlns:a16="http://schemas.microsoft.com/office/drawing/2014/main" id="{953CD142-9D0D-9BD8-AFAB-D916BE907323}"/>
              </a:ext>
            </a:extLst>
          </p:cNvPr>
          <p:cNvSpPr txBox="1"/>
          <p:nvPr>
            <p:custDataLst>
              <p:tags r:id="rId15"/>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实施</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nvGrpSpPr>
          <p:cNvPr id="6" name="组合 5">
            <a:extLst>
              <a:ext uri="{FF2B5EF4-FFF2-40B4-BE49-F238E27FC236}">
                <a16:creationId xmlns:a16="http://schemas.microsoft.com/office/drawing/2014/main" id="{32A4FE38-DB13-6EF9-D982-CC0FE53A7E8A}"/>
              </a:ext>
            </a:extLst>
          </p:cNvPr>
          <p:cNvGrpSpPr/>
          <p:nvPr/>
        </p:nvGrpSpPr>
        <p:grpSpPr>
          <a:xfrm>
            <a:off x="2054860" y="857885"/>
            <a:ext cx="2537460" cy="511810"/>
            <a:chOff x="2054860" y="857885"/>
            <a:chExt cx="1842135" cy="511810"/>
          </a:xfrm>
        </p:grpSpPr>
        <p:sp>
          <p:nvSpPr>
            <p:cNvPr id="8" name="燕尾形箭头 27">
              <a:extLst>
                <a:ext uri="{FF2B5EF4-FFF2-40B4-BE49-F238E27FC236}">
                  <a16:creationId xmlns:a16="http://schemas.microsoft.com/office/drawing/2014/main" id="{2FBC0DCB-C0CF-7026-9EE0-8F776BFAA501}"/>
                </a:ext>
              </a:extLst>
            </p:cNvPr>
            <p:cNvSpPr/>
            <p:nvPr>
              <p:custDataLst>
                <p:tags r:id="rId16"/>
              </p:custDataLst>
            </p:nvPr>
          </p:nvSpPr>
          <p:spPr bwMode="auto">
            <a:xfrm>
              <a:off x="2096135" y="857885"/>
              <a:ext cx="1800860"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9" name="文本框 28">
              <a:extLst>
                <a:ext uri="{FF2B5EF4-FFF2-40B4-BE49-F238E27FC236}">
                  <a16:creationId xmlns:a16="http://schemas.microsoft.com/office/drawing/2014/main" id="{00EA83ED-484F-CEA3-C77D-F2346014A172}"/>
                </a:ext>
              </a:extLst>
            </p:cNvPr>
            <p:cNvSpPr txBox="1"/>
            <p:nvPr>
              <p:custDataLst>
                <p:tags r:id="rId17"/>
              </p:custDataLst>
            </p:nvPr>
          </p:nvSpPr>
          <p:spPr>
            <a:xfrm>
              <a:off x="2054860" y="904875"/>
              <a:ext cx="1826260" cy="445770"/>
            </a:xfrm>
            <a:prstGeom prst="rect">
              <a:avLst/>
            </a:prstGeom>
            <a:no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L1</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控制系统升级</a:t>
              </a:r>
              <a:endPar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grpSp>
      <p:pic>
        <p:nvPicPr>
          <p:cNvPr id="22" name="图片 21">
            <a:extLst>
              <a:ext uri="{FF2B5EF4-FFF2-40B4-BE49-F238E27FC236}">
                <a16:creationId xmlns:a16="http://schemas.microsoft.com/office/drawing/2014/main" id="{C89177CF-F3FE-3F8C-6911-9CC640D3A60D}"/>
              </a:ext>
            </a:extLst>
          </p:cNvPr>
          <p:cNvPicPr>
            <a:picLocks noChangeAspect="1"/>
          </p:cNvPicPr>
          <p:nvPr/>
        </p:nvPicPr>
        <p:blipFill>
          <a:blip r:embed="rId29">
            <a:extLst>
              <a:ext uri="{28A0092B-C50C-407E-A947-70E740481C1C}">
                <a14:useLocalDpi xmlns:a14="http://schemas.microsoft.com/office/drawing/2010/main" val="0"/>
              </a:ext>
            </a:extLst>
          </a:blip>
          <a:srcRect l="30095" t="33188" r="18005" b="56034"/>
          <a:stretch>
            <a:fillRect/>
          </a:stretch>
        </p:blipFill>
        <p:spPr>
          <a:xfrm>
            <a:off x="8005772" y="3688365"/>
            <a:ext cx="3876163" cy="603951"/>
          </a:xfrm>
          <a:prstGeom prst="rect">
            <a:avLst/>
          </a:prstGeom>
        </p:spPr>
      </p:pic>
      <p:pic>
        <p:nvPicPr>
          <p:cNvPr id="24" name="图片 23">
            <a:extLst>
              <a:ext uri="{FF2B5EF4-FFF2-40B4-BE49-F238E27FC236}">
                <a16:creationId xmlns:a16="http://schemas.microsoft.com/office/drawing/2014/main" id="{D067A133-1691-AC66-5B61-B9C2AB57A760}"/>
              </a:ext>
            </a:extLst>
          </p:cNvPr>
          <p:cNvPicPr>
            <a:picLocks noChangeAspect="1"/>
          </p:cNvPicPr>
          <p:nvPr/>
        </p:nvPicPr>
        <p:blipFill>
          <a:blip r:embed="rId29">
            <a:extLst>
              <a:ext uri="{28A0092B-C50C-407E-A947-70E740481C1C}">
                <a14:useLocalDpi xmlns:a14="http://schemas.microsoft.com/office/drawing/2010/main" val="0"/>
              </a:ext>
            </a:extLst>
          </a:blip>
          <a:srcRect l="33310" t="44378" r="32414" b="45269"/>
          <a:stretch>
            <a:fillRect/>
          </a:stretch>
        </p:blipFill>
        <p:spPr>
          <a:xfrm>
            <a:off x="8327443" y="5093530"/>
            <a:ext cx="3132952" cy="710013"/>
          </a:xfrm>
          <a:prstGeom prst="rect">
            <a:avLst/>
          </a:prstGeom>
        </p:spPr>
      </p:pic>
      <p:sp>
        <p:nvSpPr>
          <p:cNvPr id="26" name="右箭头 12">
            <a:extLst>
              <a:ext uri="{FF2B5EF4-FFF2-40B4-BE49-F238E27FC236}">
                <a16:creationId xmlns:a16="http://schemas.microsoft.com/office/drawing/2014/main" id="{D4C4A953-3886-E908-7239-5647823713A3}"/>
              </a:ext>
            </a:extLst>
          </p:cNvPr>
          <p:cNvSpPr/>
          <p:nvPr/>
        </p:nvSpPr>
        <p:spPr>
          <a:xfrm>
            <a:off x="5473480" y="3620771"/>
            <a:ext cx="2427101" cy="73914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右箭头 12">
            <a:extLst>
              <a:ext uri="{FF2B5EF4-FFF2-40B4-BE49-F238E27FC236}">
                <a16:creationId xmlns:a16="http://schemas.microsoft.com/office/drawing/2014/main" id="{2EB3E3CA-0162-EE2C-74CC-548C6FFB0809}"/>
              </a:ext>
            </a:extLst>
          </p:cNvPr>
          <p:cNvSpPr/>
          <p:nvPr/>
        </p:nvSpPr>
        <p:spPr>
          <a:xfrm>
            <a:off x="5727341" y="2214337"/>
            <a:ext cx="3374951" cy="73914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0" name="图片 29">
            <a:extLst>
              <a:ext uri="{FF2B5EF4-FFF2-40B4-BE49-F238E27FC236}">
                <a16:creationId xmlns:a16="http://schemas.microsoft.com/office/drawing/2014/main" id="{663F88FD-3142-374A-17AE-5D9B1929C602}"/>
              </a:ext>
            </a:extLst>
          </p:cNvPr>
          <p:cNvPicPr>
            <a:picLocks noChangeAspect="1"/>
          </p:cNvPicPr>
          <p:nvPr/>
        </p:nvPicPr>
        <p:blipFill>
          <a:blip r:embed="rId30" cstate="print">
            <a:extLst>
              <a:ext uri="{28A0092B-C50C-407E-A947-70E740481C1C}">
                <a14:useLocalDpi xmlns:a14="http://schemas.microsoft.com/office/drawing/2010/main" val="0"/>
              </a:ext>
            </a:extLst>
          </a:blip>
          <a:srcRect l="-1" t="28696" r="59970" b="23334"/>
          <a:stretch>
            <a:fillRect/>
          </a:stretch>
        </p:blipFill>
        <p:spPr>
          <a:xfrm>
            <a:off x="9246437" y="1167284"/>
            <a:ext cx="2480606" cy="2297715"/>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EAEB9F-04A7-8B25-7096-2EFEFB4881FE}"/>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81D538C8-69C1-DACB-F413-A688278EEE1D}"/>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4" name="文本框 3">
            <a:extLst>
              <a:ext uri="{FF2B5EF4-FFF2-40B4-BE49-F238E27FC236}">
                <a16:creationId xmlns:a16="http://schemas.microsoft.com/office/drawing/2014/main" id="{967C95C8-885A-BA6F-63ED-83C7071C74B6}"/>
              </a:ext>
            </a:extLst>
          </p:cNvPr>
          <p:cNvSpPr txBox="1"/>
          <p:nvPr/>
        </p:nvSpPr>
        <p:spPr>
          <a:xfrm>
            <a:off x="459739" y="1551500"/>
            <a:ext cx="11238617" cy="5025735"/>
          </a:xfrm>
          <a:prstGeom prst="rect">
            <a:avLst/>
          </a:prstGeom>
          <a:noFill/>
        </p:spPr>
        <p:txBody>
          <a:bodyPr wrap="square">
            <a:spAutoFit/>
          </a:bodyPr>
          <a:lstStyle/>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新增加热炉二级控制系统，控制范围从钢坯进入辊道、上料台架准备上料开始到钢坯经加热炉加热后出炉结束为止。</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过程自动化系统的主要功能是实现加热炉设备的过程控制，即包括出钢机的运行控制；温度、能源介质等的监控；炉内材料跟踪、自动燃烧控制模型、数据设定、实绩数据处理、画面和报表等功能。实现对加热炉内方坯的合理加热，准确控制方坯的出炉温度和均匀度，降低方坯的氧化烧损，在提高加热质量及产量的前提下节省能源，为现代化轧钢厂高质量、低能耗生产奠定基础。</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过程计算机控制系统（</a:t>
            </a:r>
            <a:r>
              <a:rPr lang="en-US" altLang="zh-CN" sz="1800" kern="100" dirty="0">
                <a:effectLst/>
                <a:latin typeface="Times New Roman" panose="02020603050405020304" pitchFamily="18" charset="0"/>
                <a:ea typeface="宋体" panose="02010600030101010101" pitchFamily="2" charset="-122"/>
              </a:rPr>
              <a:t>L2</a:t>
            </a:r>
            <a:r>
              <a:rPr lang="zh-CN" altLang="en-US" sz="1800" kern="100" dirty="0">
                <a:effectLst/>
                <a:latin typeface="Times New Roman" panose="02020603050405020304" pitchFamily="18" charset="0"/>
                <a:ea typeface="宋体" panose="02010600030101010101" pitchFamily="2" charset="-122"/>
              </a:rPr>
              <a:t>）通过工业以太网与其他各系统（包括与加热炉的</a:t>
            </a:r>
            <a:r>
              <a:rPr lang="en-US" altLang="zh-CN" sz="1800" kern="100" dirty="0">
                <a:effectLst/>
                <a:latin typeface="Times New Roman" panose="02020603050405020304" pitchFamily="18" charset="0"/>
                <a:ea typeface="宋体" panose="02010600030101010101" pitchFamily="2" charset="-122"/>
              </a:rPr>
              <a:t>L1</a:t>
            </a:r>
            <a:r>
              <a:rPr lang="zh-CN" altLang="en-US" sz="1800" kern="100" dirty="0">
                <a:effectLst/>
                <a:latin typeface="Times New Roman" panose="02020603050405020304" pitchFamily="18" charset="0"/>
                <a:ea typeface="宋体" panose="02010600030101010101" pitchFamily="2" charset="-122"/>
              </a:rPr>
              <a:t>及轧线的</a:t>
            </a:r>
            <a:r>
              <a:rPr lang="en-US" altLang="zh-CN" sz="1800" kern="100" dirty="0">
                <a:effectLst/>
                <a:latin typeface="Times New Roman" panose="02020603050405020304" pitchFamily="18" charset="0"/>
                <a:ea typeface="宋体" panose="02010600030101010101" pitchFamily="2" charset="-122"/>
              </a:rPr>
              <a:t>L2</a:t>
            </a:r>
            <a:r>
              <a:rPr lang="zh-CN" altLang="en-US" sz="1800" kern="100" dirty="0">
                <a:effectLst/>
                <a:latin typeface="Times New Roman" panose="02020603050405020304" pitchFamily="18" charset="0"/>
                <a:ea typeface="宋体" panose="02010600030101010101" pitchFamily="2" charset="-122"/>
              </a:rPr>
              <a:t>，三级系统）连接实现数据通讯。</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智能燃烧二级系统主要用来对加热炉炉温设定值进行优化计算，实现炉温和燃耗量的优化控制。在满足轧线产量和加热质量的条件下，尽量使坯料出炉温度最准，长度和截面温差最小，氧化烧损最小。通过</a:t>
            </a:r>
            <a:r>
              <a:rPr lang="en-US" altLang="zh-CN" sz="1800" kern="100" dirty="0">
                <a:effectLst/>
                <a:latin typeface="Times New Roman" panose="02020603050405020304" pitchFamily="18" charset="0"/>
                <a:ea typeface="宋体" panose="02010600030101010101" pitchFamily="2" charset="-122"/>
              </a:rPr>
              <a:t>L2</a:t>
            </a:r>
            <a:r>
              <a:rPr lang="zh-CN" altLang="en-US" sz="1800" kern="100" dirty="0">
                <a:effectLst/>
                <a:latin typeface="Times New Roman" panose="02020603050405020304" pitchFamily="18" charset="0"/>
                <a:ea typeface="宋体" panose="02010600030101010101" pitchFamily="2" charset="-122"/>
              </a:rPr>
              <a:t>的合理算法和</a:t>
            </a:r>
            <a:r>
              <a:rPr lang="en-US" altLang="zh-CN" sz="1800" kern="100" dirty="0">
                <a:effectLst/>
                <a:latin typeface="Times New Roman" panose="02020603050405020304" pitchFamily="18" charset="0"/>
                <a:ea typeface="宋体" panose="02010600030101010101" pitchFamily="2" charset="-122"/>
              </a:rPr>
              <a:t>L1</a:t>
            </a:r>
            <a:r>
              <a:rPr lang="zh-CN" altLang="en-US" sz="1800" kern="100" dirty="0">
                <a:effectLst/>
                <a:latin typeface="Times New Roman" panose="02020603050405020304" pitchFamily="18" charset="0"/>
                <a:ea typeface="宋体" panose="02010600030101010101" pitchFamily="2" charset="-122"/>
              </a:rPr>
              <a:t>的精准控制，可以将首尾温差降低到</a:t>
            </a:r>
            <a:r>
              <a:rPr lang="en-US" altLang="zh-CN" sz="1800" kern="100" dirty="0">
                <a:effectLst/>
                <a:latin typeface="Times New Roman" panose="02020603050405020304" pitchFamily="18" charset="0"/>
                <a:ea typeface="宋体" panose="02010600030101010101" pitchFamily="2" charset="-122"/>
              </a:rPr>
              <a:t>±15℃</a:t>
            </a:r>
            <a:r>
              <a:rPr lang="zh-CN" altLang="en-US" sz="1800" kern="100" dirty="0">
                <a:effectLst/>
                <a:latin typeface="Times New Roman" panose="02020603050405020304" pitchFamily="18" charset="0"/>
                <a:ea typeface="宋体" panose="02010600030101010101" pitchFamily="2" charset="-122"/>
              </a:rPr>
              <a:t>范围，钢坯氧化烧损降低在</a:t>
            </a:r>
            <a:r>
              <a:rPr lang="en-US" altLang="zh-CN" sz="1800" kern="100" dirty="0">
                <a:effectLst/>
                <a:latin typeface="Times New Roman" panose="02020603050405020304" pitchFamily="18" charset="0"/>
                <a:ea typeface="宋体" panose="02010600030101010101" pitchFamily="2" charset="-122"/>
              </a:rPr>
              <a:t>0.7%</a:t>
            </a:r>
            <a:r>
              <a:rPr lang="zh-CN" altLang="en-US" sz="1800" kern="100" dirty="0">
                <a:effectLst/>
                <a:latin typeface="Times New Roman" panose="02020603050405020304" pitchFamily="18" charset="0"/>
                <a:ea typeface="宋体" panose="02010600030101010101" pitchFamily="2" charset="-122"/>
              </a:rPr>
              <a:t>以下（不包括强化加热状态）。</a:t>
            </a:r>
          </a:p>
        </p:txBody>
      </p:sp>
      <p:sp>
        <p:nvSpPr>
          <p:cNvPr id="17" name="任意多边形 36">
            <a:extLst>
              <a:ext uri="{FF2B5EF4-FFF2-40B4-BE49-F238E27FC236}">
                <a16:creationId xmlns:a16="http://schemas.microsoft.com/office/drawing/2014/main" id="{2583B37F-1F81-F44E-A5CE-EBDFF3DC8E90}"/>
              </a:ext>
            </a:extLst>
          </p:cNvPr>
          <p:cNvSpPr/>
          <p:nvPr>
            <p:custDataLst>
              <p:tags r:id="rId3"/>
            </p:custDataLst>
          </p:nvPr>
        </p:nvSpPr>
        <p:spPr bwMode="auto">
          <a:xfrm>
            <a:off x="171450" y="840740"/>
            <a:ext cx="1628327" cy="517378"/>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9" name="燕尾形箭头 35">
            <a:extLst>
              <a:ext uri="{FF2B5EF4-FFF2-40B4-BE49-F238E27FC236}">
                <a16:creationId xmlns:a16="http://schemas.microsoft.com/office/drawing/2014/main" id="{BE5FB86B-13F4-265C-B985-40A845A8C650}"/>
              </a:ext>
            </a:extLst>
          </p:cNvPr>
          <p:cNvSpPr/>
          <p:nvPr>
            <p:custDataLst>
              <p:tags r:id="rId4"/>
            </p:custDataLst>
          </p:nvPr>
        </p:nvSpPr>
        <p:spPr bwMode="auto">
          <a:xfrm>
            <a:off x="1832250" y="868899"/>
            <a:ext cx="2869014" cy="51752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21" name="文本框 37">
            <a:extLst>
              <a:ext uri="{FF2B5EF4-FFF2-40B4-BE49-F238E27FC236}">
                <a16:creationId xmlns:a16="http://schemas.microsoft.com/office/drawing/2014/main" id="{B277F116-1681-CD28-7751-6B97652CC565}"/>
              </a:ext>
            </a:extLst>
          </p:cNvPr>
          <p:cNvSpPr txBox="1"/>
          <p:nvPr>
            <p:custDataLst>
              <p:tags r:id="rId5"/>
            </p:custDataLst>
          </p:nvPr>
        </p:nvSpPr>
        <p:spPr>
          <a:xfrm>
            <a:off x="156210" y="862965"/>
            <a:ext cx="1643380" cy="429895"/>
          </a:xfrm>
          <a:prstGeom prst="rect">
            <a:avLst/>
          </a:prstGeom>
          <a:noFill/>
        </p:spPr>
        <p:txBody>
          <a:bodyPr wrap="square" rtlCol="0">
            <a:spAutoFit/>
          </a:bodyPr>
          <a:lstStyle/>
          <a:p>
            <a:pPr algn="ctr"/>
            <a:r>
              <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实施阶段</a:t>
            </a:r>
          </a:p>
        </p:txBody>
      </p:sp>
      <p:sp>
        <p:nvSpPr>
          <p:cNvPr id="23" name="文本框 38">
            <a:extLst>
              <a:ext uri="{FF2B5EF4-FFF2-40B4-BE49-F238E27FC236}">
                <a16:creationId xmlns:a16="http://schemas.microsoft.com/office/drawing/2014/main" id="{B75BB2BD-4498-870C-CB9D-AE3AEB628710}"/>
              </a:ext>
            </a:extLst>
          </p:cNvPr>
          <p:cNvSpPr txBox="1"/>
          <p:nvPr>
            <p:custDataLst>
              <p:tags r:id="rId6"/>
            </p:custDataLst>
          </p:nvPr>
        </p:nvSpPr>
        <p:spPr>
          <a:xfrm>
            <a:off x="1889718" y="917062"/>
            <a:ext cx="2754078" cy="408940"/>
          </a:xfrm>
          <a:prstGeom prst="rect">
            <a:avLst/>
          </a:prstGeom>
          <a:no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L2</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控制系统新增</a:t>
            </a:r>
          </a:p>
        </p:txBody>
      </p:sp>
    </p:spTree>
    <p:custDataLst>
      <p:tags r:id="rId1"/>
    </p:custDataLst>
    <p:extLst>
      <p:ext uri="{BB962C8B-B14F-4D97-AF65-F5344CB8AC3E}">
        <p14:creationId xmlns:p14="http://schemas.microsoft.com/office/powerpoint/2010/main" val="2883043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8932" name="任意多边形 36"/>
          <p:cNvSpPr/>
          <p:nvPr>
            <p:custDataLst>
              <p:tags r:id="rId2"/>
            </p:custDataLst>
          </p:nvPr>
        </p:nvSpPr>
        <p:spPr bwMode="auto">
          <a:xfrm>
            <a:off x="171450" y="840740"/>
            <a:ext cx="1628327" cy="517378"/>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31" name="燕尾形箭头 35"/>
          <p:cNvSpPr/>
          <p:nvPr>
            <p:custDataLst>
              <p:tags r:id="rId3"/>
            </p:custDataLst>
          </p:nvPr>
        </p:nvSpPr>
        <p:spPr bwMode="auto">
          <a:xfrm>
            <a:off x="1832250" y="868899"/>
            <a:ext cx="2869014" cy="51752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28" name="矩形 17"/>
          <p:cNvSpPr/>
          <p:nvPr>
            <p:custDataLst>
              <p:tags r:id="rId4"/>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33" name="文本框 37"/>
          <p:cNvSpPr txBox="1"/>
          <p:nvPr>
            <p:custDataLst>
              <p:tags r:id="rId5"/>
            </p:custDataLst>
          </p:nvPr>
        </p:nvSpPr>
        <p:spPr>
          <a:xfrm>
            <a:off x="156210" y="862965"/>
            <a:ext cx="1643380" cy="429895"/>
          </a:xfrm>
          <a:prstGeom prst="rect">
            <a:avLst/>
          </a:prstGeom>
          <a:noFill/>
        </p:spPr>
        <p:txBody>
          <a:bodyPr wrap="square" rtlCol="0">
            <a:spAutoFit/>
          </a:bodyPr>
          <a:lstStyle/>
          <a:p>
            <a:pPr algn="ctr"/>
            <a:r>
              <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实施阶段</a:t>
            </a:r>
          </a:p>
        </p:txBody>
      </p:sp>
      <p:sp>
        <p:nvSpPr>
          <p:cNvPr id="1048934" name="文本框 38"/>
          <p:cNvSpPr txBox="1"/>
          <p:nvPr>
            <p:custDataLst>
              <p:tags r:id="rId6"/>
            </p:custDataLst>
          </p:nvPr>
        </p:nvSpPr>
        <p:spPr>
          <a:xfrm>
            <a:off x="1889718" y="917062"/>
            <a:ext cx="2754078" cy="408940"/>
          </a:xfrm>
          <a:prstGeom prst="rect">
            <a:avLst/>
          </a:prstGeom>
          <a:no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L2</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控制系统新增</a:t>
            </a:r>
          </a:p>
        </p:txBody>
      </p:sp>
    </p:spTree>
    <p:custDataLst>
      <p:tags r:id="rId1"/>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p:cNvSpPr txBox="1"/>
          <p:nvPr>
            <p:custDataLst>
              <p:tags r:id="rId4"/>
            </p:custDataLst>
          </p:nvPr>
        </p:nvSpPr>
        <p:spPr>
          <a:xfrm>
            <a:off x="525145" y="887095"/>
            <a:ext cx="1355725" cy="429895"/>
          </a:xfrm>
          <a:prstGeom prst="rect">
            <a:avLst/>
          </a:prstGeom>
          <a:noFill/>
        </p:spPr>
        <p:txBody>
          <a:bodyPr wrap="square" rtlCol="0">
            <a:spAutoFit/>
          </a:bodyPr>
          <a:lstStyle/>
          <a:p>
            <a:pPr algn="ctr"/>
            <a:r>
              <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检查阶段</a:t>
            </a:r>
          </a:p>
        </p:txBody>
      </p:sp>
      <p:sp>
        <p:nvSpPr>
          <p:cNvPr id="6" name="文本框 5">
            <a:extLst>
              <a:ext uri="{FF2B5EF4-FFF2-40B4-BE49-F238E27FC236}">
                <a16:creationId xmlns:a16="http://schemas.microsoft.com/office/drawing/2014/main" id="{58B30303-1237-96E6-9A29-9A37AACF1363}"/>
              </a:ext>
            </a:extLst>
          </p:cNvPr>
          <p:cNvSpPr txBox="1"/>
          <p:nvPr/>
        </p:nvSpPr>
        <p:spPr>
          <a:xfrm>
            <a:off x="315567" y="1346200"/>
            <a:ext cx="11601450" cy="5441233"/>
          </a:xfrm>
          <a:prstGeom prst="rect">
            <a:avLst/>
          </a:prstGeom>
          <a:noFill/>
        </p:spPr>
        <p:txBody>
          <a:bodyPr wrap="square">
            <a:spAutoFit/>
          </a:bodyPr>
          <a:lstStyle/>
          <a:p>
            <a:pPr indent="355600" algn="just">
              <a:lnSpc>
                <a:spcPct val="150000"/>
              </a:lnSpc>
              <a:buNone/>
            </a:pP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NOx</a:t>
            </a:r>
            <a:r>
              <a:rPr lang="zh-CN" altLang="zh-CN" sz="1800" kern="100" dirty="0">
                <a:effectLst/>
                <a:latin typeface="Times New Roman" panose="02020603050405020304" pitchFamily="18" charset="0"/>
                <a:ea typeface="宋体" panose="02010600030101010101" pitchFamily="2" charset="-122"/>
              </a:rPr>
              <a:t>排放</a:t>
            </a:r>
            <a:endParaRPr lang="zh-CN" altLang="zh-CN" sz="1200" kern="100" dirty="0">
              <a:effectLst/>
              <a:latin typeface="Times New Roman" panose="02020603050405020304" pitchFamily="18" charset="0"/>
              <a:ea typeface="宋体" panose="02010600030101010101" pitchFamily="2" charset="-122"/>
            </a:endParaRPr>
          </a:p>
          <a:p>
            <a:pPr indent="266700" algn="just">
              <a:lnSpc>
                <a:spcPct val="150000"/>
              </a:lnSpc>
              <a:buNone/>
            </a:pPr>
            <a:r>
              <a:rPr lang="zh-CN" altLang="zh-CN" sz="1800" kern="100" dirty="0">
                <a:effectLst/>
                <a:latin typeface="Times New Roman" panose="02020603050405020304" pitchFamily="18" charset="0"/>
                <a:ea typeface="宋体" panose="02010600030101010101" pitchFamily="2" charset="-122"/>
              </a:rPr>
              <a:t>废气中</a:t>
            </a:r>
            <a:r>
              <a:rPr lang="en-US" altLang="zh-CN" sz="1800" kern="100" dirty="0">
                <a:effectLst/>
                <a:latin typeface="Times New Roman" panose="02020603050405020304" pitchFamily="18" charset="0"/>
                <a:ea typeface="宋体" panose="02010600030101010101" pitchFamily="2" charset="-122"/>
              </a:rPr>
              <a:t>NOx</a:t>
            </a:r>
            <a:r>
              <a:rPr lang="zh-CN" altLang="zh-CN" sz="1800" kern="100" dirty="0">
                <a:effectLst/>
                <a:latin typeface="Times New Roman" panose="02020603050405020304" pitchFamily="18" charset="0"/>
                <a:ea typeface="宋体" panose="02010600030101010101" pitchFamily="2" charset="-122"/>
              </a:rPr>
              <a:t>含量≤</a:t>
            </a:r>
            <a:r>
              <a:rPr lang="en-US" altLang="zh-CN" sz="1800" kern="100" dirty="0">
                <a:effectLst/>
                <a:latin typeface="Times New Roman" panose="02020603050405020304" pitchFamily="18" charset="0"/>
                <a:ea typeface="宋体" panose="02010600030101010101" pitchFamily="2" charset="-122"/>
              </a:rPr>
              <a:t>200mg/Nm</a:t>
            </a:r>
            <a:r>
              <a:rPr lang="en-US" altLang="zh-CN" sz="1800" kern="100" baseline="300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（基准氧含量</a:t>
            </a:r>
            <a:r>
              <a:rPr lang="en-US" altLang="zh-CN" sz="1800" kern="100" dirty="0">
                <a:effectLst/>
                <a:latin typeface="Times New Roman" panose="02020603050405020304" pitchFamily="18" charset="0"/>
                <a:ea typeface="宋体" panose="02010600030101010101" pitchFamily="2" charset="-122"/>
              </a:rPr>
              <a:t>8%</a:t>
            </a:r>
            <a:r>
              <a:rPr lang="zh-CN" altLang="zh-CN" sz="1800" kern="100" dirty="0">
                <a:effectLst/>
                <a:latin typeface="Times New Roman" panose="02020603050405020304" pitchFamily="18" charset="0"/>
                <a:ea typeface="宋体" panose="02010600030101010101" pitchFamily="2" charset="-122"/>
              </a:rPr>
              <a:t>，焦炉煤气含氨量≤</a:t>
            </a:r>
            <a:r>
              <a:rPr lang="en-US" altLang="zh-CN" sz="1800" kern="100" dirty="0">
                <a:effectLst/>
                <a:latin typeface="Times New Roman" panose="02020603050405020304" pitchFamily="18" charset="0"/>
                <a:ea typeface="宋体" panose="02010600030101010101" pitchFamily="2" charset="-122"/>
              </a:rPr>
              <a:t>150mg/m</a:t>
            </a:r>
            <a:r>
              <a:rPr lang="zh-CN" altLang="zh-CN" sz="1800" kern="100" dirty="0">
                <a:effectLst/>
                <a:latin typeface="Times New Roman" panose="02020603050405020304" pitchFamily="18" charset="0"/>
                <a:ea typeface="宋体" panose="02010600030101010101" pitchFamily="2" charset="-122"/>
              </a:rPr>
              <a:t>³）。</a:t>
            </a:r>
            <a:endParaRPr lang="zh-CN" altLang="zh-CN" sz="1200" kern="100" dirty="0">
              <a:effectLst/>
              <a:latin typeface="Times New Roman" panose="02020603050405020304" pitchFamily="18" charset="0"/>
              <a:ea typeface="宋体" panose="02010600030101010101" pitchFamily="2" charset="-122"/>
            </a:endParaRPr>
          </a:p>
          <a:p>
            <a:pPr indent="355600" algn="just">
              <a:lnSpc>
                <a:spcPct val="150000"/>
              </a:lnSpc>
              <a:buNone/>
            </a:pPr>
            <a:r>
              <a:rPr lang="zh-CN" altLang="zh-CN" sz="1800" kern="100" dirty="0">
                <a:effectLst/>
                <a:latin typeface="Times New Roman" panose="02020603050405020304" pitchFamily="18" charset="0"/>
                <a:ea typeface="宋体" panose="02010600030101010101" pitchFamily="2" charset="-122"/>
              </a:rPr>
              <a:t>定义：烟气中</a:t>
            </a:r>
            <a:r>
              <a:rPr lang="en-US" altLang="zh-CN" sz="1800" kern="100" dirty="0">
                <a:effectLst/>
                <a:latin typeface="Times New Roman" panose="02020603050405020304" pitchFamily="18" charset="0"/>
                <a:ea typeface="宋体" panose="02010600030101010101" pitchFamily="2" charset="-122"/>
              </a:rPr>
              <a:t>NOx</a:t>
            </a:r>
            <a:r>
              <a:rPr lang="zh-CN" altLang="zh-CN" sz="1800" kern="100" dirty="0">
                <a:effectLst/>
                <a:latin typeface="Times New Roman" panose="02020603050405020304" pitchFamily="18" charset="0"/>
                <a:ea typeface="宋体" panose="02010600030101010101" pitchFamily="2" charset="-122"/>
              </a:rPr>
              <a:t>浓度。</a:t>
            </a:r>
            <a:endParaRPr lang="zh-CN" altLang="zh-CN" sz="1200" kern="100" dirty="0">
              <a:effectLst/>
              <a:latin typeface="Times New Roman" panose="02020603050405020304" pitchFamily="18" charset="0"/>
              <a:ea typeface="宋体" panose="02010600030101010101" pitchFamily="2" charset="-122"/>
            </a:endParaRPr>
          </a:p>
          <a:p>
            <a:pPr indent="355600" algn="just">
              <a:lnSpc>
                <a:spcPct val="150000"/>
              </a:lnSpc>
              <a:buNone/>
            </a:pPr>
            <a:r>
              <a:rPr lang="zh-CN" altLang="zh-CN" sz="1800" kern="100" dirty="0">
                <a:effectLst/>
                <a:latin typeface="Times New Roman" panose="02020603050405020304" pitchFamily="18" charset="0"/>
                <a:ea typeface="宋体" panose="02010600030101010101" pitchFamily="2" charset="-122"/>
              </a:rPr>
              <a:t>条件：加热炉正常生产时，</a:t>
            </a:r>
            <a:r>
              <a:rPr lang="zh-CN" altLang="zh-CN" sz="1800" b="1" kern="100" dirty="0">
                <a:effectLst/>
                <a:latin typeface="Times New Roman" panose="02020603050405020304" pitchFamily="18" charset="0"/>
                <a:ea typeface="宋体" panose="02010600030101010101" pitchFamily="2" charset="-122"/>
              </a:rPr>
              <a:t>不包括保温待轧、大火升温、强化加热等非常规负荷工况。</a:t>
            </a:r>
            <a:endParaRPr lang="zh-CN" altLang="zh-CN" sz="1200" kern="100" dirty="0">
              <a:effectLst/>
              <a:latin typeface="Times New Roman" panose="02020603050405020304" pitchFamily="18" charset="0"/>
              <a:ea typeface="宋体" panose="02010600030101010101" pitchFamily="2" charset="-122"/>
            </a:endParaRPr>
          </a:p>
          <a:p>
            <a:pPr indent="355600" algn="just">
              <a:lnSpc>
                <a:spcPct val="150000"/>
              </a:lnSpc>
              <a:buNone/>
            </a:pPr>
            <a:r>
              <a:rPr lang="zh-CN" altLang="zh-CN" sz="1800" kern="100" dirty="0">
                <a:effectLst/>
                <a:latin typeface="Times New Roman" panose="02020603050405020304" pitchFamily="18" charset="0"/>
                <a:ea typeface="宋体" panose="02010600030101010101" pitchFamily="2" charset="-122"/>
              </a:rPr>
              <a:t>燃料种类：焦转混合煤气。焦转混合煤气低发热值</a:t>
            </a:r>
            <a:r>
              <a:rPr lang="en-US" altLang="zh-CN" sz="1800" kern="100" dirty="0" err="1">
                <a:effectLst/>
                <a:latin typeface="Times New Roman" panose="02020603050405020304" pitchFamily="18" charset="0"/>
                <a:ea typeface="宋体" panose="02010600030101010101" pitchFamily="2" charset="-122"/>
              </a:rPr>
              <a:t>Qd</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10500±5% kJ/Nm</a:t>
            </a:r>
            <a:r>
              <a:rPr lang="en-US" altLang="zh-CN" sz="1800" kern="100" baseline="300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，焦炉煤气含氨量≤</a:t>
            </a:r>
            <a:r>
              <a:rPr lang="en-US" altLang="zh-CN" sz="1800" kern="100" dirty="0">
                <a:effectLst/>
                <a:latin typeface="Times New Roman" panose="02020603050405020304" pitchFamily="18" charset="0"/>
                <a:ea typeface="宋体" panose="02010600030101010101" pitchFamily="2" charset="-122"/>
              </a:rPr>
              <a:t>150mg/m</a:t>
            </a:r>
            <a:r>
              <a:rPr lang="zh-CN" altLang="zh-CN" sz="1800" kern="100" dirty="0">
                <a:effectLst/>
                <a:latin typeface="Times New Roman" panose="02020603050405020304" pitchFamily="18" charset="0"/>
                <a:ea typeface="宋体" panose="02010600030101010101" pitchFamily="2" charset="-122"/>
              </a:rPr>
              <a:t>³。</a:t>
            </a:r>
            <a:endParaRPr lang="zh-CN" altLang="zh-CN" sz="1200" kern="100" dirty="0">
              <a:effectLst/>
              <a:latin typeface="Times New Roman" panose="02020603050405020304" pitchFamily="18" charset="0"/>
              <a:ea typeface="宋体" panose="02010600030101010101" pitchFamily="2" charset="-122"/>
            </a:endParaRPr>
          </a:p>
          <a:p>
            <a:pPr indent="355600" algn="l">
              <a:lnSpc>
                <a:spcPct val="150000"/>
              </a:lnSpc>
              <a:buNone/>
            </a:pPr>
            <a:r>
              <a:rPr lang="en-US" altLang="zh-CN" sz="1800" kern="100" dirty="0">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rPr>
              <a:t>）吨钢能耗：</a:t>
            </a:r>
            <a:endParaRPr lang="zh-CN" altLang="zh-CN" sz="1200" kern="100" dirty="0">
              <a:effectLst/>
              <a:latin typeface="Times New Roman" panose="02020603050405020304" pitchFamily="18" charset="0"/>
              <a:ea typeface="宋体" panose="02010600030101010101" pitchFamily="2" charset="-122"/>
            </a:endParaRPr>
          </a:p>
          <a:p>
            <a:pPr indent="266700" algn="just">
              <a:lnSpc>
                <a:spcPct val="150000"/>
              </a:lnSpc>
              <a:buNone/>
            </a:pPr>
            <a:r>
              <a:rPr lang="zh-CN" altLang="zh-CN" sz="1800" kern="100" dirty="0">
                <a:effectLst/>
                <a:latin typeface="Times New Roman" panose="02020603050405020304" pitchFamily="18" charset="0"/>
                <a:ea typeface="宋体" panose="02010600030101010101" pitchFamily="2" charset="-122"/>
              </a:rPr>
              <a:t>以</a:t>
            </a:r>
            <a:r>
              <a:rPr lang="en-US" altLang="zh-CN" sz="1800" kern="100" dirty="0">
                <a:effectLst/>
                <a:latin typeface="Times New Roman" panose="02020603050405020304" pitchFamily="18" charset="0"/>
                <a:ea typeface="宋体" panose="02010600030101010101" pitchFamily="2" charset="-122"/>
              </a:rPr>
              <a:t> 2025 </a:t>
            </a:r>
            <a:r>
              <a:rPr lang="zh-CN" altLang="zh-CN" sz="1800" kern="100" dirty="0">
                <a:effectLst/>
                <a:latin typeface="Times New Roman" panose="02020603050405020304" pitchFamily="18" charset="0"/>
                <a:ea typeface="宋体" panose="02010600030101010101" pitchFamily="2" charset="-122"/>
              </a:rPr>
              <a:t>年下发的加热炉工序能耗指标为考核基准，碳钢，标准坯</a:t>
            </a:r>
            <a:r>
              <a:rPr lang="en-US" altLang="zh-CN" sz="1800" kern="100" dirty="0">
                <a:effectLst/>
                <a:latin typeface="Times New Roman" panose="02020603050405020304" pitchFamily="18" charset="0"/>
                <a:ea typeface="宋体" panose="02010600030101010101" pitchFamily="2" charset="-122"/>
              </a:rPr>
              <a:t>160mmx160mmx12000mm</a:t>
            </a:r>
            <a:r>
              <a:rPr lang="zh-CN" altLang="zh-CN" sz="18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a:p>
            <a:pPr indent="266700" algn="just">
              <a:lnSpc>
                <a:spcPct val="150000"/>
              </a:lnSpc>
              <a:buNone/>
            </a:pPr>
            <a:r>
              <a:rPr lang="zh-CN" altLang="zh-CN" sz="1800" kern="100" dirty="0">
                <a:effectLst/>
                <a:latin typeface="Times New Roman" panose="02020603050405020304" pitchFamily="18" charset="0"/>
                <a:ea typeface="宋体" panose="02010600030101010101" pitchFamily="2" charset="-122"/>
              </a:rPr>
              <a:t>二棒线及三棒线加热炉按照焦炉</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转炉煤气能耗指标为基准（焦炉煤气</a:t>
            </a:r>
            <a:r>
              <a:rPr lang="en-US" altLang="zh-CN" sz="1800" kern="100" dirty="0">
                <a:effectLst/>
                <a:latin typeface="Times New Roman" panose="02020603050405020304" pitchFamily="18" charset="0"/>
                <a:ea typeface="宋体" panose="02010600030101010101" pitchFamily="2" charset="-122"/>
              </a:rPr>
              <a:t> 38.00m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转炉煤气</a:t>
            </a:r>
            <a:r>
              <a:rPr lang="en-US" altLang="zh-CN" sz="1800" kern="100" dirty="0">
                <a:effectLst/>
                <a:latin typeface="Times New Roman" panose="02020603050405020304" pitchFamily="18" charset="0"/>
                <a:ea typeface="宋体" panose="02010600030101010101" pitchFamily="2" charset="-122"/>
              </a:rPr>
              <a:t> 75.00m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吨钢），节约吨钢耗煤气量≥</a:t>
            </a:r>
            <a:r>
              <a:rPr lang="en-US" altLang="zh-CN" sz="1800" kern="1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吨钢）为技术指标考核基准（焦炉煤气≤</a:t>
            </a:r>
            <a:r>
              <a:rPr lang="en-US" altLang="zh-CN" sz="1800" kern="100" dirty="0">
                <a:effectLst/>
                <a:latin typeface="Times New Roman" panose="02020603050405020304" pitchFamily="18" charset="0"/>
                <a:ea typeface="宋体" panose="02010600030101010101" pitchFamily="2" charset="-122"/>
              </a:rPr>
              <a:t>36.86m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吨钢且转炉煤气≤</a:t>
            </a:r>
            <a:r>
              <a:rPr lang="en-US" altLang="zh-CN" sz="1800" kern="100" dirty="0">
                <a:effectLst/>
                <a:latin typeface="Times New Roman" panose="02020603050405020304" pitchFamily="18" charset="0"/>
                <a:ea typeface="宋体" panose="02010600030101010101" pitchFamily="2" charset="-122"/>
              </a:rPr>
              <a:t>72.75m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吨钢）。热装率不高于</a:t>
            </a:r>
            <a:r>
              <a:rPr lang="en-US" altLang="zh-CN" sz="1800" kern="100" dirty="0">
                <a:effectLst/>
                <a:latin typeface="Times New Roman" panose="02020603050405020304" pitchFamily="18" charset="0"/>
                <a:ea typeface="宋体" panose="02010600030101010101" pitchFamily="2" charset="-122"/>
              </a:rPr>
              <a:t>70%</a:t>
            </a:r>
            <a:r>
              <a:rPr lang="zh-CN" altLang="zh-CN" sz="18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a:p>
            <a:pPr indent="266700" algn="just">
              <a:lnSpc>
                <a:spcPct val="150000"/>
              </a:lnSpc>
              <a:buNone/>
            </a:pPr>
            <a:r>
              <a:rPr lang="zh-CN" altLang="zh-CN" sz="1800" kern="100" dirty="0">
                <a:effectLst/>
                <a:latin typeface="Times New Roman" panose="02020603050405020304" pitchFamily="18" charset="0"/>
                <a:ea typeface="宋体" panose="02010600030101010101" pitchFamily="2" charset="-122"/>
              </a:rPr>
              <a:t>一高线及二高线加热炉按照焦炉</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转炉煤气能耗指标为基准（焦炉煤气</a:t>
            </a:r>
            <a:r>
              <a:rPr lang="en-US" altLang="zh-CN" sz="1800" kern="100" dirty="0">
                <a:effectLst/>
                <a:latin typeface="Times New Roman" panose="02020603050405020304" pitchFamily="18" charset="0"/>
                <a:ea typeface="宋体" panose="02010600030101010101" pitchFamily="2" charset="-122"/>
              </a:rPr>
              <a:t> 63.00m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转炉煤气</a:t>
            </a:r>
            <a:r>
              <a:rPr lang="en-US" altLang="zh-CN" sz="1800" kern="100" dirty="0">
                <a:effectLst/>
                <a:latin typeface="Times New Roman" panose="02020603050405020304" pitchFamily="18" charset="0"/>
                <a:ea typeface="宋体" panose="02010600030101010101" pitchFamily="2" charset="-122"/>
              </a:rPr>
              <a:t> 123.00m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吨钢），节约吨钢耗煤气量≥</a:t>
            </a:r>
            <a:r>
              <a:rPr lang="en-US" altLang="zh-CN" sz="1800" kern="1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吨钢）为技术指标考核基准（焦炉煤气≤</a:t>
            </a:r>
            <a:r>
              <a:rPr lang="en-US" altLang="zh-CN" sz="1800" kern="100" dirty="0">
                <a:effectLst/>
                <a:latin typeface="Times New Roman" panose="02020603050405020304" pitchFamily="18" charset="0"/>
                <a:ea typeface="宋体" panose="02010600030101010101" pitchFamily="2" charset="-122"/>
              </a:rPr>
              <a:t>61.11m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吨钢且转炉煤气≤</a:t>
            </a:r>
            <a:r>
              <a:rPr lang="en-US" altLang="zh-CN" sz="1800" kern="100" dirty="0">
                <a:effectLst/>
                <a:latin typeface="Times New Roman" panose="02020603050405020304" pitchFamily="18" charset="0"/>
                <a:ea typeface="宋体" panose="02010600030101010101" pitchFamily="2" charset="-122"/>
              </a:rPr>
              <a:t>119.31m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吨钢）。热装率不高于</a:t>
            </a:r>
            <a:r>
              <a:rPr lang="en-US" altLang="zh-CN" sz="1800" kern="100" dirty="0">
                <a:effectLst/>
                <a:latin typeface="Times New Roman" panose="02020603050405020304" pitchFamily="18" charset="0"/>
                <a:ea typeface="宋体" panose="02010600030101010101" pitchFamily="2" charset="-122"/>
              </a:rPr>
              <a:t>40%</a:t>
            </a:r>
            <a:r>
              <a:rPr lang="zh-CN" altLang="zh-CN" sz="18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85"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049287" name="文本框 3"/>
          <p:cNvSpPr txBox="1"/>
          <p:nvPr>
            <p:custDataLst>
              <p:tags r:id="rId3"/>
            </p:custDataLst>
          </p:nvPr>
        </p:nvSpPr>
        <p:spPr>
          <a:xfrm>
            <a:off x="525145" y="887095"/>
            <a:ext cx="1355725" cy="459740"/>
          </a:xfrm>
          <a:prstGeom prst="rect">
            <a:avLst/>
          </a:prstGeom>
          <a:noFill/>
        </p:spPr>
        <p:txBody>
          <a:bodyPr wrap="square" rtlCol="0">
            <a:spAutoFit/>
          </a:bodyPr>
          <a:lstStyle/>
          <a:p>
            <a:pPr algn="ctr"/>
            <a:r>
              <a:rPr lang="zh-CN" altLang="en-US" sz="2200" b="1">
                <a:solidFill>
                  <a:prstClr val="white"/>
                </a:solidFill>
                <a:latin typeface="微软雅黑" panose="020B0503020204020204" charset="-122"/>
                <a:ea typeface="微软雅黑" panose="020B0503020204020204" charset="-122"/>
                <a:cs typeface="Calibri" panose="020F0502020204030204" charset="0"/>
                <a:sym typeface="+mn-ea"/>
              </a:rPr>
              <a:t>改善阶段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9297" name="任意多边形 9"/>
          <p:cNvSpPr/>
          <p:nvPr>
            <p:custDataLst>
              <p:tags r:id="rId4"/>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9298" name="文本框 1"/>
          <p:cNvSpPr txBox="1"/>
          <p:nvPr>
            <p:custDataLst>
              <p:tags r:id="rId5"/>
            </p:custDataLst>
          </p:nvPr>
        </p:nvSpPr>
        <p:spPr>
          <a:xfrm>
            <a:off x="525145" y="887095"/>
            <a:ext cx="1355725" cy="459740"/>
          </a:xfrm>
          <a:prstGeom prst="rect">
            <a:avLst/>
          </a:prstGeom>
          <a:noFill/>
        </p:spPr>
        <p:txBody>
          <a:bodyPr wrap="square" rtlCol="0">
            <a:spAutoFit/>
          </a:bodyPr>
          <a:lstStyle/>
          <a:p>
            <a:pPr algn="ctr"/>
            <a:r>
              <a:rPr lang="zh-CN" altLang="en-US" sz="2200" b="1">
                <a:solidFill>
                  <a:prstClr val="white"/>
                </a:solidFill>
                <a:latin typeface="微软雅黑" panose="020B0503020204020204" charset="-122"/>
                <a:ea typeface="微软雅黑" panose="020B0503020204020204" charset="-122"/>
                <a:cs typeface="Calibri" panose="020F0502020204030204" charset="0"/>
                <a:sym typeface="+mn-ea"/>
              </a:rPr>
              <a:t>效果验证</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5" name="文本框 4"/>
          <p:cNvSpPr txBox="1"/>
          <p:nvPr/>
        </p:nvSpPr>
        <p:spPr>
          <a:xfrm>
            <a:off x="596900" y="1732915"/>
            <a:ext cx="10982325" cy="368300"/>
          </a:xfrm>
          <a:prstGeom prst="rect">
            <a:avLst/>
          </a:prstGeom>
          <a:noFill/>
        </p:spPr>
        <p:txBody>
          <a:bodyPr wrap="square" rtlCol="0">
            <a:spAutoFit/>
          </a:bodyPr>
          <a:lstStyle/>
          <a:p>
            <a:r>
              <a:rPr lang="zh-CN" altLang="en-US"/>
              <a:t>由于四高炉的影响，二高线</a:t>
            </a:r>
            <a:r>
              <a:rPr lang="en-US" altLang="zh-CN"/>
              <a:t>4-5</a:t>
            </a:r>
            <a:r>
              <a:rPr lang="zh-CN" altLang="en-US"/>
              <a:t>月份未进行轧制，</a:t>
            </a:r>
            <a:r>
              <a:rPr lang="en-US" altLang="zh-CN"/>
              <a:t>6</a:t>
            </a:r>
            <a:r>
              <a:rPr lang="zh-CN" altLang="en-US"/>
              <a:t>月份</a:t>
            </a:r>
            <a:r>
              <a:rPr lang="en-US" altLang="zh-CN"/>
              <a:t>Q195</a:t>
            </a:r>
            <a:r>
              <a:rPr lang="en-US" altLang="zh-CN" dirty="0">
                <a:latin typeface="微软雅黑" panose="020B0503020204020204" charset="-122"/>
                <a:ea typeface="微软雅黑" panose="020B0503020204020204" charset="-122"/>
                <a:cs typeface="微软雅黑" panose="020B0503020204020204" charset="-122"/>
                <a:sym typeface="+mn-ea"/>
              </a:rPr>
              <a:t>φ6</a:t>
            </a:r>
            <a:r>
              <a:rPr lang="zh-CN" altLang="en-US" dirty="0">
                <a:latin typeface="微软雅黑" panose="020B0503020204020204" charset="-122"/>
                <a:ea typeface="微软雅黑" panose="020B0503020204020204" charset="-122"/>
                <a:cs typeface="微软雅黑" panose="020B0503020204020204" charset="-122"/>
                <a:sym typeface="+mn-ea"/>
              </a:rPr>
              <a:t>的</a:t>
            </a:r>
            <a:r>
              <a:rPr lang="zh-CN" altLang="en-US"/>
              <a:t>平均成材率</a:t>
            </a:r>
            <a:r>
              <a:rPr lang="en-US" altLang="zh-CN"/>
              <a:t>98.23%。</a:t>
            </a:r>
          </a:p>
        </p:txBody>
      </p:sp>
      <p:graphicFrame>
        <p:nvGraphicFramePr>
          <p:cNvPr id="2" name="图表 1"/>
          <p:cNvGraphicFramePr/>
          <p:nvPr/>
        </p:nvGraphicFramePr>
        <p:xfrm>
          <a:off x="525145" y="2907030"/>
          <a:ext cx="4826000" cy="2875280"/>
        </p:xfrm>
        <a:graphic>
          <a:graphicData uri="http://schemas.openxmlformats.org/drawingml/2006/chart">
            <c:chart xmlns:c="http://schemas.openxmlformats.org/drawingml/2006/chart" xmlns:r="http://schemas.openxmlformats.org/officeDocument/2006/relationships" r:id="rId8"/>
          </a:graphicData>
        </a:graphic>
      </p:graphicFrame>
      <p:sp>
        <p:nvSpPr>
          <p:cNvPr id="9" name="燕尾形箭头 8"/>
          <p:cNvSpPr/>
          <p:nvPr/>
        </p:nvSpPr>
        <p:spPr>
          <a:xfrm rot="19320000">
            <a:off x="1558290" y="3837940"/>
            <a:ext cx="1033780" cy="498475"/>
          </a:xfrm>
          <a:prstGeom prst="notchedRightArrow">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6026150" y="2917190"/>
            <a:ext cx="4803140" cy="829945"/>
          </a:xfrm>
          <a:prstGeom prst="rect">
            <a:avLst/>
          </a:prstGeom>
          <a:noFill/>
        </p:spPr>
        <p:txBody>
          <a:bodyPr wrap="square" rtlCol="0">
            <a:spAutoFit/>
          </a:bodyPr>
          <a:lstStyle/>
          <a:p>
            <a:r>
              <a:rPr lang="zh-CN" altLang="en-US" sz="2400">
                <a:latin typeface="Heiti SC Light" panose="02000000000000000000" charset="-122"/>
                <a:ea typeface="Heiti SC Light" panose="02000000000000000000" charset="-122"/>
                <a:cs typeface="Heiti SC Light" panose="02000000000000000000" charset="-122"/>
              </a:rPr>
              <a:t>经过改善</a:t>
            </a:r>
            <a:r>
              <a:rPr lang="en-US" altLang="zh-CN" sz="2400">
                <a:latin typeface="Heiti SC Light" panose="02000000000000000000" charset="-122"/>
                <a:ea typeface="Heiti SC Light" panose="02000000000000000000" charset="-122"/>
                <a:cs typeface="Heiti SC Light" panose="02000000000000000000" charset="-122"/>
              </a:rPr>
              <a:t>，</a:t>
            </a:r>
            <a:r>
              <a:rPr lang="zh-CN" altLang="en-US" sz="2400">
                <a:latin typeface="Heiti SC Light" panose="02000000000000000000" charset="-122"/>
                <a:ea typeface="Heiti SC Light" panose="02000000000000000000" charset="-122"/>
                <a:cs typeface="Heiti SC Light" panose="02000000000000000000" charset="-122"/>
              </a:rPr>
              <a:t>实际成果完成课题目标，数据较少</a:t>
            </a:r>
            <a:r>
              <a:rPr lang="en-US" altLang="zh-CN" sz="2400">
                <a:latin typeface="Heiti SC Light" panose="02000000000000000000" charset="-122"/>
                <a:ea typeface="Heiti SC Light" panose="02000000000000000000" charset="-122"/>
                <a:cs typeface="Heiti SC Light" panose="02000000000000000000" charset="-122"/>
              </a:rPr>
              <a:t>，</a:t>
            </a:r>
            <a:r>
              <a:rPr lang="zh-CN" altLang="en-US" sz="2400">
                <a:latin typeface="Heiti SC Light" panose="02000000000000000000" charset="-122"/>
                <a:ea typeface="Heiti SC Light" panose="02000000000000000000" charset="-122"/>
                <a:cs typeface="Heiti SC Light" panose="02000000000000000000" charset="-122"/>
              </a:rPr>
              <a:t>后续将持续跟踪</a:t>
            </a:r>
            <a:r>
              <a:rPr lang="en-US" altLang="zh-CN" sz="2400">
                <a:latin typeface="Heiti SC Light" panose="02000000000000000000" charset="-122"/>
                <a:ea typeface="Heiti SC Light" panose="02000000000000000000" charset="-122"/>
                <a:cs typeface="Heiti SC Light" panose="02000000000000000000" charset="-122"/>
              </a:rPr>
              <a:t>。</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05"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049307" name="文本框 3"/>
          <p:cNvSpPr txBox="1"/>
          <p:nvPr>
            <p:custDataLst>
              <p:tags r:id="rId3"/>
            </p:custDataLst>
          </p:nvPr>
        </p:nvSpPr>
        <p:spPr>
          <a:xfrm>
            <a:off x="525145" y="887095"/>
            <a:ext cx="1355725" cy="459740"/>
          </a:xfrm>
          <a:prstGeom prst="rect">
            <a:avLst/>
          </a:prstGeom>
          <a:noFill/>
        </p:spPr>
        <p:txBody>
          <a:bodyPr wrap="square" rtlCol="0">
            <a:spAutoFit/>
          </a:bodyPr>
          <a:lstStyle/>
          <a:p>
            <a:pPr algn="ctr"/>
            <a:r>
              <a:rPr lang="zh-CN" altLang="en-US" sz="2200" b="1">
                <a:solidFill>
                  <a:prstClr val="white"/>
                </a:solidFill>
                <a:latin typeface="微软雅黑" panose="020B0503020204020204" charset="-122"/>
                <a:ea typeface="微软雅黑" panose="020B0503020204020204" charset="-122"/>
                <a:cs typeface="Calibri" panose="020F0502020204030204" charset="0"/>
                <a:sym typeface="+mn-ea"/>
              </a:rPr>
              <a:t>改善阶段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9316" name="文本框 2"/>
          <p:cNvSpPr txBox="1"/>
          <p:nvPr/>
        </p:nvSpPr>
        <p:spPr>
          <a:xfrm>
            <a:off x="3048000" y="3244850"/>
            <a:ext cx="6096000" cy="396240"/>
          </a:xfrm>
          <a:prstGeom prst="rect">
            <a:avLst/>
          </a:prstGeom>
          <a:noFill/>
        </p:spPr>
        <p:txBody>
          <a:bodyPr wrap="square" rtlCol="0" anchor="t">
            <a:spAutoFit/>
          </a:bodyPr>
          <a:lstStyle/>
          <a:p>
            <a:endParaRPr lang="zh-CN" altLang="en-US">
              <a:sym typeface="+mn-ea"/>
            </a:endParaRPr>
          </a:p>
        </p:txBody>
      </p:sp>
      <p:sp>
        <p:nvSpPr>
          <p:cNvPr id="1049317" name="矩形 30"/>
          <p:cNvSpPr>
            <a:spLocks noChangeArrowheads="1"/>
          </p:cNvSpPr>
          <p:nvPr>
            <p:custDataLst>
              <p:tags r:id="rId4"/>
            </p:custDataLst>
          </p:nvPr>
        </p:nvSpPr>
        <p:spPr bwMode="auto">
          <a:xfrm>
            <a:off x="1162050" y="1758315"/>
            <a:ext cx="9829800" cy="4575175"/>
          </a:xfrm>
          <a:prstGeom prst="rect">
            <a:avLst/>
          </a:prstGeom>
        </p:spPr>
        <p:style>
          <a:lnRef idx="2">
            <a:schemeClr val="dk1"/>
          </a:lnRef>
          <a:fillRef idx="1">
            <a:schemeClr val="lt1"/>
          </a:fillRef>
          <a:effectRef idx="0">
            <a:schemeClr val="dk1"/>
          </a:effectRef>
          <a:fontRef idx="minor">
            <a:schemeClr val="dk1"/>
          </a:fontRef>
        </p:style>
        <p:txBody>
          <a:bodyPr>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40000"/>
              </a:lnSpc>
            </a:pPr>
            <a:r>
              <a:rPr lang="en-US" altLang="zh-CN" sz="2000" b="1" dirty="0">
                <a:latin typeface="微软雅黑" panose="020B0503020204020204" charset="-122"/>
                <a:ea typeface="微软雅黑" panose="020B0503020204020204" charset="-122"/>
              </a:rPr>
              <a:t>       </a:t>
            </a:r>
            <a:r>
              <a:rPr lang="zh-CN" altLang="en-US" sz="2400" b="1" dirty="0">
                <a:latin typeface="微软雅黑" panose="020B0503020204020204" charset="-122"/>
                <a:ea typeface="微软雅黑" panose="020B0503020204020204" charset="-122"/>
                <a:cs typeface="微软雅黑" panose="020B0503020204020204" charset="-122"/>
              </a:rPr>
              <a:t>直接效益</a:t>
            </a:r>
            <a:r>
              <a:rPr lang="zh-CN" altLang="en-US" sz="2000" b="1" dirty="0">
                <a:latin typeface="微软雅黑" panose="020B0503020204020204" charset="-122"/>
                <a:ea typeface="微软雅黑" panose="020B0503020204020204" charset="-122"/>
                <a:cs typeface="微软雅黑" panose="020B0503020204020204" charset="-122"/>
              </a:rPr>
              <a:t>：</a:t>
            </a:r>
            <a:endParaRPr lang="en-US" altLang="zh-CN" sz="2000" b="1" dirty="0">
              <a:latin typeface="微软雅黑" panose="020B0503020204020204" charset="-122"/>
              <a:ea typeface="微软雅黑" panose="020B0503020204020204" charset="-122"/>
              <a:cs typeface="微软雅黑" panose="020B0503020204020204" charset="-122"/>
            </a:endParaRPr>
          </a:p>
          <a:p>
            <a:pPr eaLnBrk="1" hangingPunct="1">
              <a:lnSpc>
                <a:spcPct val="140000"/>
              </a:lnSpc>
            </a:pPr>
            <a:r>
              <a:rPr lang="en-US" altLang="zh-CN" sz="2000" dirty="0">
                <a:latin typeface="微软雅黑" panose="020B0503020204020204" charset="-122"/>
                <a:ea typeface="微软雅黑" panose="020B0503020204020204" charset="-122"/>
                <a:cs typeface="微软雅黑" panose="020B0503020204020204" charset="-122"/>
              </a:rPr>
              <a:t>       6</a:t>
            </a:r>
            <a:r>
              <a:rPr lang="zh-CN" altLang="en-US" sz="2000" dirty="0">
                <a:latin typeface="微软雅黑" panose="020B0503020204020204" charset="-122"/>
                <a:ea typeface="微软雅黑" panose="020B0503020204020204" charset="-122"/>
                <a:cs typeface="微软雅黑" panose="020B0503020204020204" charset="-122"/>
              </a:rPr>
              <a:t>月</a:t>
            </a:r>
            <a:r>
              <a:rPr lang="en-US" altLang="zh-CN" sz="2000" dirty="0">
                <a:latin typeface="微软雅黑" panose="020B0503020204020204" charset="-122"/>
                <a:ea typeface="微软雅黑" panose="020B0503020204020204" charset="-122"/>
                <a:cs typeface="微软雅黑" panose="020B0503020204020204" charset="-122"/>
              </a:rPr>
              <a:t>Q195φ6</a:t>
            </a:r>
            <a:r>
              <a:rPr lang="zh-CN" altLang="en-US" sz="2000" dirty="0">
                <a:latin typeface="微软雅黑" panose="020B0503020204020204" charset="-122"/>
                <a:ea typeface="微软雅黑" panose="020B0503020204020204" charset="-122"/>
                <a:cs typeface="微软雅黑" panose="020B0503020204020204" charset="-122"/>
              </a:rPr>
              <a:t>的平均成材率</a:t>
            </a:r>
            <a:r>
              <a:rPr lang="zh-CN" sz="2000" dirty="0">
                <a:latin typeface="微软雅黑" panose="020B0503020204020204" charset="-122"/>
                <a:ea typeface="微软雅黑" panose="020B0503020204020204" charset="-122"/>
                <a:cs typeface="微软雅黑" panose="020B0503020204020204" charset="-122"/>
              </a:rPr>
              <a:t>为</a:t>
            </a:r>
            <a:r>
              <a:rPr lang="en-US" altLang="zh-CN" sz="2000" dirty="0">
                <a:latin typeface="微软雅黑" panose="020B0503020204020204" charset="-122"/>
                <a:ea typeface="微软雅黑" panose="020B0503020204020204" charset="-122"/>
                <a:cs typeface="微软雅黑" panose="020B0503020204020204" charset="-122"/>
              </a:rPr>
              <a:t>98.23%</a:t>
            </a:r>
            <a:r>
              <a:rPr lang="zh-CN" altLang="en-US" sz="2000" dirty="0">
                <a:latin typeface="微软雅黑" panose="020B0503020204020204" charset="-122"/>
                <a:ea typeface="微软雅黑" panose="020B0503020204020204" charset="-122"/>
                <a:cs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sym typeface="+mn-ea"/>
              </a:rPr>
              <a:t>二高线每年生产</a:t>
            </a:r>
            <a:r>
              <a:rPr lang="en-US" altLang="zh-CN" sz="2000" dirty="0">
                <a:latin typeface="微软雅黑" panose="020B0503020204020204" charset="-122"/>
                <a:ea typeface="微软雅黑" panose="020B0503020204020204" charset="-122"/>
                <a:cs typeface="微软雅黑" panose="020B0503020204020204" charset="-122"/>
                <a:sym typeface="+mn-ea"/>
              </a:rPr>
              <a:t>Q195φ6</a:t>
            </a:r>
            <a:r>
              <a:rPr lang="zh-CN" altLang="en-US" sz="2000" dirty="0">
                <a:latin typeface="微软雅黑" panose="020B0503020204020204" charset="-122"/>
                <a:ea typeface="微软雅黑" panose="020B0503020204020204" charset="-122"/>
                <a:cs typeface="微软雅黑" panose="020B0503020204020204" charset="-122"/>
                <a:sym typeface="+mn-ea"/>
              </a:rPr>
              <a:t>规格产品约</a:t>
            </a:r>
            <a:r>
              <a:rPr lang="en-US" altLang="zh-CN" sz="2000" dirty="0">
                <a:latin typeface="微软雅黑" panose="020B0503020204020204" charset="-122"/>
                <a:ea typeface="微软雅黑" panose="020B0503020204020204" charset="-122"/>
                <a:cs typeface="微软雅黑" panose="020B0503020204020204" charset="-122"/>
                <a:sym typeface="+mn-ea"/>
              </a:rPr>
              <a:t>1.3</a:t>
            </a:r>
            <a:r>
              <a:rPr lang="zh-CN" altLang="en-US" sz="2000" dirty="0">
                <a:latin typeface="微软雅黑" panose="020B0503020204020204" charset="-122"/>
                <a:ea typeface="微软雅黑" panose="020B0503020204020204" charset="-122"/>
                <a:cs typeface="微软雅黑" panose="020B0503020204020204" charset="-122"/>
                <a:sym typeface="+mn-ea"/>
              </a:rPr>
              <a:t>万吨，预计增效：</a:t>
            </a:r>
          </a:p>
          <a:p>
            <a:pPr eaLnBrk="1" hangingPunct="1">
              <a:lnSpc>
                <a:spcPct val="140000"/>
              </a:lnSpc>
            </a:pPr>
            <a:r>
              <a:rPr lang="en-US" altLang="zh-CN" sz="2000" dirty="0">
                <a:latin typeface="微软雅黑" panose="020B0503020204020204" charset="-122"/>
                <a:ea typeface="微软雅黑" panose="020B0503020204020204" charset="-122"/>
                <a:cs typeface="微软雅黑" panose="020B0503020204020204" charset="-122"/>
                <a:sym typeface="+mn-ea"/>
              </a:rPr>
              <a:t>1.3</a:t>
            </a:r>
            <a:r>
              <a:rPr lang="zh-CN" altLang="en-US" sz="2000" dirty="0">
                <a:latin typeface="微软雅黑" panose="020B0503020204020204" charset="-122"/>
                <a:ea typeface="微软雅黑" panose="020B0503020204020204" charset="-122"/>
                <a:cs typeface="微软雅黑" panose="020B0503020204020204" charset="-122"/>
                <a:sym typeface="+mn-ea"/>
              </a:rPr>
              <a:t>万吨×</a:t>
            </a:r>
            <a:r>
              <a:rPr lang="en-US" altLang="zh-CN" sz="2000" dirty="0">
                <a:latin typeface="微软雅黑" panose="020B0503020204020204" charset="-122"/>
                <a:ea typeface="微软雅黑" panose="020B0503020204020204" charset="-122"/>
                <a:cs typeface="微软雅黑" panose="020B0503020204020204" charset="-122"/>
                <a:sym typeface="+mn-ea"/>
              </a:rPr>
              <a:t>(98.23-95.33</a:t>
            </a:r>
            <a:r>
              <a:rPr lang="en-US" altLang="zh-CN" sz="2000" dirty="0">
                <a:latin typeface="微软雅黑" panose="020B0503020204020204" charset="-122"/>
                <a:ea typeface="微软雅黑" panose="020B0503020204020204" charset="-122"/>
                <a:cs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rPr>
              <a:t>（成材率）</a:t>
            </a:r>
            <a:r>
              <a:rPr lang="zh-CN" altLang="en-US" sz="2000" dirty="0">
                <a:latin typeface="微软雅黑" panose="020B0503020204020204" charset="-122"/>
                <a:ea typeface="微软雅黑" panose="020B0503020204020204" charset="-122"/>
                <a:cs typeface="微软雅黑" panose="020B0503020204020204" charset="-122"/>
                <a:sym typeface="+mn-ea"/>
              </a:rPr>
              <a:t>×</a:t>
            </a:r>
            <a:r>
              <a:rPr lang="zh-CN" altLang="en-US" sz="2000" dirty="0">
                <a:latin typeface="微软雅黑" panose="020B0503020204020204" charset="-122"/>
                <a:ea typeface="微软雅黑" panose="020B0503020204020204" charset="-122"/>
                <a:cs typeface="微软雅黑" panose="020B0503020204020204" charset="-122"/>
              </a:rPr>
              <a:t>（</a:t>
            </a:r>
            <a:r>
              <a:rPr lang="en-US" altLang="zh-CN" sz="2000" dirty="0">
                <a:latin typeface="微软雅黑" panose="020B0503020204020204" charset="-122"/>
                <a:ea typeface="微软雅黑" panose="020B0503020204020204" charset="-122"/>
                <a:cs typeface="微软雅黑" panose="020B0503020204020204" charset="-122"/>
              </a:rPr>
              <a:t>3320-2350</a:t>
            </a:r>
            <a:r>
              <a:rPr lang="zh-CN" altLang="en-US" sz="2000" dirty="0">
                <a:latin typeface="微软雅黑" panose="020B0503020204020204" charset="-122"/>
                <a:ea typeface="微软雅黑" panose="020B0503020204020204" charset="-122"/>
                <a:cs typeface="微软雅黑" panose="020B0503020204020204" charset="-122"/>
              </a:rPr>
              <a:t>）（市场价</a:t>
            </a:r>
            <a:r>
              <a:rPr lang="en-US" altLang="zh-CN" sz="2000" dirty="0">
                <a:latin typeface="微软雅黑" panose="020B0503020204020204" charset="-122"/>
                <a:ea typeface="微软雅黑" panose="020B0503020204020204" charset="-122"/>
                <a:cs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rPr>
              <a:t>成本）</a:t>
            </a:r>
            <a:r>
              <a:rPr lang="en-US" altLang="zh-CN" sz="2000" dirty="0">
                <a:latin typeface="微软雅黑" panose="020B0503020204020204" charset="-122"/>
                <a:ea typeface="微软雅黑" panose="020B0503020204020204" charset="-122"/>
                <a:cs typeface="微软雅黑" panose="020B0503020204020204" charset="-122"/>
              </a:rPr>
              <a:t>= </a:t>
            </a:r>
            <a:r>
              <a:rPr lang="en-US" altLang="zh-CN" sz="2000" b="1" dirty="0">
                <a:solidFill>
                  <a:srgbClr val="FF0000"/>
                </a:solidFill>
                <a:latin typeface="微软雅黑" panose="020B0503020204020204" charset="-122"/>
                <a:ea typeface="微软雅黑" panose="020B0503020204020204" charset="-122"/>
                <a:cs typeface="微软雅黑" panose="020B0503020204020204" charset="-122"/>
              </a:rPr>
              <a:t>36.5</a:t>
            </a: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rPr>
              <a:t>万元</a:t>
            </a:r>
            <a:r>
              <a:rPr lang="en-US" altLang="zh-CN" sz="2000" b="1" dirty="0">
                <a:solidFill>
                  <a:srgbClr val="FF0000"/>
                </a:solidFill>
                <a:latin typeface="微软雅黑" panose="020B0503020204020204" charset="-122"/>
                <a:ea typeface="微软雅黑" panose="020B0503020204020204" charset="-122"/>
                <a:cs typeface="微软雅黑" panose="020B0503020204020204" charset="-122"/>
              </a:rPr>
              <a:t> </a:t>
            </a:r>
            <a:r>
              <a:rPr lang="en-US" altLang="zh-CN" sz="2000" dirty="0">
                <a:latin typeface="微软雅黑" panose="020B0503020204020204" charset="-122"/>
                <a:ea typeface="微软雅黑" panose="020B0503020204020204" charset="-122"/>
                <a:cs typeface="微软雅黑" panose="020B0503020204020204" charset="-122"/>
              </a:rPr>
              <a:t> </a:t>
            </a:r>
            <a:endParaRPr lang="zh-CN" altLang="en-US" sz="2000" dirty="0">
              <a:latin typeface="微软雅黑" panose="020B0503020204020204" charset="-122"/>
              <a:ea typeface="微软雅黑" panose="020B0503020204020204" charset="-122"/>
              <a:cs typeface="微软雅黑" panose="020B0503020204020204" charset="-122"/>
            </a:endParaRPr>
          </a:p>
          <a:p>
            <a:pPr eaLnBrk="1" hangingPunct="1">
              <a:lnSpc>
                <a:spcPct val="150000"/>
              </a:lnSpc>
            </a:pPr>
            <a:r>
              <a:rPr lang="en-US" altLang="zh-CN" sz="2000" dirty="0">
                <a:latin typeface="微软雅黑" panose="020B0503020204020204" charset="-122"/>
                <a:ea typeface="微软雅黑" panose="020B0503020204020204" charset="-122"/>
                <a:cs typeface="微软雅黑" panose="020B0503020204020204" charset="-122"/>
              </a:rPr>
              <a:t>  </a:t>
            </a:r>
            <a:endParaRPr lang="zh-CN" altLang="en-US" sz="2000" dirty="0">
              <a:latin typeface="微软雅黑" panose="020B0503020204020204" charset="-122"/>
              <a:ea typeface="微软雅黑" panose="020B0503020204020204" charset="-122"/>
              <a:cs typeface="微软雅黑" panose="020B0503020204020204" charset="-122"/>
            </a:endParaRPr>
          </a:p>
          <a:p>
            <a:pPr eaLnBrk="1" hangingPunct="1">
              <a:lnSpc>
                <a:spcPct val="150000"/>
              </a:lnSpc>
            </a:pPr>
            <a:r>
              <a:rPr lang="en-US" altLang="zh-CN" sz="2000" dirty="0">
                <a:latin typeface="微软雅黑" panose="020B0503020204020204" charset="-122"/>
                <a:ea typeface="微软雅黑" panose="020B0503020204020204" charset="-122"/>
                <a:cs typeface="微软雅黑" panose="020B0503020204020204" charset="-122"/>
              </a:rPr>
              <a:t>       </a:t>
            </a:r>
            <a:r>
              <a:rPr lang="zh-CN" altLang="en-US" sz="2400" b="1" dirty="0">
                <a:latin typeface="微软雅黑" panose="020B0503020204020204" charset="-122"/>
                <a:ea typeface="微软雅黑" panose="020B0503020204020204" charset="-122"/>
              </a:rPr>
              <a:t>无形收益</a:t>
            </a:r>
            <a:r>
              <a:rPr lang="zh-CN" altLang="en-US" sz="2000" b="1" dirty="0">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  </a:t>
            </a:r>
            <a:endParaRPr lang="en-US" altLang="zh-CN" sz="2000" dirty="0">
              <a:latin typeface="微软雅黑" panose="020B0503020204020204" charset="-122"/>
              <a:ea typeface="微软雅黑" panose="020B0503020204020204" charset="-122"/>
              <a:cs typeface="微软雅黑" panose="020B0503020204020204" charset="-122"/>
            </a:endParaRPr>
          </a:p>
          <a:p>
            <a:pPr eaLnBrk="1" hangingPunct="1">
              <a:lnSpc>
                <a:spcPct val="150000"/>
              </a:lnSpc>
            </a:pPr>
            <a:r>
              <a:rPr lang="en-US" altLang="zh-CN" sz="2000" dirty="0">
                <a:latin typeface="微软雅黑" panose="020B0503020204020204" charset="-122"/>
                <a:ea typeface="微软雅黑" panose="020B0503020204020204" charset="-122"/>
                <a:cs typeface="微软雅黑" panose="020B0503020204020204" charset="-122"/>
              </a:rPr>
              <a:t>       1. </a:t>
            </a:r>
            <a:r>
              <a:rPr lang="zh-CN" sz="2000" dirty="0">
                <a:latin typeface="微软雅黑" panose="020B0503020204020204" charset="-122"/>
                <a:ea typeface="微软雅黑" panose="020B0503020204020204" charset="-122"/>
                <a:cs typeface="微软雅黑" panose="020B0503020204020204" charset="-122"/>
                <a:sym typeface="+mn-ea"/>
              </a:rPr>
              <a:t>减少故障频次，降低职工劳动强度。</a:t>
            </a:r>
          </a:p>
          <a:p>
            <a:pPr eaLnBrk="1" hangingPunct="1">
              <a:lnSpc>
                <a:spcPct val="150000"/>
              </a:lnSpc>
            </a:pPr>
            <a:r>
              <a:rPr lang="en-US" altLang="zh-CN" sz="2000" dirty="0">
                <a:latin typeface="微软雅黑" panose="020B0503020204020204" charset="-122"/>
                <a:ea typeface="微软雅黑" panose="020B0503020204020204" charset="-122"/>
                <a:cs typeface="微软雅黑" panose="020B0503020204020204" charset="-122"/>
              </a:rPr>
              <a:t>       2. </a:t>
            </a:r>
            <a:r>
              <a:rPr lang="zh-CN" altLang="en-US" sz="2000" dirty="0">
                <a:latin typeface="微软雅黑" panose="020B0503020204020204" charset="-122"/>
                <a:ea typeface="微软雅黑" panose="020B0503020204020204" charset="-122"/>
                <a:cs typeface="微软雅黑" panose="020B0503020204020204" charset="-122"/>
              </a:rPr>
              <a:t>提高产品质量，提高产品市场竞争力和品牌力。</a:t>
            </a:r>
          </a:p>
          <a:p>
            <a:pPr eaLnBrk="1" hangingPunct="1">
              <a:lnSpc>
                <a:spcPct val="150000"/>
              </a:lnSpc>
            </a:pPr>
            <a:r>
              <a:rPr lang="en-US" altLang="zh-CN" sz="2000" dirty="0">
                <a:latin typeface="微软雅黑" panose="020B0503020204020204" charset="-122"/>
                <a:ea typeface="微软雅黑" panose="020B0503020204020204" charset="-122"/>
                <a:cs typeface="微软雅黑" panose="020B0503020204020204" charset="-122"/>
              </a:rPr>
              <a:t>       3. </a:t>
            </a:r>
            <a:r>
              <a:rPr lang="zh-CN" altLang="en-US" sz="2000" dirty="0">
                <a:latin typeface="微软雅黑" panose="020B0503020204020204" charset="-122"/>
                <a:ea typeface="微软雅黑" panose="020B0503020204020204" charset="-122"/>
                <a:cs typeface="微软雅黑" panose="020B0503020204020204" charset="-122"/>
              </a:rPr>
              <a:t>减少职工处理事故的时间，提升了岗位人员的安全系数。</a:t>
            </a:r>
          </a:p>
        </p:txBody>
      </p:sp>
      <p:sp>
        <p:nvSpPr>
          <p:cNvPr id="1049318" name="任意多边形 9"/>
          <p:cNvSpPr/>
          <p:nvPr>
            <p:custDataLst>
              <p:tags r:id="rId5"/>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9319" name="文本框 1"/>
          <p:cNvSpPr txBox="1"/>
          <p:nvPr>
            <p:custDataLst>
              <p:tags r:id="rId6"/>
            </p:custDataLst>
          </p:nvPr>
        </p:nvSpPr>
        <p:spPr>
          <a:xfrm>
            <a:off x="525145" y="887095"/>
            <a:ext cx="1355725" cy="429895"/>
          </a:xfrm>
          <a:prstGeom prst="rect">
            <a:avLst/>
          </a:prstGeom>
          <a:noFill/>
        </p:spPr>
        <p:txBody>
          <a:bodyPr wrap="square" rtlCol="0">
            <a:spAutoFit/>
          </a:bodyPr>
          <a:lstStyle/>
          <a:p>
            <a:pPr algn="ctr"/>
            <a:r>
              <a:rPr lang="zh-CN" altLang="en-US" sz="2200" b="1">
                <a:solidFill>
                  <a:prstClr val="white"/>
                </a:solidFill>
                <a:latin typeface="微软雅黑" panose="020B0503020204020204" charset="-122"/>
                <a:ea typeface="微软雅黑" panose="020B0503020204020204" charset="-122"/>
                <a:cs typeface="Calibri" panose="020F0502020204030204" charset="0"/>
                <a:sym typeface="+mn-ea"/>
              </a:rPr>
              <a:t>改善效益</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pic>
        <p:nvPicPr>
          <p:cNvPr id="2097224" name="图形 297"/>
          <p:cNvPicPr>
            <a:picLocks noChangeAspect="1" noChangeArrowheads="1"/>
          </p:cNvPicPr>
          <p:nvPr>
            <p:custDataLst>
              <p:tags r:id="rId7"/>
            </p:custDataLst>
          </p:nvPr>
        </p:nvPicPr>
        <p:blipFill>
          <a:blip r:embed="rId233" cstate="print"/>
          <a:srcRect/>
          <a:stretch>
            <a:fillRect/>
          </a:stretch>
        </p:blipFill>
        <p:spPr bwMode="auto">
          <a:xfrm>
            <a:off x="1164153" y="1812148"/>
            <a:ext cx="541337" cy="541338"/>
          </a:xfrm>
          <a:prstGeom prst="rect">
            <a:avLst/>
          </a:prstGeom>
          <a:noFill/>
          <a:ln>
            <a:noFill/>
          </a:ln>
        </p:spPr>
      </p:pic>
      <p:pic>
        <p:nvPicPr>
          <p:cNvPr id="2097225" name="图形 299"/>
          <p:cNvPicPr>
            <a:picLocks noChangeAspect="1" noChangeArrowheads="1"/>
          </p:cNvPicPr>
          <p:nvPr>
            <p:custDataLst>
              <p:tags r:id="rId8"/>
            </p:custDataLst>
          </p:nvPr>
        </p:nvPicPr>
        <p:blipFill>
          <a:blip r:embed="rId234" cstate="print"/>
          <a:srcRect/>
          <a:stretch>
            <a:fillRect/>
          </a:stretch>
        </p:blipFill>
        <p:spPr bwMode="auto">
          <a:xfrm>
            <a:off x="1157522" y="4142865"/>
            <a:ext cx="539750" cy="539750"/>
          </a:xfrm>
          <a:prstGeom prst="rect">
            <a:avLst/>
          </a:prstGeom>
          <a:noFill/>
          <a:ln>
            <a:noFill/>
          </a:ln>
        </p:spPr>
      </p:pic>
      <p:grpSp>
        <p:nvGrpSpPr>
          <p:cNvPr id="215" name="30608ea9-54fa-48de-9987-40f75cf537d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p:cNvGrpSpPr>
            <a:grpSpLocks noChangeAspect="1"/>
          </p:cNvGrpSpPr>
          <p:nvPr>
            <p:custDataLst>
              <p:tags r:id="rId9"/>
            </p:custDataLst>
          </p:nvPr>
        </p:nvGrpSpPr>
        <p:grpSpPr bwMode="auto">
          <a:xfrm>
            <a:off x="8371548" y="4157281"/>
            <a:ext cx="2366435" cy="1932112"/>
            <a:chOff x="3745283" y="1509468"/>
            <a:chExt cx="4701435" cy="3839064"/>
          </a:xfrm>
        </p:grpSpPr>
        <p:sp>
          <p:nvSpPr>
            <p:cNvPr id="1049320" name="ïSlíḑê"/>
            <p:cNvSpPr/>
            <p:nvPr>
              <p:custDataLst>
                <p:tags r:id="rId10"/>
              </p:custDataLst>
            </p:nvPr>
          </p:nvSpPr>
          <p:spPr bwMode="auto">
            <a:xfrm>
              <a:off x="5922014" y="3236101"/>
              <a:ext cx="2511466" cy="1486455"/>
            </a:xfrm>
            <a:custGeom>
              <a:avLst/>
              <a:gdLst>
                <a:gd name="T0" fmla="*/ 2147483646 w 397"/>
                <a:gd name="T1" fmla="*/ 2147483646 h 235"/>
                <a:gd name="T2" fmla="*/ 2147483646 w 397"/>
                <a:gd name="T3" fmla="*/ 2147483646 h 235"/>
                <a:gd name="T4" fmla="*/ 2147483646 w 397"/>
                <a:gd name="T5" fmla="*/ 2147483646 h 235"/>
                <a:gd name="T6" fmla="*/ 2147483646 w 397"/>
                <a:gd name="T7" fmla="*/ 2147483646 h 235"/>
                <a:gd name="T8" fmla="*/ 2147483646 w 397"/>
                <a:gd name="T9" fmla="*/ 2147483646 h 235"/>
                <a:gd name="T10" fmla="*/ 2147483646 w 397"/>
                <a:gd name="T11" fmla="*/ 2147483646 h 235"/>
                <a:gd name="T12" fmla="*/ 2147483646 w 397"/>
                <a:gd name="T13" fmla="*/ 2147483646 h 235"/>
                <a:gd name="T14" fmla="*/ 2147483646 w 397"/>
                <a:gd name="T15" fmla="*/ 2147483646 h 235"/>
                <a:gd name="T16" fmla="*/ 2147483646 w 397"/>
                <a:gd name="T17" fmla="*/ 2147483646 h 235"/>
                <a:gd name="T18" fmla="*/ 2147483646 w 397"/>
                <a:gd name="T19" fmla="*/ 2147483646 h 235"/>
                <a:gd name="T20" fmla="*/ 2147483646 w 397"/>
                <a:gd name="T21" fmla="*/ 2147483646 h 235"/>
                <a:gd name="T22" fmla="*/ 2147483646 w 397"/>
                <a:gd name="T23" fmla="*/ 2147483646 h 235"/>
                <a:gd name="T24" fmla="*/ 2147483646 w 397"/>
                <a:gd name="T25" fmla="*/ 2147483646 h 235"/>
                <a:gd name="T26" fmla="*/ 2147483646 w 397"/>
                <a:gd name="T27" fmla="*/ 2147483646 h 235"/>
                <a:gd name="T28" fmla="*/ 2147483646 w 397"/>
                <a:gd name="T29" fmla="*/ 2147483646 h 235"/>
                <a:gd name="T30" fmla="*/ 2147483646 w 397"/>
                <a:gd name="T31" fmla="*/ 2147483646 h 235"/>
                <a:gd name="T32" fmla="*/ 2147483646 w 397"/>
                <a:gd name="T33" fmla="*/ 2147483646 h 235"/>
                <a:gd name="T34" fmla="*/ 2147483646 w 397"/>
                <a:gd name="T35" fmla="*/ 2147483646 h 235"/>
                <a:gd name="T36" fmla="*/ 2147483646 w 397"/>
                <a:gd name="T37" fmla="*/ 0 h 235"/>
                <a:gd name="T38" fmla="*/ 0 w 397"/>
                <a:gd name="T39" fmla="*/ 2147483646 h 235"/>
                <a:gd name="T40" fmla="*/ 2147483646 w 397"/>
                <a:gd name="T41" fmla="*/ 2147483646 h 235"/>
                <a:gd name="T42" fmla="*/ 2147483646 w 397"/>
                <a:gd name="T43" fmla="*/ 2147483646 h 235"/>
                <a:gd name="T44" fmla="*/ 2147483646 w 397"/>
                <a:gd name="T45" fmla="*/ 2147483646 h 235"/>
                <a:gd name="T46" fmla="*/ 2147483646 w 397"/>
                <a:gd name="T47" fmla="*/ 2147483646 h 235"/>
                <a:gd name="T48" fmla="*/ 2147483646 w 397"/>
                <a:gd name="T49" fmla="*/ 2147483646 h 235"/>
                <a:gd name="T50" fmla="*/ 2147483646 w 397"/>
                <a:gd name="T51" fmla="*/ 2147483646 h 235"/>
                <a:gd name="T52" fmla="*/ 2147483646 w 397"/>
                <a:gd name="T53" fmla="*/ 2147483646 h 235"/>
                <a:gd name="T54" fmla="*/ 2147483646 w 397"/>
                <a:gd name="T55" fmla="*/ 2147483646 h 235"/>
                <a:gd name="T56" fmla="*/ 2147483646 w 397"/>
                <a:gd name="T57" fmla="*/ 2147483646 h 235"/>
                <a:gd name="T58" fmla="*/ 2147483646 w 397"/>
                <a:gd name="T59" fmla="*/ 2147483646 h 235"/>
                <a:gd name="T60" fmla="*/ 2147483646 w 397"/>
                <a:gd name="T61" fmla="*/ 2147483646 h 235"/>
                <a:gd name="T62" fmla="*/ 2147483646 w 397"/>
                <a:gd name="T63" fmla="*/ 2147483646 h 235"/>
                <a:gd name="T64" fmla="*/ 2147483646 w 397"/>
                <a:gd name="T65" fmla="*/ 2147483646 h 235"/>
                <a:gd name="T66" fmla="*/ 2147483646 w 397"/>
                <a:gd name="T67" fmla="*/ 2147483646 h 235"/>
                <a:gd name="T68" fmla="*/ 2147483646 w 397"/>
                <a:gd name="T69" fmla="*/ 2147483646 h 235"/>
                <a:gd name="T70" fmla="*/ 2147483646 w 397"/>
                <a:gd name="T71" fmla="*/ 2147483646 h 235"/>
                <a:gd name="T72" fmla="*/ 2147483646 w 397"/>
                <a:gd name="T73" fmla="*/ 2147483646 h 235"/>
                <a:gd name="T74" fmla="*/ 2147483646 w 397"/>
                <a:gd name="T75" fmla="*/ 2147483646 h 235"/>
                <a:gd name="T76" fmla="*/ 2147483646 w 397"/>
                <a:gd name="T77" fmla="*/ 2147483646 h 235"/>
                <a:gd name="T78" fmla="*/ 2147483646 w 397"/>
                <a:gd name="T79" fmla="*/ 2147483646 h 235"/>
                <a:gd name="T80" fmla="*/ 2147483646 w 397"/>
                <a:gd name="T81" fmla="*/ 2147483646 h 23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97" h="235">
                  <a:moveTo>
                    <a:pt x="393" y="82"/>
                  </a:moveTo>
                  <a:cubicBezTo>
                    <a:pt x="389" y="80"/>
                    <a:pt x="385" y="82"/>
                    <a:pt x="381" y="80"/>
                  </a:cubicBezTo>
                  <a:cubicBezTo>
                    <a:pt x="377" y="78"/>
                    <a:pt x="381" y="75"/>
                    <a:pt x="377" y="73"/>
                  </a:cubicBezTo>
                  <a:cubicBezTo>
                    <a:pt x="373" y="71"/>
                    <a:pt x="369" y="73"/>
                    <a:pt x="365" y="71"/>
                  </a:cubicBezTo>
                  <a:cubicBezTo>
                    <a:pt x="361" y="69"/>
                    <a:pt x="366" y="66"/>
                    <a:pt x="362" y="64"/>
                  </a:cubicBezTo>
                  <a:cubicBezTo>
                    <a:pt x="358" y="61"/>
                    <a:pt x="353" y="64"/>
                    <a:pt x="349" y="62"/>
                  </a:cubicBezTo>
                  <a:cubicBezTo>
                    <a:pt x="345" y="59"/>
                    <a:pt x="350" y="57"/>
                    <a:pt x="346" y="55"/>
                  </a:cubicBezTo>
                  <a:cubicBezTo>
                    <a:pt x="342" y="52"/>
                    <a:pt x="338" y="55"/>
                    <a:pt x="334" y="53"/>
                  </a:cubicBezTo>
                  <a:cubicBezTo>
                    <a:pt x="330" y="50"/>
                    <a:pt x="334" y="48"/>
                    <a:pt x="330" y="45"/>
                  </a:cubicBezTo>
                  <a:cubicBezTo>
                    <a:pt x="326" y="43"/>
                    <a:pt x="322" y="46"/>
                    <a:pt x="318" y="43"/>
                  </a:cubicBezTo>
                  <a:cubicBezTo>
                    <a:pt x="314" y="41"/>
                    <a:pt x="318" y="39"/>
                    <a:pt x="314" y="36"/>
                  </a:cubicBezTo>
                  <a:cubicBezTo>
                    <a:pt x="310" y="34"/>
                    <a:pt x="306" y="37"/>
                    <a:pt x="302" y="34"/>
                  </a:cubicBezTo>
                  <a:cubicBezTo>
                    <a:pt x="298" y="32"/>
                    <a:pt x="302" y="29"/>
                    <a:pt x="298" y="27"/>
                  </a:cubicBezTo>
                  <a:cubicBezTo>
                    <a:pt x="294" y="25"/>
                    <a:pt x="290" y="27"/>
                    <a:pt x="286" y="25"/>
                  </a:cubicBezTo>
                  <a:cubicBezTo>
                    <a:pt x="282" y="23"/>
                    <a:pt x="286" y="20"/>
                    <a:pt x="282" y="18"/>
                  </a:cubicBezTo>
                  <a:cubicBezTo>
                    <a:pt x="278" y="16"/>
                    <a:pt x="274" y="18"/>
                    <a:pt x="270" y="16"/>
                  </a:cubicBezTo>
                  <a:cubicBezTo>
                    <a:pt x="266" y="14"/>
                    <a:pt x="270" y="11"/>
                    <a:pt x="267" y="9"/>
                  </a:cubicBezTo>
                  <a:cubicBezTo>
                    <a:pt x="263" y="7"/>
                    <a:pt x="258" y="9"/>
                    <a:pt x="254" y="7"/>
                  </a:cubicBezTo>
                  <a:cubicBezTo>
                    <a:pt x="250" y="5"/>
                    <a:pt x="255" y="2"/>
                    <a:pt x="251" y="0"/>
                  </a:cubicBezTo>
                  <a:cubicBezTo>
                    <a:pt x="0" y="145"/>
                    <a:pt x="0" y="145"/>
                    <a:pt x="0" y="145"/>
                  </a:cubicBezTo>
                  <a:cubicBezTo>
                    <a:pt x="4" y="148"/>
                    <a:pt x="0" y="150"/>
                    <a:pt x="4" y="152"/>
                  </a:cubicBezTo>
                  <a:cubicBezTo>
                    <a:pt x="8" y="155"/>
                    <a:pt x="12" y="152"/>
                    <a:pt x="16" y="154"/>
                  </a:cubicBezTo>
                  <a:cubicBezTo>
                    <a:pt x="20" y="157"/>
                    <a:pt x="16" y="159"/>
                    <a:pt x="20" y="162"/>
                  </a:cubicBezTo>
                  <a:cubicBezTo>
                    <a:pt x="24" y="164"/>
                    <a:pt x="28" y="161"/>
                    <a:pt x="32" y="164"/>
                  </a:cubicBezTo>
                  <a:cubicBezTo>
                    <a:pt x="36" y="166"/>
                    <a:pt x="32" y="168"/>
                    <a:pt x="36" y="171"/>
                  </a:cubicBezTo>
                  <a:cubicBezTo>
                    <a:pt x="40" y="173"/>
                    <a:pt x="44" y="170"/>
                    <a:pt x="48" y="173"/>
                  </a:cubicBezTo>
                  <a:cubicBezTo>
                    <a:pt x="52" y="175"/>
                    <a:pt x="47" y="178"/>
                    <a:pt x="51" y="180"/>
                  </a:cubicBezTo>
                  <a:cubicBezTo>
                    <a:pt x="55" y="182"/>
                    <a:pt x="60" y="180"/>
                    <a:pt x="64" y="182"/>
                  </a:cubicBezTo>
                  <a:cubicBezTo>
                    <a:pt x="68" y="184"/>
                    <a:pt x="63" y="187"/>
                    <a:pt x="67" y="189"/>
                  </a:cubicBezTo>
                  <a:cubicBezTo>
                    <a:pt x="71" y="191"/>
                    <a:pt x="75" y="189"/>
                    <a:pt x="79" y="191"/>
                  </a:cubicBezTo>
                  <a:cubicBezTo>
                    <a:pt x="83" y="193"/>
                    <a:pt x="79" y="196"/>
                    <a:pt x="83" y="198"/>
                  </a:cubicBezTo>
                  <a:cubicBezTo>
                    <a:pt x="87" y="200"/>
                    <a:pt x="91" y="198"/>
                    <a:pt x="95" y="200"/>
                  </a:cubicBezTo>
                  <a:cubicBezTo>
                    <a:pt x="99" y="202"/>
                    <a:pt x="95" y="205"/>
                    <a:pt x="99" y="207"/>
                  </a:cubicBezTo>
                  <a:cubicBezTo>
                    <a:pt x="103" y="210"/>
                    <a:pt x="107" y="207"/>
                    <a:pt x="111" y="209"/>
                  </a:cubicBezTo>
                  <a:cubicBezTo>
                    <a:pt x="115" y="212"/>
                    <a:pt x="111" y="214"/>
                    <a:pt x="115" y="216"/>
                  </a:cubicBezTo>
                  <a:cubicBezTo>
                    <a:pt x="119" y="219"/>
                    <a:pt x="123" y="216"/>
                    <a:pt x="127" y="218"/>
                  </a:cubicBezTo>
                  <a:cubicBezTo>
                    <a:pt x="131" y="221"/>
                    <a:pt x="127" y="223"/>
                    <a:pt x="131" y="226"/>
                  </a:cubicBezTo>
                  <a:cubicBezTo>
                    <a:pt x="135" y="228"/>
                    <a:pt x="139" y="225"/>
                    <a:pt x="143" y="228"/>
                  </a:cubicBezTo>
                  <a:cubicBezTo>
                    <a:pt x="147" y="230"/>
                    <a:pt x="143" y="232"/>
                    <a:pt x="147" y="235"/>
                  </a:cubicBezTo>
                  <a:cubicBezTo>
                    <a:pt x="397" y="89"/>
                    <a:pt x="397" y="89"/>
                    <a:pt x="397" y="89"/>
                  </a:cubicBezTo>
                  <a:cubicBezTo>
                    <a:pt x="393" y="87"/>
                    <a:pt x="397" y="84"/>
                    <a:pt x="393" y="82"/>
                  </a:cubicBezTo>
                  <a:close/>
                </a:path>
              </a:pathLst>
            </a:custGeom>
            <a:solidFill>
              <a:srgbClr val="FFFFFF"/>
            </a:solidFill>
            <a:ln w="15875" cap="flat">
              <a:solidFill>
                <a:srgbClr val="4D9DFF"/>
              </a:solidFill>
              <a:prstDash val="solid"/>
              <a:miter lim="800000"/>
            </a:ln>
          </p:spPr>
          <p:txBody>
            <a:bodyPr anchor="ctr"/>
            <a:lstStyle/>
            <a:p>
              <a:endParaRPr lang="zh-CN" altLang="en-US"/>
            </a:p>
          </p:txBody>
        </p:sp>
        <p:sp>
          <p:nvSpPr>
            <p:cNvPr id="1049321" name="îsliḋé"/>
            <p:cNvSpPr>
              <a:spLocks noChangeShapeType="1"/>
            </p:cNvSpPr>
            <p:nvPr>
              <p:custDataLst>
                <p:tags r:id="rId11"/>
              </p:custDataLst>
            </p:nvPr>
          </p:nvSpPr>
          <p:spPr bwMode="auto">
            <a:xfrm>
              <a:off x="7491681" y="3444129"/>
              <a:ext cx="550329" cy="323390"/>
            </a:xfrm>
            <a:prstGeom prst="line">
              <a:avLst/>
            </a:prstGeom>
            <a:noFill/>
            <a:ln w="11113" cap="rnd">
              <a:solidFill>
                <a:srgbClr val="4D9DFF"/>
              </a:solidFill>
              <a:miter lim="800000"/>
            </a:ln>
          </p:spPr>
          <p:txBody>
            <a:bodyPr anchor="ctr"/>
            <a:lstStyle/>
            <a:p>
              <a:endParaRPr lang="zh-CN" altLang="en-US"/>
            </a:p>
          </p:txBody>
        </p:sp>
        <p:sp>
          <p:nvSpPr>
            <p:cNvPr id="1049322" name="íṩļîḋe"/>
            <p:cNvSpPr>
              <a:spLocks noChangeShapeType="1"/>
            </p:cNvSpPr>
            <p:nvPr>
              <p:custDataLst>
                <p:tags r:id="rId12"/>
              </p:custDataLst>
            </p:nvPr>
          </p:nvSpPr>
          <p:spPr bwMode="auto">
            <a:xfrm>
              <a:off x="7416034" y="3495191"/>
              <a:ext cx="550329" cy="323390"/>
            </a:xfrm>
            <a:prstGeom prst="line">
              <a:avLst/>
            </a:prstGeom>
            <a:noFill/>
            <a:ln w="11113" cap="rnd">
              <a:solidFill>
                <a:srgbClr val="4D9DFF"/>
              </a:solidFill>
              <a:miter lim="800000"/>
            </a:ln>
          </p:spPr>
          <p:txBody>
            <a:bodyPr anchor="ctr"/>
            <a:lstStyle/>
            <a:p>
              <a:endParaRPr lang="zh-CN" altLang="en-US"/>
            </a:p>
          </p:txBody>
        </p:sp>
        <p:sp>
          <p:nvSpPr>
            <p:cNvPr id="1049323" name="í$ļíḍè"/>
            <p:cNvSpPr>
              <a:spLocks noChangeShapeType="1"/>
            </p:cNvSpPr>
            <p:nvPr>
              <p:custDataLst>
                <p:tags r:id="rId13"/>
              </p:custDataLst>
            </p:nvPr>
          </p:nvSpPr>
          <p:spPr bwMode="auto">
            <a:xfrm>
              <a:off x="7060495" y="3635137"/>
              <a:ext cx="374451" cy="213702"/>
            </a:xfrm>
            <a:prstGeom prst="line">
              <a:avLst/>
            </a:prstGeom>
            <a:noFill/>
            <a:ln w="11113" cap="rnd">
              <a:solidFill>
                <a:srgbClr val="4D9DFF"/>
              </a:solidFill>
              <a:miter lim="800000"/>
            </a:ln>
          </p:spPr>
          <p:txBody>
            <a:bodyPr anchor="ctr"/>
            <a:lstStyle/>
            <a:p>
              <a:endParaRPr lang="zh-CN" altLang="en-US"/>
            </a:p>
          </p:txBody>
        </p:sp>
        <p:sp>
          <p:nvSpPr>
            <p:cNvPr id="1049324" name="ïṧliḑé"/>
            <p:cNvSpPr>
              <a:spLocks noChangeShapeType="1"/>
            </p:cNvSpPr>
            <p:nvPr>
              <p:custDataLst>
                <p:tags r:id="rId14"/>
              </p:custDataLst>
            </p:nvPr>
          </p:nvSpPr>
          <p:spPr bwMode="auto">
            <a:xfrm>
              <a:off x="6952698" y="3697545"/>
              <a:ext cx="380125" cy="221267"/>
            </a:xfrm>
            <a:prstGeom prst="line">
              <a:avLst/>
            </a:prstGeom>
            <a:noFill/>
            <a:ln w="11113" cap="rnd">
              <a:solidFill>
                <a:srgbClr val="4D9DFF"/>
              </a:solidFill>
              <a:miter lim="800000"/>
            </a:ln>
          </p:spPr>
          <p:txBody>
            <a:bodyPr anchor="ctr"/>
            <a:lstStyle/>
            <a:p>
              <a:endParaRPr lang="zh-CN" altLang="en-US"/>
            </a:p>
          </p:txBody>
        </p:sp>
        <p:sp>
          <p:nvSpPr>
            <p:cNvPr id="1049325" name="ïśļiḓè"/>
            <p:cNvSpPr>
              <a:spLocks noChangeShapeType="1"/>
            </p:cNvSpPr>
            <p:nvPr>
              <p:custDataLst>
                <p:tags r:id="rId15"/>
              </p:custDataLst>
            </p:nvPr>
          </p:nvSpPr>
          <p:spPr bwMode="auto">
            <a:xfrm>
              <a:off x="6820317" y="3780756"/>
              <a:ext cx="380125" cy="213702"/>
            </a:xfrm>
            <a:prstGeom prst="line">
              <a:avLst/>
            </a:prstGeom>
            <a:noFill/>
            <a:ln w="11113" cap="rnd">
              <a:solidFill>
                <a:srgbClr val="4D9DFF"/>
              </a:solidFill>
              <a:miter lim="800000"/>
            </a:ln>
          </p:spPr>
          <p:txBody>
            <a:bodyPr anchor="ctr"/>
            <a:lstStyle/>
            <a:p>
              <a:endParaRPr lang="zh-CN" altLang="en-US"/>
            </a:p>
          </p:txBody>
        </p:sp>
        <p:sp>
          <p:nvSpPr>
            <p:cNvPr id="1049326" name="ïšḻíďé"/>
            <p:cNvSpPr>
              <a:spLocks noChangeShapeType="1"/>
            </p:cNvSpPr>
            <p:nvPr>
              <p:custDataLst>
                <p:tags r:id="rId16"/>
              </p:custDataLst>
            </p:nvPr>
          </p:nvSpPr>
          <p:spPr bwMode="auto">
            <a:xfrm>
              <a:off x="6701174" y="3848838"/>
              <a:ext cx="378233" cy="215593"/>
            </a:xfrm>
            <a:prstGeom prst="line">
              <a:avLst/>
            </a:prstGeom>
            <a:noFill/>
            <a:ln w="11113" cap="rnd">
              <a:solidFill>
                <a:srgbClr val="4D9DFF"/>
              </a:solidFill>
              <a:miter lim="800000"/>
            </a:ln>
          </p:spPr>
          <p:txBody>
            <a:bodyPr anchor="ctr"/>
            <a:lstStyle/>
            <a:p>
              <a:endParaRPr lang="zh-CN" altLang="en-US"/>
            </a:p>
          </p:txBody>
        </p:sp>
        <p:sp>
          <p:nvSpPr>
            <p:cNvPr id="1049327" name="íṥľiḓé"/>
            <p:cNvSpPr>
              <a:spLocks noChangeShapeType="1"/>
            </p:cNvSpPr>
            <p:nvPr>
              <p:custDataLst>
                <p:tags r:id="rId17"/>
              </p:custDataLst>
            </p:nvPr>
          </p:nvSpPr>
          <p:spPr bwMode="auto">
            <a:xfrm>
              <a:off x="7421707" y="3589749"/>
              <a:ext cx="385798" cy="228832"/>
            </a:xfrm>
            <a:prstGeom prst="line">
              <a:avLst/>
            </a:prstGeom>
            <a:noFill/>
            <a:ln w="11113" cap="rnd">
              <a:solidFill>
                <a:srgbClr val="4D9DFF"/>
              </a:solidFill>
              <a:miter lim="800000"/>
            </a:ln>
          </p:spPr>
          <p:txBody>
            <a:bodyPr anchor="ctr"/>
            <a:lstStyle/>
            <a:p>
              <a:endParaRPr lang="zh-CN" altLang="en-US"/>
            </a:p>
          </p:txBody>
        </p:sp>
        <p:sp>
          <p:nvSpPr>
            <p:cNvPr id="1049328" name="ïŝļide"/>
            <p:cNvSpPr/>
            <p:nvPr>
              <p:custDataLst>
                <p:tags r:id="rId18"/>
              </p:custDataLst>
            </p:nvPr>
          </p:nvSpPr>
          <p:spPr bwMode="auto">
            <a:xfrm>
              <a:off x="7542741" y="3905573"/>
              <a:ext cx="62409" cy="32150"/>
            </a:xfrm>
            <a:custGeom>
              <a:avLst/>
              <a:gdLst>
                <a:gd name="T0" fmla="*/ 2147483646 w 10"/>
                <a:gd name="T1" fmla="*/ 2147483646 h 5"/>
                <a:gd name="T2" fmla="*/ 2147483646 w 10"/>
                <a:gd name="T3" fmla="*/ 2147483646 h 5"/>
                <a:gd name="T4" fmla="*/ 2147483646 w 10"/>
                <a:gd name="T5" fmla="*/ 2147483646 h 5"/>
                <a:gd name="T6" fmla="*/ 2147483646 w 10"/>
                <a:gd name="T7" fmla="*/ 2147483646 h 5"/>
                <a:gd name="T8" fmla="*/ 0 w 10"/>
                <a:gd name="T9" fmla="*/ 2147483646 h 5"/>
                <a:gd name="T10" fmla="*/ 2147483646 w 10"/>
                <a:gd name="T11" fmla="*/ 2147483646 h 5"/>
                <a:gd name="T12" fmla="*/ 2147483646 w 10"/>
                <a:gd name="T13" fmla="*/ 2147483646 h 5"/>
                <a:gd name="T14" fmla="*/ 2147483646 w 10"/>
                <a:gd name="T15" fmla="*/ 2147483646 h 5"/>
                <a:gd name="T16" fmla="*/ 2147483646 w 10"/>
                <a:gd name="T17" fmla="*/ 2147483646 h 5"/>
                <a:gd name="T18" fmla="*/ 2147483646 w 10"/>
                <a:gd name="T19" fmla="*/ 2147483646 h 5"/>
                <a:gd name="T20" fmla="*/ 2147483646 w 10"/>
                <a:gd name="T21" fmla="*/ 2147483646 h 5"/>
                <a:gd name="T22" fmla="*/ 2147483646 w 10"/>
                <a:gd name="T23" fmla="*/ 2147483646 h 5"/>
                <a:gd name="T24" fmla="*/ 2147483646 w 10"/>
                <a:gd name="T25" fmla="*/ 2147483646 h 5"/>
                <a:gd name="T26" fmla="*/ 2147483646 w 10"/>
                <a:gd name="T27" fmla="*/ 0 h 5"/>
                <a:gd name="T28" fmla="*/ 2147483646 w 10"/>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 h="5">
                  <a:moveTo>
                    <a:pt x="4" y="3"/>
                  </a:moveTo>
                  <a:cubicBezTo>
                    <a:pt x="6" y="3"/>
                    <a:pt x="6" y="4"/>
                    <a:pt x="5" y="4"/>
                  </a:cubicBezTo>
                  <a:cubicBezTo>
                    <a:pt x="4" y="5"/>
                    <a:pt x="4" y="4"/>
                    <a:pt x="3" y="4"/>
                  </a:cubicBezTo>
                  <a:cubicBezTo>
                    <a:pt x="2" y="3"/>
                    <a:pt x="1" y="3"/>
                    <a:pt x="1" y="3"/>
                  </a:cubicBezTo>
                  <a:cubicBezTo>
                    <a:pt x="0" y="3"/>
                    <a:pt x="0" y="3"/>
                    <a:pt x="0" y="3"/>
                  </a:cubicBezTo>
                  <a:cubicBezTo>
                    <a:pt x="0" y="3"/>
                    <a:pt x="1" y="4"/>
                    <a:pt x="2" y="4"/>
                  </a:cubicBezTo>
                  <a:cubicBezTo>
                    <a:pt x="3" y="5"/>
                    <a:pt x="5" y="5"/>
                    <a:pt x="6" y="5"/>
                  </a:cubicBezTo>
                  <a:cubicBezTo>
                    <a:pt x="7" y="4"/>
                    <a:pt x="7" y="3"/>
                    <a:pt x="6" y="2"/>
                  </a:cubicBezTo>
                  <a:cubicBezTo>
                    <a:pt x="5" y="2"/>
                    <a:pt x="4" y="1"/>
                    <a:pt x="5" y="1"/>
                  </a:cubicBezTo>
                  <a:cubicBezTo>
                    <a:pt x="6" y="1"/>
                    <a:pt x="7" y="1"/>
                    <a:pt x="7" y="1"/>
                  </a:cubicBezTo>
                  <a:cubicBezTo>
                    <a:pt x="8" y="2"/>
                    <a:pt x="9" y="2"/>
                    <a:pt x="9" y="3"/>
                  </a:cubicBezTo>
                  <a:cubicBezTo>
                    <a:pt x="10" y="2"/>
                    <a:pt x="10" y="2"/>
                    <a:pt x="10" y="2"/>
                  </a:cubicBezTo>
                  <a:cubicBezTo>
                    <a:pt x="10" y="2"/>
                    <a:pt x="9" y="1"/>
                    <a:pt x="8" y="1"/>
                  </a:cubicBezTo>
                  <a:cubicBezTo>
                    <a:pt x="7" y="0"/>
                    <a:pt x="5" y="0"/>
                    <a:pt x="4" y="0"/>
                  </a:cubicBezTo>
                  <a:cubicBezTo>
                    <a:pt x="3" y="1"/>
                    <a:pt x="3" y="2"/>
                    <a:pt x="4" y="3"/>
                  </a:cubicBezTo>
                  <a:close/>
                </a:path>
              </a:pathLst>
            </a:custGeom>
            <a:solidFill>
              <a:srgbClr val="4D9DFF"/>
            </a:solidFill>
            <a:ln>
              <a:noFill/>
            </a:ln>
          </p:spPr>
          <p:txBody>
            <a:bodyPr anchor="ctr"/>
            <a:lstStyle/>
            <a:p>
              <a:endParaRPr lang="zh-CN" altLang="en-US"/>
            </a:p>
          </p:txBody>
        </p:sp>
        <p:sp>
          <p:nvSpPr>
            <p:cNvPr id="1049329" name="íṣḷïḍê"/>
            <p:cNvSpPr/>
            <p:nvPr>
              <p:custDataLst>
                <p:tags r:id="rId19"/>
              </p:custDataLst>
            </p:nvPr>
          </p:nvSpPr>
          <p:spPr bwMode="auto">
            <a:xfrm>
              <a:off x="7504918" y="3880988"/>
              <a:ext cx="62409" cy="37823"/>
            </a:xfrm>
            <a:custGeom>
              <a:avLst/>
              <a:gdLst>
                <a:gd name="T0" fmla="*/ 2147483646 w 10"/>
                <a:gd name="T1" fmla="*/ 2147483646 h 6"/>
                <a:gd name="T2" fmla="*/ 2147483646 w 10"/>
                <a:gd name="T3" fmla="*/ 2147483646 h 6"/>
                <a:gd name="T4" fmla="*/ 2147483646 w 10"/>
                <a:gd name="T5" fmla="*/ 2147483646 h 6"/>
                <a:gd name="T6" fmla="*/ 2147483646 w 10"/>
                <a:gd name="T7" fmla="*/ 2147483646 h 6"/>
                <a:gd name="T8" fmla="*/ 2147483646 w 10"/>
                <a:gd name="T9" fmla="*/ 2147483646 h 6"/>
                <a:gd name="T10" fmla="*/ 2147483646 w 10"/>
                <a:gd name="T11" fmla="*/ 2147483646 h 6"/>
                <a:gd name="T12" fmla="*/ 2147483646 w 10"/>
                <a:gd name="T13" fmla="*/ 2147483646 h 6"/>
                <a:gd name="T14" fmla="*/ 2147483646 w 10"/>
                <a:gd name="T15" fmla="*/ 2147483646 h 6"/>
                <a:gd name="T16" fmla="*/ 2147483646 w 10"/>
                <a:gd name="T17" fmla="*/ 2147483646 h 6"/>
                <a:gd name="T18" fmla="*/ 2147483646 w 10"/>
                <a:gd name="T19" fmla="*/ 0 h 6"/>
                <a:gd name="T20" fmla="*/ 2147483646 w 10"/>
                <a:gd name="T21" fmla="*/ 0 h 6"/>
                <a:gd name="T22" fmla="*/ 2147483646 w 10"/>
                <a:gd name="T23" fmla="*/ 2147483646 h 6"/>
                <a:gd name="T24" fmla="*/ 2147483646 w 10"/>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 h="6">
                  <a:moveTo>
                    <a:pt x="1" y="5"/>
                  </a:moveTo>
                  <a:cubicBezTo>
                    <a:pt x="2" y="5"/>
                    <a:pt x="4" y="5"/>
                    <a:pt x="4" y="5"/>
                  </a:cubicBezTo>
                  <a:cubicBezTo>
                    <a:pt x="3" y="6"/>
                    <a:pt x="3" y="6"/>
                    <a:pt x="3" y="6"/>
                  </a:cubicBezTo>
                  <a:cubicBezTo>
                    <a:pt x="4" y="6"/>
                    <a:pt x="4" y="6"/>
                    <a:pt x="4" y="6"/>
                  </a:cubicBezTo>
                  <a:cubicBezTo>
                    <a:pt x="10" y="3"/>
                    <a:pt x="10" y="3"/>
                    <a:pt x="10" y="3"/>
                  </a:cubicBezTo>
                  <a:cubicBezTo>
                    <a:pt x="9" y="2"/>
                    <a:pt x="9" y="2"/>
                    <a:pt x="9" y="2"/>
                  </a:cubicBezTo>
                  <a:cubicBezTo>
                    <a:pt x="4" y="5"/>
                    <a:pt x="4" y="5"/>
                    <a:pt x="4" y="5"/>
                  </a:cubicBezTo>
                  <a:cubicBezTo>
                    <a:pt x="4" y="5"/>
                    <a:pt x="3" y="5"/>
                    <a:pt x="2" y="4"/>
                  </a:cubicBezTo>
                  <a:cubicBezTo>
                    <a:pt x="1" y="4"/>
                    <a:pt x="2" y="3"/>
                    <a:pt x="3" y="2"/>
                  </a:cubicBezTo>
                  <a:cubicBezTo>
                    <a:pt x="6" y="0"/>
                    <a:pt x="6" y="0"/>
                    <a:pt x="6" y="0"/>
                  </a:cubicBezTo>
                  <a:cubicBezTo>
                    <a:pt x="6" y="0"/>
                    <a:pt x="6" y="0"/>
                    <a:pt x="6" y="0"/>
                  </a:cubicBezTo>
                  <a:cubicBezTo>
                    <a:pt x="2" y="2"/>
                    <a:pt x="2" y="2"/>
                    <a:pt x="2" y="2"/>
                  </a:cubicBezTo>
                  <a:cubicBezTo>
                    <a:pt x="0" y="3"/>
                    <a:pt x="0" y="4"/>
                    <a:pt x="1" y="5"/>
                  </a:cubicBezTo>
                  <a:close/>
                </a:path>
              </a:pathLst>
            </a:custGeom>
            <a:solidFill>
              <a:srgbClr val="4D9DFF"/>
            </a:solidFill>
            <a:ln>
              <a:noFill/>
            </a:ln>
          </p:spPr>
          <p:txBody>
            <a:bodyPr anchor="ctr"/>
            <a:lstStyle/>
            <a:p>
              <a:endParaRPr lang="zh-CN" altLang="en-US"/>
            </a:p>
          </p:txBody>
        </p:sp>
        <p:sp>
          <p:nvSpPr>
            <p:cNvPr id="1049330" name="îṥļîḍê"/>
            <p:cNvSpPr/>
            <p:nvPr>
              <p:custDataLst>
                <p:tags r:id="rId20"/>
              </p:custDataLst>
            </p:nvPr>
          </p:nvSpPr>
          <p:spPr bwMode="auto">
            <a:xfrm>
              <a:off x="7580565" y="3924485"/>
              <a:ext cx="81321" cy="39715"/>
            </a:xfrm>
            <a:custGeom>
              <a:avLst/>
              <a:gdLst>
                <a:gd name="T0" fmla="*/ 2147483646 w 13"/>
                <a:gd name="T1" fmla="*/ 2147483646 h 6"/>
                <a:gd name="T2" fmla="*/ 2147483646 w 13"/>
                <a:gd name="T3" fmla="*/ 2147483646 h 6"/>
                <a:gd name="T4" fmla="*/ 2147483646 w 13"/>
                <a:gd name="T5" fmla="*/ 2147483646 h 6"/>
                <a:gd name="T6" fmla="*/ 2147483646 w 13"/>
                <a:gd name="T7" fmla="*/ 2147483646 h 6"/>
                <a:gd name="T8" fmla="*/ 2147483646 w 13"/>
                <a:gd name="T9" fmla="*/ 2147483646 h 6"/>
                <a:gd name="T10" fmla="*/ 2147483646 w 13"/>
                <a:gd name="T11" fmla="*/ 2147483646 h 6"/>
                <a:gd name="T12" fmla="*/ 2147483646 w 13"/>
                <a:gd name="T13" fmla="*/ 2147483646 h 6"/>
                <a:gd name="T14" fmla="*/ 2147483646 w 13"/>
                <a:gd name="T15" fmla="*/ 2147483646 h 6"/>
                <a:gd name="T16" fmla="*/ 2147483646 w 13"/>
                <a:gd name="T17" fmla="*/ 2147483646 h 6"/>
                <a:gd name="T18" fmla="*/ 2147483646 w 13"/>
                <a:gd name="T19" fmla="*/ 2147483646 h 6"/>
                <a:gd name="T20" fmla="*/ 2147483646 w 13"/>
                <a:gd name="T21" fmla="*/ 2147483646 h 6"/>
                <a:gd name="T22" fmla="*/ 2147483646 w 13"/>
                <a:gd name="T23" fmla="*/ 2147483646 h 6"/>
                <a:gd name="T24" fmla="*/ 2147483646 w 13"/>
                <a:gd name="T25" fmla="*/ 2147483646 h 6"/>
                <a:gd name="T26" fmla="*/ 2147483646 w 13"/>
                <a:gd name="T27" fmla="*/ 2147483646 h 6"/>
                <a:gd name="T28" fmla="*/ 2147483646 w 13"/>
                <a:gd name="T29" fmla="*/ 2147483646 h 6"/>
                <a:gd name="T30" fmla="*/ 2147483646 w 13"/>
                <a:gd name="T31" fmla="*/ 2147483646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 h="6">
                  <a:moveTo>
                    <a:pt x="1" y="5"/>
                  </a:moveTo>
                  <a:cubicBezTo>
                    <a:pt x="2" y="5"/>
                    <a:pt x="4" y="5"/>
                    <a:pt x="4" y="5"/>
                  </a:cubicBezTo>
                  <a:cubicBezTo>
                    <a:pt x="3" y="6"/>
                    <a:pt x="3" y="6"/>
                    <a:pt x="3" y="6"/>
                  </a:cubicBezTo>
                  <a:cubicBezTo>
                    <a:pt x="4" y="6"/>
                    <a:pt x="4" y="6"/>
                    <a:pt x="4" y="6"/>
                  </a:cubicBezTo>
                  <a:cubicBezTo>
                    <a:pt x="13" y="1"/>
                    <a:pt x="13" y="1"/>
                    <a:pt x="13" y="1"/>
                  </a:cubicBezTo>
                  <a:cubicBezTo>
                    <a:pt x="12" y="1"/>
                    <a:pt x="12" y="1"/>
                    <a:pt x="12" y="1"/>
                  </a:cubicBezTo>
                  <a:cubicBezTo>
                    <a:pt x="9" y="2"/>
                    <a:pt x="9" y="2"/>
                    <a:pt x="9" y="2"/>
                  </a:cubicBezTo>
                  <a:cubicBezTo>
                    <a:pt x="9" y="2"/>
                    <a:pt x="9" y="1"/>
                    <a:pt x="8" y="1"/>
                  </a:cubicBezTo>
                  <a:cubicBezTo>
                    <a:pt x="6" y="0"/>
                    <a:pt x="4" y="0"/>
                    <a:pt x="2" y="2"/>
                  </a:cubicBezTo>
                  <a:cubicBezTo>
                    <a:pt x="0" y="3"/>
                    <a:pt x="0" y="4"/>
                    <a:pt x="1" y="5"/>
                  </a:cubicBezTo>
                  <a:close/>
                  <a:moveTo>
                    <a:pt x="7" y="2"/>
                  </a:moveTo>
                  <a:cubicBezTo>
                    <a:pt x="8" y="2"/>
                    <a:pt x="9" y="2"/>
                    <a:pt x="9" y="3"/>
                  </a:cubicBezTo>
                  <a:cubicBezTo>
                    <a:pt x="5" y="5"/>
                    <a:pt x="5" y="5"/>
                    <a:pt x="5" y="5"/>
                  </a:cubicBezTo>
                  <a:cubicBezTo>
                    <a:pt x="5" y="5"/>
                    <a:pt x="3" y="5"/>
                    <a:pt x="2" y="4"/>
                  </a:cubicBezTo>
                  <a:cubicBezTo>
                    <a:pt x="2" y="4"/>
                    <a:pt x="1" y="3"/>
                    <a:pt x="3" y="2"/>
                  </a:cubicBezTo>
                  <a:cubicBezTo>
                    <a:pt x="5" y="1"/>
                    <a:pt x="6" y="1"/>
                    <a:pt x="7" y="2"/>
                  </a:cubicBezTo>
                  <a:close/>
                </a:path>
              </a:pathLst>
            </a:custGeom>
            <a:solidFill>
              <a:srgbClr val="4D9DFF"/>
            </a:solidFill>
            <a:ln>
              <a:noFill/>
            </a:ln>
          </p:spPr>
          <p:txBody>
            <a:bodyPr anchor="ctr"/>
            <a:lstStyle/>
            <a:p>
              <a:endParaRPr lang="zh-CN" altLang="en-US"/>
            </a:p>
          </p:txBody>
        </p:sp>
        <p:sp>
          <p:nvSpPr>
            <p:cNvPr id="1049331" name="iśḷiďè"/>
            <p:cNvSpPr/>
            <p:nvPr>
              <p:custDataLst>
                <p:tags r:id="rId21"/>
              </p:custDataLst>
            </p:nvPr>
          </p:nvSpPr>
          <p:spPr bwMode="auto">
            <a:xfrm>
              <a:off x="7756444" y="4020934"/>
              <a:ext cx="77538" cy="43497"/>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8" y="0"/>
                    <a:pt x="6" y="0"/>
                    <a:pt x="3" y="2"/>
                  </a:cubicBezTo>
                  <a:cubicBezTo>
                    <a:pt x="0" y="4"/>
                    <a:pt x="0" y="5"/>
                    <a:pt x="2" y="6"/>
                  </a:cubicBezTo>
                  <a:cubicBezTo>
                    <a:pt x="4" y="7"/>
                    <a:pt x="6" y="7"/>
                    <a:pt x="9" y="5"/>
                  </a:cubicBezTo>
                  <a:cubicBezTo>
                    <a:pt x="12" y="3"/>
                    <a:pt x="12" y="2"/>
                    <a:pt x="10" y="1"/>
                  </a:cubicBezTo>
                  <a:close/>
                  <a:moveTo>
                    <a:pt x="8" y="5"/>
                  </a:moveTo>
                  <a:cubicBezTo>
                    <a:pt x="5" y="6"/>
                    <a:pt x="4" y="6"/>
                    <a:pt x="3" y="5"/>
                  </a:cubicBezTo>
                  <a:cubicBezTo>
                    <a:pt x="1" y="5"/>
                    <a:pt x="1" y="4"/>
                    <a:pt x="4" y="2"/>
                  </a:cubicBezTo>
                  <a:cubicBezTo>
                    <a:pt x="6" y="1"/>
                    <a:pt x="8" y="1"/>
                    <a:pt x="9" y="2"/>
                  </a:cubicBezTo>
                  <a:cubicBezTo>
                    <a:pt x="10" y="2"/>
                    <a:pt x="10" y="3"/>
                    <a:pt x="8" y="5"/>
                  </a:cubicBezTo>
                  <a:close/>
                </a:path>
              </a:pathLst>
            </a:custGeom>
            <a:solidFill>
              <a:srgbClr val="4D9DFF"/>
            </a:solidFill>
            <a:ln>
              <a:noFill/>
            </a:ln>
          </p:spPr>
          <p:txBody>
            <a:bodyPr anchor="ctr"/>
            <a:lstStyle/>
            <a:p>
              <a:endParaRPr lang="zh-CN" altLang="en-US"/>
            </a:p>
          </p:txBody>
        </p:sp>
        <p:sp>
          <p:nvSpPr>
            <p:cNvPr id="1049332" name="işlïdê"/>
            <p:cNvSpPr/>
            <p:nvPr>
              <p:custDataLst>
                <p:tags r:id="rId22"/>
              </p:custDataLst>
            </p:nvPr>
          </p:nvSpPr>
          <p:spPr bwMode="auto">
            <a:xfrm>
              <a:off x="7694035" y="3983111"/>
              <a:ext cx="75647" cy="43497"/>
            </a:xfrm>
            <a:custGeom>
              <a:avLst/>
              <a:gdLst>
                <a:gd name="T0" fmla="*/ 2147483646 w 12"/>
                <a:gd name="T1" fmla="*/ 2147483646 h 7"/>
                <a:gd name="T2" fmla="*/ 2147483646 w 12"/>
                <a:gd name="T3" fmla="*/ 2147483646 h 7"/>
                <a:gd name="T4" fmla="*/ 2147483646 w 12"/>
                <a:gd name="T5" fmla="*/ 2147483646 h 7"/>
                <a:gd name="T6" fmla="*/ 2147483646 w 12"/>
                <a:gd name="T7" fmla="*/ 0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2147483646 w 12"/>
                <a:gd name="T21" fmla="*/ 2147483646 h 7"/>
                <a:gd name="T22" fmla="*/ 2147483646 w 12"/>
                <a:gd name="T23" fmla="*/ 2147483646 h 7"/>
                <a:gd name="T24" fmla="*/ 2147483646 w 12"/>
                <a:gd name="T25" fmla="*/ 2147483646 h 7"/>
                <a:gd name="T26" fmla="*/ 2147483646 w 12"/>
                <a:gd name="T27" fmla="*/ 2147483646 h 7"/>
                <a:gd name="T28" fmla="*/ 0 w 12"/>
                <a:gd name="T29" fmla="*/ 2147483646 h 7"/>
                <a:gd name="T30" fmla="*/ 2147483646 w 12"/>
                <a:gd name="T31" fmla="*/ 2147483646 h 7"/>
                <a:gd name="T32" fmla="*/ 2147483646 w 12"/>
                <a:gd name="T33" fmla="*/ 2147483646 h 7"/>
                <a:gd name="T34" fmla="*/ 2147483646 w 12"/>
                <a:gd name="T35" fmla="*/ 2147483646 h 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 h="7">
                  <a:moveTo>
                    <a:pt x="8" y="5"/>
                  </a:moveTo>
                  <a:cubicBezTo>
                    <a:pt x="8" y="5"/>
                    <a:pt x="10" y="5"/>
                    <a:pt x="11" y="4"/>
                  </a:cubicBezTo>
                  <a:cubicBezTo>
                    <a:pt x="12" y="3"/>
                    <a:pt x="12" y="3"/>
                    <a:pt x="10" y="2"/>
                  </a:cubicBezTo>
                  <a:cubicBezTo>
                    <a:pt x="9" y="1"/>
                    <a:pt x="8" y="0"/>
                    <a:pt x="8" y="0"/>
                  </a:cubicBezTo>
                  <a:cubicBezTo>
                    <a:pt x="7" y="1"/>
                    <a:pt x="7" y="1"/>
                    <a:pt x="7" y="1"/>
                  </a:cubicBezTo>
                  <a:cubicBezTo>
                    <a:pt x="7" y="1"/>
                    <a:pt x="8" y="1"/>
                    <a:pt x="9" y="2"/>
                  </a:cubicBezTo>
                  <a:cubicBezTo>
                    <a:pt x="11" y="3"/>
                    <a:pt x="11" y="3"/>
                    <a:pt x="10" y="4"/>
                  </a:cubicBezTo>
                  <a:cubicBezTo>
                    <a:pt x="9" y="4"/>
                    <a:pt x="7" y="4"/>
                    <a:pt x="7" y="4"/>
                  </a:cubicBezTo>
                  <a:cubicBezTo>
                    <a:pt x="5" y="3"/>
                    <a:pt x="5" y="3"/>
                    <a:pt x="5" y="3"/>
                  </a:cubicBezTo>
                  <a:cubicBezTo>
                    <a:pt x="4" y="3"/>
                    <a:pt x="4" y="3"/>
                    <a:pt x="4" y="3"/>
                  </a:cubicBezTo>
                  <a:cubicBezTo>
                    <a:pt x="6" y="4"/>
                    <a:pt x="6" y="4"/>
                    <a:pt x="6" y="4"/>
                  </a:cubicBezTo>
                  <a:cubicBezTo>
                    <a:pt x="7" y="5"/>
                    <a:pt x="7" y="5"/>
                    <a:pt x="6" y="6"/>
                  </a:cubicBezTo>
                  <a:cubicBezTo>
                    <a:pt x="5" y="7"/>
                    <a:pt x="4" y="7"/>
                    <a:pt x="3" y="6"/>
                  </a:cubicBezTo>
                  <a:cubicBezTo>
                    <a:pt x="2" y="5"/>
                    <a:pt x="1" y="4"/>
                    <a:pt x="1" y="4"/>
                  </a:cubicBezTo>
                  <a:cubicBezTo>
                    <a:pt x="0" y="5"/>
                    <a:pt x="0" y="5"/>
                    <a:pt x="0" y="5"/>
                  </a:cubicBezTo>
                  <a:cubicBezTo>
                    <a:pt x="0" y="5"/>
                    <a:pt x="1" y="6"/>
                    <a:pt x="2" y="6"/>
                  </a:cubicBezTo>
                  <a:cubicBezTo>
                    <a:pt x="4" y="7"/>
                    <a:pt x="6" y="7"/>
                    <a:pt x="7" y="7"/>
                  </a:cubicBezTo>
                  <a:cubicBezTo>
                    <a:pt x="9" y="6"/>
                    <a:pt x="8" y="5"/>
                    <a:pt x="8" y="5"/>
                  </a:cubicBezTo>
                  <a:close/>
                </a:path>
              </a:pathLst>
            </a:custGeom>
            <a:solidFill>
              <a:srgbClr val="4D9DFF"/>
            </a:solidFill>
            <a:ln>
              <a:noFill/>
            </a:ln>
          </p:spPr>
          <p:txBody>
            <a:bodyPr anchor="ctr"/>
            <a:lstStyle/>
            <a:p>
              <a:endParaRPr lang="zh-CN" altLang="en-US"/>
            </a:p>
          </p:txBody>
        </p:sp>
        <p:sp>
          <p:nvSpPr>
            <p:cNvPr id="1049333" name="ïṣḻîdê"/>
            <p:cNvSpPr/>
            <p:nvPr>
              <p:custDataLst>
                <p:tags r:id="rId23"/>
              </p:custDataLst>
            </p:nvPr>
          </p:nvSpPr>
          <p:spPr bwMode="auto">
            <a:xfrm>
              <a:off x="7737532" y="4032281"/>
              <a:ext cx="13239" cy="7565"/>
            </a:xfrm>
            <a:custGeom>
              <a:avLst/>
              <a:gdLst>
                <a:gd name="T0" fmla="*/ 0 w 7"/>
                <a:gd name="T1" fmla="*/ 2147483646 h 4"/>
                <a:gd name="T2" fmla="*/ 2147483646 w 7"/>
                <a:gd name="T3" fmla="*/ 2147483646 h 4"/>
                <a:gd name="T4" fmla="*/ 2147483646 w 7"/>
                <a:gd name="T5" fmla="*/ 2147483646 h 4"/>
                <a:gd name="T6" fmla="*/ 2147483646 w 7"/>
                <a:gd name="T7" fmla="*/ 0 h 4"/>
                <a:gd name="T8" fmla="*/ 0 w 7"/>
                <a:gd name="T9" fmla="*/ 2147483646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4">
                  <a:moveTo>
                    <a:pt x="0" y="4"/>
                  </a:moveTo>
                  <a:lnTo>
                    <a:pt x="4" y="4"/>
                  </a:lnTo>
                  <a:lnTo>
                    <a:pt x="7" y="4"/>
                  </a:lnTo>
                  <a:lnTo>
                    <a:pt x="4" y="0"/>
                  </a:lnTo>
                  <a:lnTo>
                    <a:pt x="0" y="4"/>
                  </a:lnTo>
                  <a:close/>
                </a:path>
              </a:pathLst>
            </a:custGeom>
            <a:solidFill>
              <a:srgbClr val="4D9DFF"/>
            </a:solidFill>
            <a:ln>
              <a:noFill/>
            </a:ln>
          </p:spPr>
          <p:txBody>
            <a:bodyPr anchor="ctr"/>
            <a:lstStyle/>
            <a:p>
              <a:endParaRPr lang="zh-CN" altLang="en-US"/>
            </a:p>
          </p:txBody>
        </p:sp>
        <p:sp>
          <p:nvSpPr>
            <p:cNvPr id="1049334" name="ïṥ1íḓe"/>
            <p:cNvSpPr/>
            <p:nvPr>
              <p:custDataLst>
                <p:tags r:id="rId24"/>
              </p:custDataLst>
            </p:nvPr>
          </p:nvSpPr>
          <p:spPr bwMode="auto">
            <a:xfrm>
              <a:off x="7378211" y="3950961"/>
              <a:ext cx="68082" cy="43497"/>
            </a:xfrm>
            <a:custGeom>
              <a:avLst/>
              <a:gdLst>
                <a:gd name="T0" fmla="*/ 2147483646 w 11"/>
                <a:gd name="T1" fmla="*/ 2147483646 h 7"/>
                <a:gd name="T2" fmla="*/ 2147483646 w 11"/>
                <a:gd name="T3" fmla="*/ 2147483646 h 7"/>
                <a:gd name="T4" fmla="*/ 2147483646 w 11"/>
                <a:gd name="T5" fmla="*/ 2147483646 h 7"/>
                <a:gd name="T6" fmla="*/ 2147483646 w 11"/>
                <a:gd name="T7" fmla="*/ 2147483646 h 7"/>
                <a:gd name="T8" fmla="*/ 2147483646 w 11"/>
                <a:gd name="T9" fmla="*/ 2147483646 h 7"/>
                <a:gd name="T10" fmla="*/ 2147483646 w 11"/>
                <a:gd name="T11" fmla="*/ 2147483646 h 7"/>
                <a:gd name="T12" fmla="*/ 2147483646 w 11"/>
                <a:gd name="T13" fmla="*/ 2147483646 h 7"/>
                <a:gd name="T14" fmla="*/ 2147483646 w 11"/>
                <a:gd name="T15" fmla="*/ 2147483646 h 7"/>
                <a:gd name="T16" fmla="*/ 2147483646 w 11"/>
                <a:gd name="T17" fmla="*/ 2147483646 h 7"/>
                <a:gd name="T18" fmla="*/ 2147483646 w 11"/>
                <a:gd name="T19" fmla="*/ 2147483646 h 7"/>
                <a:gd name="T20" fmla="*/ 2147483646 w 11"/>
                <a:gd name="T21" fmla="*/ 0 h 7"/>
                <a:gd name="T22" fmla="*/ 2147483646 w 11"/>
                <a:gd name="T23" fmla="*/ 2147483646 h 7"/>
                <a:gd name="T24" fmla="*/ 2147483646 w 11"/>
                <a:gd name="T25" fmla="*/ 2147483646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7">
                  <a:moveTo>
                    <a:pt x="2" y="5"/>
                  </a:moveTo>
                  <a:cubicBezTo>
                    <a:pt x="3" y="6"/>
                    <a:pt x="4" y="6"/>
                    <a:pt x="4" y="6"/>
                  </a:cubicBezTo>
                  <a:cubicBezTo>
                    <a:pt x="4" y="6"/>
                    <a:pt x="4" y="6"/>
                    <a:pt x="4" y="6"/>
                  </a:cubicBezTo>
                  <a:cubicBezTo>
                    <a:pt x="5" y="7"/>
                    <a:pt x="5" y="7"/>
                    <a:pt x="5" y="7"/>
                  </a:cubicBezTo>
                  <a:cubicBezTo>
                    <a:pt x="11" y="3"/>
                    <a:pt x="11" y="3"/>
                    <a:pt x="11" y="3"/>
                  </a:cubicBezTo>
                  <a:cubicBezTo>
                    <a:pt x="10" y="3"/>
                    <a:pt x="10" y="3"/>
                    <a:pt x="10" y="3"/>
                  </a:cubicBezTo>
                  <a:cubicBezTo>
                    <a:pt x="5" y="5"/>
                    <a:pt x="5" y="5"/>
                    <a:pt x="5" y="5"/>
                  </a:cubicBezTo>
                  <a:cubicBezTo>
                    <a:pt x="5" y="5"/>
                    <a:pt x="4" y="5"/>
                    <a:pt x="3" y="5"/>
                  </a:cubicBezTo>
                  <a:cubicBezTo>
                    <a:pt x="2" y="4"/>
                    <a:pt x="2" y="4"/>
                    <a:pt x="4" y="3"/>
                  </a:cubicBezTo>
                  <a:cubicBezTo>
                    <a:pt x="7" y="1"/>
                    <a:pt x="7" y="1"/>
                    <a:pt x="7" y="1"/>
                  </a:cubicBezTo>
                  <a:cubicBezTo>
                    <a:pt x="6" y="0"/>
                    <a:pt x="6" y="0"/>
                    <a:pt x="6" y="0"/>
                  </a:cubicBezTo>
                  <a:cubicBezTo>
                    <a:pt x="3" y="2"/>
                    <a:pt x="3" y="2"/>
                    <a:pt x="3" y="2"/>
                  </a:cubicBezTo>
                  <a:cubicBezTo>
                    <a:pt x="0" y="4"/>
                    <a:pt x="0" y="4"/>
                    <a:pt x="2" y="5"/>
                  </a:cubicBezTo>
                  <a:close/>
                </a:path>
              </a:pathLst>
            </a:custGeom>
            <a:solidFill>
              <a:srgbClr val="4D9DFF"/>
            </a:solidFill>
            <a:ln>
              <a:noFill/>
            </a:ln>
          </p:spPr>
          <p:txBody>
            <a:bodyPr anchor="ctr"/>
            <a:lstStyle/>
            <a:p>
              <a:endParaRPr lang="zh-CN" altLang="en-US"/>
            </a:p>
          </p:txBody>
        </p:sp>
        <p:sp>
          <p:nvSpPr>
            <p:cNvPr id="1049335" name="îSľiḓè"/>
            <p:cNvSpPr/>
            <p:nvPr>
              <p:custDataLst>
                <p:tags r:id="rId25"/>
              </p:custDataLst>
            </p:nvPr>
          </p:nvSpPr>
          <p:spPr bwMode="auto">
            <a:xfrm>
              <a:off x="7453857" y="4002023"/>
              <a:ext cx="81321" cy="37823"/>
            </a:xfrm>
            <a:custGeom>
              <a:avLst/>
              <a:gdLst>
                <a:gd name="T0" fmla="*/ 2147483646 w 13"/>
                <a:gd name="T1" fmla="*/ 2147483646 h 6"/>
                <a:gd name="T2" fmla="*/ 2147483646 w 13"/>
                <a:gd name="T3" fmla="*/ 2147483646 h 6"/>
                <a:gd name="T4" fmla="*/ 2147483646 w 13"/>
                <a:gd name="T5" fmla="*/ 2147483646 h 6"/>
                <a:gd name="T6" fmla="*/ 2147483646 w 13"/>
                <a:gd name="T7" fmla="*/ 2147483646 h 6"/>
                <a:gd name="T8" fmla="*/ 2147483646 w 13"/>
                <a:gd name="T9" fmla="*/ 2147483646 h 6"/>
                <a:gd name="T10" fmla="*/ 2147483646 w 13"/>
                <a:gd name="T11" fmla="*/ 0 h 6"/>
                <a:gd name="T12" fmla="*/ 2147483646 w 13"/>
                <a:gd name="T13" fmla="*/ 2147483646 h 6"/>
                <a:gd name="T14" fmla="*/ 2147483646 w 13"/>
                <a:gd name="T15" fmla="*/ 2147483646 h 6"/>
                <a:gd name="T16" fmla="*/ 2147483646 w 13"/>
                <a:gd name="T17" fmla="*/ 2147483646 h 6"/>
                <a:gd name="T18" fmla="*/ 2147483646 w 13"/>
                <a:gd name="T19" fmla="*/ 2147483646 h 6"/>
                <a:gd name="T20" fmla="*/ 2147483646 w 13"/>
                <a:gd name="T21" fmla="*/ 2147483646 h 6"/>
                <a:gd name="T22" fmla="*/ 2147483646 w 13"/>
                <a:gd name="T23" fmla="*/ 2147483646 h 6"/>
                <a:gd name="T24" fmla="*/ 2147483646 w 13"/>
                <a:gd name="T25" fmla="*/ 2147483646 h 6"/>
                <a:gd name="T26" fmla="*/ 2147483646 w 13"/>
                <a:gd name="T27" fmla="*/ 2147483646 h 6"/>
                <a:gd name="T28" fmla="*/ 2147483646 w 13"/>
                <a:gd name="T29" fmla="*/ 2147483646 h 6"/>
                <a:gd name="T30" fmla="*/ 2147483646 w 13"/>
                <a:gd name="T31" fmla="*/ 2147483646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 h="6">
                  <a:moveTo>
                    <a:pt x="2" y="4"/>
                  </a:moveTo>
                  <a:cubicBezTo>
                    <a:pt x="3" y="5"/>
                    <a:pt x="4" y="5"/>
                    <a:pt x="4" y="5"/>
                  </a:cubicBezTo>
                  <a:cubicBezTo>
                    <a:pt x="4" y="5"/>
                    <a:pt x="4" y="5"/>
                    <a:pt x="4" y="5"/>
                  </a:cubicBezTo>
                  <a:cubicBezTo>
                    <a:pt x="5" y="6"/>
                    <a:pt x="5" y="6"/>
                    <a:pt x="5" y="6"/>
                  </a:cubicBezTo>
                  <a:cubicBezTo>
                    <a:pt x="13" y="1"/>
                    <a:pt x="13" y="1"/>
                    <a:pt x="13" y="1"/>
                  </a:cubicBezTo>
                  <a:cubicBezTo>
                    <a:pt x="12" y="0"/>
                    <a:pt x="12" y="0"/>
                    <a:pt x="12" y="0"/>
                  </a:cubicBezTo>
                  <a:cubicBezTo>
                    <a:pt x="10" y="2"/>
                    <a:pt x="10" y="2"/>
                    <a:pt x="10" y="2"/>
                  </a:cubicBezTo>
                  <a:cubicBezTo>
                    <a:pt x="10" y="1"/>
                    <a:pt x="9" y="1"/>
                    <a:pt x="8" y="1"/>
                  </a:cubicBezTo>
                  <a:cubicBezTo>
                    <a:pt x="7" y="0"/>
                    <a:pt x="5" y="0"/>
                    <a:pt x="3" y="1"/>
                  </a:cubicBezTo>
                  <a:cubicBezTo>
                    <a:pt x="0" y="3"/>
                    <a:pt x="1" y="3"/>
                    <a:pt x="2" y="4"/>
                  </a:cubicBezTo>
                  <a:close/>
                  <a:moveTo>
                    <a:pt x="8" y="1"/>
                  </a:moveTo>
                  <a:cubicBezTo>
                    <a:pt x="8" y="1"/>
                    <a:pt x="9" y="2"/>
                    <a:pt x="9" y="2"/>
                  </a:cubicBezTo>
                  <a:cubicBezTo>
                    <a:pt x="5" y="4"/>
                    <a:pt x="5" y="4"/>
                    <a:pt x="5" y="4"/>
                  </a:cubicBezTo>
                  <a:cubicBezTo>
                    <a:pt x="5" y="4"/>
                    <a:pt x="4" y="4"/>
                    <a:pt x="3" y="4"/>
                  </a:cubicBezTo>
                  <a:cubicBezTo>
                    <a:pt x="2" y="3"/>
                    <a:pt x="2" y="3"/>
                    <a:pt x="4" y="2"/>
                  </a:cubicBezTo>
                  <a:cubicBezTo>
                    <a:pt x="5" y="1"/>
                    <a:pt x="6" y="0"/>
                    <a:pt x="8" y="1"/>
                  </a:cubicBezTo>
                  <a:close/>
                </a:path>
              </a:pathLst>
            </a:custGeom>
            <a:solidFill>
              <a:srgbClr val="4D9DFF"/>
            </a:solidFill>
            <a:ln>
              <a:noFill/>
            </a:ln>
          </p:spPr>
          <p:txBody>
            <a:bodyPr anchor="ctr"/>
            <a:lstStyle/>
            <a:p>
              <a:endParaRPr lang="zh-CN" altLang="en-US"/>
            </a:p>
          </p:txBody>
        </p:sp>
        <p:sp>
          <p:nvSpPr>
            <p:cNvPr id="1049336" name="ïṣ1îdé"/>
            <p:cNvSpPr/>
            <p:nvPr>
              <p:custDataLst>
                <p:tags r:id="rId26"/>
              </p:custDataLst>
            </p:nvPr>
          </p:nvSpPr>
          <p:spPr bwMode="auto">
            <a:xfrm>
              <a:off x="7416034" y="3975547"/>
              <a:ext cx="62409" cy="37823"/>
            </a:xfrm>
            <a:custGeom>
              <a:avLst/>
              <a:gdLst>
                <a:gd name="T0" fmla="*/ 2147483646 w 10"/>
                <a:gd name="T1" fmla="*/ 2147483646 h 6"/>
                <a:gd name="T2" fmla="*/ 2147483646 w 10"/>
                <a:gd name="T3" fmla="*/ 2147483646 h 6"/>
                <a:gd name="T4" fmla="*/ 2147483646 w 10"/>
                <a:gd name="T5" fmla="*/ 2147483646 h 6"/>
                <a:gd name="T6" fmla="*/ 2147483646 w 10"/>
                <a:gd name="T7" fmla="*/ 2147483646 h 6"/>
                <a:gd name="T8" fmla="*/ 0 w 10"/>
                <a:gd name="T9" fmla="*/ 2147483646 h 6"/>
                <a:gd name="T10" fmla="*/ 2147483646 w 10"/>
                <a:gd name="T11" fmla="*/ 2147483646 h 6"/>
                <a:gd name="T12" fmla="*/ 2147483646 w 10"/>
                <a:gd name="T13" fmla="*/ 2147483646 h 6"/>
                <a:gd name="T14" fmla="*/ 2147483646 w 10"/>
                <a:gd name="T15" fmla="*/ 2147483646 h 6"/>
                <a:gd name="T16" fmla="*/ 2147483646 w 10"/>
                <a:gd name="T17" fmla="*/ 2147483646 h 6"/>
                <a:gd name="T18" fmla="*/ 2147483646 w 10"/>
                <a:gd name="T19" fmla="*/ 2147483646 h 6"/>
                <a:gd name="T20" fmla="*/ 2147483646 w 10"/>
                <a:gd name="T21" fmla="*/ 2147483646 h 6"/>
                <a:gd name="T22" fmla="*/ 2147483646 w 10"/>
                <a:gd name="T23" fmla="*/ 2147483646 h 6"/>
                <a:gd name="T24" fmla="*/ 2147483646 w 10"/>
                <a:gd name="T25" fmla="*/ 2147483646 h 6"/>
                <a:gd name="T26" fmla="*/ 2147483646 w 10"/>
                <a:gd name="T27" fmla="*/ 2147483646 h 6"/>
                <a:gd name="T28" fmla="*/ 2147483646 w 10"/>
                <a:gd name="T29" fmla="*/ 214748364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 h="6">
                  <a:moveTo>
                    <a:pt x="5" y="3"/>
                  </a:moveTo>
                  <a:cubicBezTo>
                    <a:pt x="6" y="4"/>
                    <a:pt x="6" y="4"/>
                    <a:pt x="5" y="5"/>
                  </a:cubicBezTo>
                  <a:cubicBezTo>
                    <a:pt x="5" y="5"/>
                    <a:pt x="4" y="5"/>
                    <a:pt x="3" y="4"/>
                  </a:cubicBezTo>
                  <a:cubicBezTo>
                    <a:pt x="2" y="4"/>
                    <a:pt x="1" y="3"/>
                    <a:pt x="1" y="3"/>
                  </a:cubicBezTo>
                  <a:cubicBezTo>
                    <a:pt x="0" y="3"/>
                    <a:pt x="0" y="3"/>
                    <a:pt x="0" y="3"/>
                  </a:cubicBezTo>
                  <a:cubicBezTo>
                    <a:pt x="0" y="3"/>
                    <a:pt x="1" y="4"/>
                    <a:pt x="2" y="5"/>
                  </a:cubicBezTo>
                  <a:cubicBezTo>
                    <a:pt x="4" y="6"/>
                    <a:pt x="5" y="6"/>
                    <a:pt x="6" y="5"/>
                  </a:cubicBezTo>
                  <a:cubicBezTo>
                    <a:pt x="7" y="4"/>
                    <a:pt x="7" y="4"/>
                    <a:pt x="6" y="3"/>
                  </a:cubicBezTo>
                  <a:cubicBezTo>
                    <a:pt x="5" y="2"/>
                    <a:pt x="5" y="2"/>
                    <a:pt x="5" y="1"/>
                  </a:cubicBezTo>
                  <a:cubicBezTo>
                    <a:pt x="6" y="1"/>
                    <a:pt x="7" y="1"/>
                    <a:pt x="8" y="2"/>
                  </a:cubicBezTo>
                  <a:cubicBezTo>
                    <a:pt x="8" y="2"/>
                    <a:pt x="9" y="3"/>
                    <a:pt x="9" y="3"/>
                  </a:cubicBezTo>
                  <a:cubicBezTo>
                    <a:pt x="10" y="3"/>
                    <a:pt x="10" y="3"/>
                    <a:pt x="10" y="3"/>
                  </a:cubicBezTo>
                  <a:cubicBezTo>
                    <a:pt x="10" y="3"/>
                    <a:pt x="9" y="2"/>
                    <a:pt x="8" y="1"/>
                  </a:cubicBezTo>
                  <a:cubicBezTo>
                    <a:pt x="7" y="1"/>
                    <a:pt x="6" y="0"/>
                    <a:pt x="4" y="1"/>
                  </a:cubicBezTo>
                  <a:cubicBezTo>
                    <a:pt x="3" y="2"/>
                    <a:pt x="4" y="2"/>
                    <a:pt x="5" y="3"/>
                  </a:cubicBezTo>
                  <a:close/>
                </a:path>
              </a:pathLst>
            </a:custGeom>
            <a:solidFill>
              <a:srgbClr val="4D9DFF"/>
            </a:solidFill>
            <a:ln>
              <a:noFill/>
            </a:ln>
          </p:spPr>
          <p:txBody>
            <a:bodyPr anchor="ctr"/>
            <a:lstStyle/>
            <a:p>
              <a:endParaRPr lang="zh-CN" altLang="en-US"/>
            </a:p>
          </p:txBody>
        </p:sp>
        <p:sp>
          <p:nvSpPr>
            <p:cNvPr id="1049337" name="ïŝḷíde"/>
            <p:cNvSpPr/>
            <p:nvPr>
              <p:custDataLst>
                <p:tags r:id="rId27"/>
              </p:custDataLst>
            </p:nvPr>
          </p:nvSpPr>
          <p:spPr bwMode="auto">
            <a:xfrm>
              <a:off x="7629735" y="4089016"/>
              <a:ext cx="77538" cy="51062"/>
            </a:xfrm>
            <a:custGeom>
              <a:avLst/>
              <a:gdLst>
                <a:gd name="T0" fmla="*/ 2147483646 w 12"/>
                <a:gd name="T1" fmla="*/ 2147483646 h 8"/>
                <a:gd name="T2" fmla="*/ 2147483646 w 12"/>
                <a:gd name="T3" fmla="*/ 2147483646 h 8"/>
                <a:gd name="T4" fmla="*/ 2147483646 w 12"/>
                <a:gd name="T5" fmla="*/ 2147483646 h 8"/>
                <a:gd name="T6" fmla="*/ 2147483646 w 12"/>
                <a:gd name="T7" fmla="*/ 2147483646 h 8"/>
                <a:gd name="T8" fmla="*/ 2147483646 w 12"/>
                <a:gd name="T9" fmla="*/ 2147483646 h 8"/>
                <a:gd name="T10" fmla="*/ 2147483646 w 12"/>
                <a:gd name="T11" fmla="*/ 2147483646 h 8"/>
                <a:gd name="T12" fmla="*/ 2147483646 w 12"/>
                <a:gd name="T13" fmla="*/ 2147483646 h 8"/>
                <a:gd name="T14" fmla="*/ 2147483646 w 12"/>
                <a:gd name="T15" fmla="*/ 2147483646 h 8"/>
                <a:gd name="T16" fmla="*/ 2147483646 w 12"/>
                <a:gd name="T17" fmla="*/ 2147483646 h 8"/>
                <a:gd name="T18" fmla="*/ 2147483646 w 12"/>
                <a:gd name="T19" fmla="*/ 2147483646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8">
                  <a:moveTo>
                    <a:pt x="10" y="2"/>
                  </a:moveTo>
                  <a:cubicBezTo>
                    <a:pt x="8" y="1"/>
                    <a:pt x="6" y="0"/>
                    <a:pt x="3" y="2"/>
                  </a:cubicBezTo>
                  <a:cubicBezTo>
                    <a:pt x="0" y="4"/>
                    <a:pt x="0" y="5"/>
                    <a:pt x="2" y="6"/>
                  </a:cubicBezTo>
                  <a:cubicBezTo>
                    <a:pt x="4" y="7"/>
                    <a:pt x="6" y="8"/>
                    <a:pt x="9" y="6"/>
                  </a:cubicBezTo>
                  <a:cubicBezTo>
                    <a:pt x="12" y="4"/>
                    <a:pt x="12" y="3"/>
                    <a:pt x="10" y="2"/>
                  </a:cubicBezTo>
                  <a:close/>
                  <a:moveTo>
                    <a:pt x="8" y="5"/>
                  </a:moveTo>
                  <a:cubicBezTo>
                    <a:pt x="5" y="7"/>
                    <a:pt x="4" y="7"/>
                    <a:pt x="3" y="6"/>
                  </a:cubicBezTo>
                  <a:cubicBezTo>
                    <a:pt x="2" y="5"/>
                    <a:pt x="1" y="4"/>
                    <a:pt x="4" y="3"/>
                  </a:cubicBezTo>
                  <a:cubicBezTo>
                    <a:pt x="7" y="1"/>
                    <a:pt x="8" y="1"/>
                    <a:pt x="9" y="2"/>
                  </a:cubicBezTo>
                  <a:cubicBezTo>
                    <a:pt x="11" y="3"/>
                    <a:pt x="11" y="4"/>
                    <a:pt x="8" y="5"/>
                  </a:cubicBezTo>
                  <a:close/>
                </a:path>
              </a:pathLst>
            </a:custGeom>
            <a:solidFill>
              <a:srgbClr val="4D9DFF"/>
            </a:solidFill>
            <a:ln>
              <a:noFill/>
            </a:ln>
          </p:spPr>
          <p:txBody>
            <a:bodyPr anchor="ctr"/>
            <a:lstStyle/>
            <a:p>
              <a:endParaRPr lang="zh-CN" altLang="en-US"/>
            </a:p>
          </p:txBody>
        </p:sp>
        <p:sp>
          <p:nvSpPr>
            <p:cNvPr id="1049338" name="ïśļïḓê"/>
            <p:cNvSpPr/>
            <p:nvPr>
              <p:custDataLst>
                <p:tags r:id="rId28"/>
              </p:custDataLst>
            </p:nvPr>
          </p:nvSpPr>
          <p:spPr bwMode="auto">
            <a:xfrm>
              <a:off x="7610823" y="4102254"/>
              <a:ext cx="13239" cy="13239"/>
            </a:xfrm>
            <a:custGeom>
              <a:avLst/>
              <a:gdLst>
                <a:gd name="T0" fmla="*/ 0 w 7"/>
                <a:gd name="T1" fmla="*/ 2147483646 h 7"/>
                <a:gd name="T2" fmla="*/ 2147483646 w 7"/>
                <a:gd name="T3" fmla="*/ 2147483646 h 7"/>
                <a:gd name="T4" fmla="*/ 2147483646 w 7"/>
                <a:gd name="T5" fmla="*/ 2147483646 h 7"/>
                <a:gd name="T6" fmla="*/ 2147483646 w 7"/>
                <a:gd name="T7" fmla="*/ 0 h 7"/>
                <a:gd name="T8" fmla="*/ 0 w 7"/>
                <a:gd name="T9" fmla="*/ 2147483646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0" y="3"/>
                  </a:moveTo>
                  <a:lnTo>
                    <a:pt x="4" y="7"/>
                  </a:lnTo>
                  <a:lnTo>
                    <a:pt x="7" y="3"/>
                  </a:lnTo>
                  <a:lnTo>
                    <a:pt x="4" y="0"/>
                  </a:lnTo>
                  <a:lnTo>
                    <a:pt x="0" y="3"/>
                  </a:lnTo>
                  <a:close/>
                </a:path>
              </a:pathLst>
            </a:custGeom>
            <a:solidFill>
              <a:srgbClr val="4D9DFF"/>
            </a:solidFill>
            <a:ln>
              <a:noFill/>
            </a:ln>
          </p:spPr>
          <p:txBody>
            <a:bodyPr anchor="ctr"/>
            <a:lstStyle/>
            <a:p>
              <a:endParaRPr lang="zh-CN" altLang="en-US"/>
            </a:p>
          </p:txBody>
        </p:sp>
        <p:sp>
          <p:nvSpPr>
            <p:cNvPr id="1049339" name="ïsľîḓê"/>
            <p:cNvSpPr/>
            <p:nvPr>
              <p:custDataLst>
                <p:tags r:id="rId29"/>
              </p:custDataLst>
            </p:nvPr>
          </p:nvSpPr>
          <p:spPr bwMode="auto">
            <a:xfrm>
              <a:off x="7573000" y="4064431"/>
              <a:ext cx="64300" cy="37823"/>
            </a:xfrm>
            <a:custGeom>
              <a:avLst/>
              <a:gdLst>
                <a:gd name="T0" fmla="*/ 2147483646 w 34"/>
                <a:gd name="T1" fmla="*/ 2147483646 h 20"/>
                <a:gd name="T2" fmla="*/ 2147483646 w 34"/>
                <a:gd name="T3" fmla="*/ 2147483646 h 20"/>
                <a:gd name="T4" fmla="*/ 2147483646 w 34"/>
                <a:gd name="T5" fmla="*/ 0 h 20"/>
                <a:gd name="T6" fmla="*/ 2147483646 w 34"/>
                <a:gd name="T7" fmla="*/ 0 h 20"/>
                <a:gd name="T8" fmla="*/ 2147483646 w 34"/>
                <a:gd name="T9" fmla="*/ 2147483646 h 20"/>
                <a:gd name="T10" fmla="*/ 0 w 34"/>
                <a:gd name="T11" fmla="*/ 2147483646 h 20"/>
                <a:gd name="T12" fmla="*/ 2147483646 w 34"/>
                <a:gd name="T13" fmla="*/ 2147483646 h 20"/>
                <a:gd name="T14" fmla="*/ 2147483646 w 34"/>
                <a:gd name="T15" fmla="*/ 2147483646 h 20"/>
                <a:gd name="T16" fmla="*/ 2147483646 w 34"/>
                <a:gd name="T17" fmla="*/ 2147483646 h 20"/>
                <a:gd name="T18" fmla="*/ 2147483646 w 34"/>
                <a:gd name="T19" fmla="*/ 2147483646 h 20"/>
                <a:gd name="T20" fmla="*/ 2147483646 w 34"/>
                <a:gd name="T21" fmla="*/ 2147483646 h 20"/>
                <a:gd name="T22" fmla="*/ 2147483646 w 34"/>
                <a:gd name="T23" fmla="*/ 2147483646 h 20"/>
                <a:gd name="T24" fmla="*/ 2147483646 w 34"/>
                <a:gd name="T25" fmla="*/ 2147483646 h 20"/>
                <a:gd name="T26" fmla="*/ 2147483646 w 34"/>
                <a:gd name="T27" fmla="*/ 2147483646 h 20"/>
                <a:gd name="T28" fmla="*/ 2147483646 w 34"/>
                <a:gd name="T29" fmla="*/ 2147483646 h 20"/>
                <a:gd name="T30" fmla="*/ 2147483646 w 34"/>
                <a:gd name="T31" fmla="*/ 2147483646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4" h="20">
                  <a:moveTo>
                    <a:pt x="17" y="13"/>
                  </a:moveTo>
                  <a:lnTo>
                    <a:pt x="7" y="7"/>
                  </a:lnTo>
                  <a:lnTo>
                    <a:pt x="34" y="0"/>
                  </a:lnTo>
                  <a:lnTo>
                    <a:pt x="30" y="0"/>
                  </a:lnTo>
                  <a:lnTo>
                    <a:pt x="4" y="7"/>
                  </a:lnTo>
                  <a:lnTo>
                    <a:pt x="0" y="7"/>
                  </a:lnTo>
                  <a:lnTo>
                    <a:pt x="14" y="17"/>
                  </a:lnTo>
                  <a:lnTo>
                    <a:pt x="10" y="17"/>
                  </a:lnTo>
                  <a:lnTo>
                    <a:pt x="14" y="20"/>
                  </a:lnTo>
                  <a:lnTo>
                    <a:pt x="17" y="17"/>
                  </a:lnTo>
                  <a:lnTo>
                    <a:pt x="20" y="20"/>
                  </a:lnTo>
                  <a:lnTo>
                    <a:pt x="24" y="17"/>
                  </a:lnTo>
                  <a:lnTo>
                    <a:pt x="20" y="17"/>
                  </a:lnTo>
                  <a:lnTo>
                    <a:pt x="27" y="10"/>
                  </a:lnTo>
                  <a:lnTo>
                    <a:pt x="24" y="10"/>
                  </a:lnTo>
                  <a:lnTo>
                    <a:pt x="17" y="13"/>
                  </a:lnTo>
                  <a:close/>
                </a:path>
              </a:pathLst>
            </a:custGeom>
            <a:solidFill>
              <a:srgbClr val="4D9DFF"/>
            </a:solidFill>
            <a:ln>
              <a:noFill/>
            </a:ln>
          </p:spPr>
          <p:txBody>
            <a:bodyPr anchor="ctr"/>
            <a:lstStyle/>
            <a:p>
              <a:endParaRPr lang="zh-CN" altLang="en-US"/>
            </a:p>
          </p:txBody>
        </p:sp>
        <p:sp>
          <p:nvSpPr>
            <p:cNvPr id="1049340" name="ïṧľîḑê"/>
            <p:cNvSpPr/>
            <p:nvPr>
              <p:custDataLst>
                <p:tags r:id="rId30"/>
              </p:custDataLst>
            </p:nvPr>
          </p:nvSpPr>
          <p:spPr bwMode="auto">
            <a:xfrm>
              <a:off x="7251502" y="4026607"/>
              <a:ext cx="68082" cy="37823"/>
            </a:xfrm>
            <a:custGeom>
              <a:avLst/>
              <a:gdLst>
                <a:gd name="T0" fmla="*/ 2147483646 w 11"/>
                <a:gd name="T1" fmla="*/ 2147483646 h 6"/>
                <a:gd name="T2" fmla="*/ 2147483646 w 11"/>
                <a:gd name="T3" fmla="*/ 2147483646 h 6"/>
                <a:gd name="T4" fmla="*/ 2147483646 w 11"/>
                <a:gd name="T5" fmla="*/ 2147483646 h 6"/>
                <a:gd name="T6" fmla="*/ 2147483646 w 11"/>
                <a:gd name="T7" fmla="*/ 2147483646 h 6"/>
                <a:gd name="T8" fmla="*/ 2147483646 w 11"/>
                <a:gd name="T9" fmla="*/ 2147483646 h 6"/>
                <a:gd name="T10" fmla="*/ 2147483646 w 11"/>
                <a:gd name="T11" fmla="*/ 2147483646 h 6"/>
                <a:gd name="T12" fmla="*/ 2147483646 w 11"/>
                <a:gd name="T13" fmla="*/ 2147483646 h 6"/>
                <a:gd name="T14" fmla="*/ 2147483646 w 11"/>
                <a:gd name="T15" fmla="*/ 2147483646 h 6"/>
                <a:gd name="T16" fmla="*/ 2147483646 w 11"/>
                <a:gd name="T17" fmla="*/ 2147483646 h 6"/>
                <a:gd name="T18" fmla="*/ 2147483646 w 11"/>
                <a:gd name="T19" fmla="*/ 0 h 6"/>
                <a:gd name="T20" fmla="*/ 2147483646 w 11"/>
                <a:gd name="T21" fmla="*/ 0 h 6"/>
                <a:gd name="T22" fmla="*/ 2147483646 w 11"/>
                <a:gd name="T23" fmla="*/ 2147483646 h 6"/>
                <a:gd name="T24" fmla="*/ 2147483646 w 11"/>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6">
                  <a:moveTo>
                    <a:pt x="2" y="5"/>
                  </a:moveTo>
                  <a:cubicBezTo>
                    <a:pt x="3" y="5"/>
                    <a:pt x="4" y="5"/>
                    <a:pt x="4" y="5"/>
                  </a:cubicBezTo>
                  <a:cubicBezTo>
                    <a:pt x="4" y="6"/>
                    <a:pt x="4" y="6"/>
                    <a:pt x="4" y="6"/>
                  </a:cubicBezTo>
                  <a:cubicBezTo>
                    <a:pt x="5" y="6"/>
                    <a:pt x="5" y="6"/>
                    <a:pt x="5" y="6"/>
                  </a:cubicBezTo>
                  <a:cubicBezTo>
                    <a:pt x="11" y="3"/>
                    <a:pt x="11" y="3"/>
                    <a:pt x="11" y="3"/>
                  </a:cubicBezTo>
                  <a:cubicBezTo>
                    <a:pt x="10" y="2"/>
                    <a:pt x="10" y="2"/>
                    <a:pt x="10" y="2"/>
                  </a:cubicBezTo>
                  <a:cubicBezTo>
                    <a:pt x="5" y="5"/>
                    <a:pt x="5" y="5"/>
                    <a:pt x="5" y="5"/>
                  </a:cubicBezTo>
                  <a:cubicBezTo>
                    <a:pt x="5" y="5"/>
                    <a:pt x="4" y="5"/>
                    <a:pt x="3" y="4"/>
                  </a:cubicBezTo>
                  <a:cubicBezTo>
                    <a:pt x="2" y="4"/>
                    <a:pt x="2" y="3"/>
                    <a:pt x="4" y="2"/>
                  </a:cubicBezTo>
                  <a:cubicBezTo>
                    <a:pt x="7" y="0"/>
                    <a:pt x="7" y="0"/>
                    <a:pt x="7" y="0"/>
                  </a:cubicBezTo>
                  <a:cubicBezTo>
                    <a:pt x="6" y="0"/>
                    <a:pt x="6" y="0"/>
                    <a:pt x="6" y="0"/>
                  </a:cubicBezTo>
                  <a:cubicBezTo>
                    <a:pt x="3" y="2"/>
                    <a:pt x="3" y="2"/>
                    <a:pt x="3" y="2"/>
                  </a:cubicBezTo>
                  <a:cubicBezTo>
                    <a:pt x="1" y="3"/>
                    <a:pt x="0" y="4"/>
                    <a:pt x="2" y="5"/>
                  </a:cubicBezTo>
                  <a:close/>
                </a:path>
              </a:pathLst>
            </a:custGeom>
            <a:solidFill>
              <a:srgbClr val="4D9DFF"/>
            </a:solidFill>
            <a:ln>
              <a:noFill/>
            </a:ln>
          </p:spPr>
          <p:txBody>
            <a:bodyPr anchor="ctr"/>
            <a:lstStyle/>
            <a:p>
              <a:endParaRPr lang="zh-CN" altLang="en-US"/>
            </a:p>
          </p:txBody>
        </p:sp>
        <p:sp>
          <p:nvSpPr>
            <p:cNvPr id="1049341" name="ïSlïďè"/>
            <p:cNvSpPr/>
            <p:nvPr>
              <p:custDataLst>
                <p:tags r:id="rId31"/>
              </p:custDataLst>
            </p:nvPr>
          </p:nvSpPr>
          <p:spPr bwMode="auto">
            <a:xfrm>
              <a:off x="7327149" y="4070105"/>
              <a:ext cx="88885" cy="37823"/>
            </a:xfrm>
            <a:custGeom>
              <a:avLst/>
              <a:gdLst>
                <a:gd name="T0" fmla="*/ 2147483646 w 14"/>
                <a:gd name="T1" fmla="*/ 2147483646 h 6"/>
                <a:gd name="T2" fmla="*/ 2147483646 w 14"/>
                <a:gd name="T3" fmla="*/ 2147483646 h 6"/>
                <a:gd name="T4" fmla="*/ 2147483646 w 14"/>
                <a:gd name="T5" fmla="*/ 2147483646 h 6"/>
                <a:gd name="T6" fmla="*/ 2147483646 w 14"/>
                <a:gd name="T7" fmla="*/ 2147483646 h 6"/>
                <a:gd name="T8" fmla="*/ 2147483646 w 14"/>
                <a:gd name="T9" fmla="*/ 2147483646 h 6"/>
                <a:gd name="T10" fmla="*/ 2147483646 w 14"/>
                <a:gd name="T11" fmla="*/ 2147483646 h 6"/>
                <a:gd name="T12" fmla="*/ 2147483646 w 14"/>
                <a:gd name="T13" fmla="*/ 2147483646 h 6"/>
                <a:gd name="T14" fmla="*/ 2147483646 w 14"/>
                <a:gd name="T15" fmla="*/ 2147483646 h 6"/>
                <a:gd name="T16" fmla="*/ 2147483646 w 14"/>
                <a:gd name="T17" fmla="*/ 2147483646 h 6"/>
                <a:gd name="T18" fmla="*/ 2147483646 w 14"/>
                <a:gd name="T19" fmla="*/ 2147483646 h 6"/>
                <a:gd name="T20" fmla="*/ 2147483646 w 14"/>
                <a:gd name="T21" fmla="*/ 2147483646 h 6"/>
                <a:gd name="T22" fmla="*/ 2147483646 w 14"/>
                <a:gd name="T23" fmla="*/ 2147483646 h 6"/>
                <a:gd name="T24" fmla="*/ 2147483646 w 14"/>
                <a:gd name="T25" fmla="*/ 2147483646 h 6"/>
                <a:gd name="T26" fmla="*/ 2147483646 w 14"/>
                <a:gd name="T27" fmla="*/ 2147483646 h 6"/>
                <a:gd name="T28" fmla="*/ 2147483646 w 14"/>
                <a:gd name="T29" fmla="*/ 2147483646 h 6"/>
                <a:gd name="T30" fmla="*/ 2147483646 w 14"/>
                <a:gd name="T31" fmla="*/ 2147483646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 h="6">
                  <a:moveTo>
                    <a:pt x="2" y="5"/>
                  </a:moveTo>
                  <a:cubicBezTo>
                    <a:pt x="3" y="5"/>
                    <a:pt x="4" y="5"/>
                    <a:pt x="4" y="5"/>
                  </a:cubicBezTo>
                  <a:cubicBezTo>
                    <a:pt x="4" y="6"/>
                    <a:pt x="4" y="6"/>
                    <a:pt x="4" y="6"/>
                  </a:cubicBezTo>
                  <a:cubicBezTo>
                    <a:pt x="5" y="6"/>
                    <a:pt x="5" y="6"/>
                    <a:pt x="5" y="6"/>
                  </a:cubicBezTo>
                  <a:cubicBezTo>
                    <a:pt x="14" y="1"/>
                    <a:pt x="14" y="1"/>
                    <a:pt x="14" y="1"/>
                  </a:cubicBezTo>
                  <a:cubicBezTo>
                    <a:pt x="13" y="1"/>
                    <a:pt x="13" y="1"/>
                    <a:pt x="13" y="1"/>
                  </a:cubicBezTo>
                  <a:cubicBezTo>
                    <a:pt x="10" y="2"/>
                    <a:pt x="10" y="2"/>
                    <a:pt x="10" y="2"/>
                  </a:cubicBezTo>
                  <a:cubicBezTo>
                    <a:pt x="10" y="2"/>
                    <a:pt x="9" y="1"/>
                    <a:pt x="9" y="1"/>
                  </a:cubicBezTo>
                  <a:cubicBezTo>
                    <a:pt x="7" y="0"/>
                    <a:pt x="5" y="0"/>
                    <a:pt x="3" y="2"/>
                  </a:cubicBezTo>
                  <a:cubicBezTo>
                    <a:pt x="0" y="3"/>
                    <a:pt x="1" y="4"/>
                    <a:pt x="2" y="5"/>
                  </a:cubicBezTo>
                  <a:close/>
                  <a:moveTo>
                    <a:pt x="8" y="2"/>
                  </a:moveTo>
                  <a:cubicBezTo>
                    <a:pt x="8" y="2"/>
                    <a:pt x="9" y="2"/>
                    <a:pt x="9" y="3"/>
                  </a:cubicBezTo>
                  <a:cubicBezTo>
                    <a:pt x="5" y="5"/>
                    <a:pt x="5" y="5"/>
                    <a:pt x="5" y="5"/>
                  </a:cubicBezTo>
                  <a:cubicBezTo>
                    <a:pt x="5" y="5"/>
                    <a:pt x="4" y="5"/>
                    <a:pt x="3" y="4"/>
                  </a:cubicBezTo>
                  <a:cubicBezTo>
                    <a:pt x="2" y="4"/>
                    <a:pt x="2" y="3"/>
                    <a:pt x="4" y="2"/>
                  </a:cubicBezTo>
                  <a:cubicBezTo>
                    <a:pt x="5" y="1"/>
                    <a:pt x="7" y="1"/>
                    <a:pt x="8" y="2"/>
                  </a:cubicBezTo>
                  <a:close/>
                </a:path>
              </a:pathLst>
            </a:custGeom>
            <a:solidFill>
              <a:srgbClr val="4D9DFF"/>
            </a:solidFill>
            <a:ln>
              <a:noFill/>
            </a:ln>
          </p:spPr>
          <p:txBody>
            <a:bodyPr anchor="ctr"/>
            <a:lstStyle/>
            <a:p>
              <a:endParaRPr lang="zh-CN" altLang="en-US"/>
            </a:p>
          </p:txBody>
        </p:sp>
        <p:sp>
          <p:nvSpPr>
            <p:cNvPr id="1049342" name="ïṩļíḓè"/>
            <p:cNvSpPr/>
            <p:nvPr>
              <p:custDataLst>
                <p:tags r:id="rId32"/>
              </p:custDataLst>
            </p:nvPr>
          </p:nvSpPr>
          <p:spPr bwMode="auto">
            <a:xfrm>
              <a:off x="7289325" y="4051193"/>
              <a:ext cx="69974" cy="32150"/>
            </a:xfrm>
            <a:custGeom>
              <a:avLst/>
              <a:gdLst>
                <a:gd name="T0" fmla="*/ 2147483646 w 11"/>
                <a:gd name="T1" fmla="*/ 2147483646 h 5"/>
                <a:gd name="T2" fmla="*/ 2147483646 w 11"/>
                <a:gd name="T3" fmla="*/ 2147483646 h 5"/>
                <a:gd name="T4" fmla="*/ 2147483646 w 11"/>
                <a:gd name="T5" fmla="*/ 2147483646 h 5"/>
                <a:gd name="T6" fmla="*/ 2147483646 w 11"/>
                <a:gd name="T7" fmla="*/ 2147483646 h 5"/>
                <a:gd name="T8" fmla="*/ 0 w 11"/>
                <a:gd name="T9" fmla="*/ 2147483646 h 5"/>
                <a:gd name="T10" fmla="*/ 2147483646 w 11"/>
                <a:gd name="T11" fmla="*/ 2147483646 h 5"/>
                <a:gd name="T12" fmla="*/ 2147483646 w 11"/>
                <a:gd name="T13" fmla="*/ 2147483646 h 5"/>
                <a:gd name="T14" fmla="*/ 2147483646 w 11"/>
                <a:gd name="T15" fmla="*/ 2147483646 h 5"/>
                <a:gd name="T16" fmla="*/ 2147483646 w 11"/>
                <a:gd name="T17" fmla="*/ 2147483646 h 5"/>
                <a:gd name="T18" fmla="*/ 2147483646 w 11"/>
                <a:gd name="T19" fmla="*/ 2147483646 h 5"/>
                <a:gd name="T20" fmla="*/ 2147483646 w 11"/>
                <a:gd name="T21" fmla="*/ 2147483646 h 5"/>
                <a:gd name="T22" fmla="*/ 2147483646 w 11"/>
                <a:gd name="T23" fmla="*/ 2147483646 h 5"/>
                <a:gd name="T24" fmla="*/ 2147483646 w 11"/>
                <a:gd name="T25" fmla="*/ 2147483646 h 5"/>
                <a:gd name="T26" fmla="*/ 2147483646 w 11"/>
                <a:gd name="T27" fmla="*/ 0 h 5"/>
                <a:gd name="T28" fmla="*/ 2147483646 w 11"/>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 h="5">
                  <a:moveTo>
                    <a:pt x="5" y="3"/>
                  </a:moveTo>
                  <a:cubicBezTo>
                    <a:pt x="6" y="3"/>
                    <a:pt x="6" y="4"/>
                    <a:pt x="6" y="4"/>
                  </a:cubicBezTo>
                  <a:cubicBezTo>
                    <a:pt x="5" y="5"/>
                    <a:pt x="4" y="4"/>
                    <a:pt x="3" y="4"/>
                  </a:cubicBezTo>
                  <a:cubicBezTo>
                    <a:pt x="2" y="3"/>
                    <a:pt x="1" y="3"/>
                    <a:pt x="1" y="2"/>
                  </a:cubicBezTo>
                  <a:cubicBezTo>
                    <a:pt x="0" y="3"/>
                    <a:pt x="0" y="3"/>
                    <a:pt x="0" y="3"/>
                  </a:cubicBezTo>
                  <a:cubicBezTo>
                    <a:pt x="0" y="3"/>
                    <a:pt x="2" y="4"/>
                    <a:pt x="2" y="4"/>
                  </a:cubicBezTo>
                  <a:cubicBezTo>
                    <a:pt x="4" y="5"/>
                    <a:pt x="5" y="5"/>
                    <a:pt x="7" y="5"/>
                  </a:cubicBezTo>
                  <a:cubicBezTo>
                    <a:pt x="8" y="4"/>
                    <a:pt x="7" y="3"/>
                    <a:pt x="6" y="2"/>
                  </a:cubicBezTo>
                  <a:cubicBezTo>
                    <a:pt x="5" y="1"/>
                    <a:pt x="5" y="1"/>
                    <a:pt x="6" y="1"/>
                  </a:cubicBezTo>
                  <a:cubicBezTo>
                    <a:pt x="6" y="0"/>
                    <a:pt x="7" y="1"/>
                    <a:pt x="8" y="1"/>
                  </a:cubicBezTo>
                  <a:cubicBezTo>
                    <a:pt x="9" y="2"/>
                    <a:pt x="10" y="2"/>
                    <a:pt x="10" y="2"/>
                  </a:cubicBezTo>
                  <a:cubicBezTo>
                    <a:pt x="11" y="2"/>
                    <a:pt x="11" y="2"/>
                    <a:pt x="11" y="2"/>
                  </a:cubicBezTo>
                  <a:cubicBezTo>
                    <a:pt x="10" y="2"/>
                    <a:pt x="9" y="1"/>
                    <a:pt x="9" y="1"/>
                  </a:cubicBezTo>
                  <a:cubicBezTo>
                    <a:pt x="7" y="0"/>
                    <a:pt x="6" y="0"/>
                    <a:pt x="5" y="0"/>
                  </a:cubicBezTo>
                  <a:cubicBezTo>
                    <a:pt x="3" y="1"/>
                    <a:pt x="4" y="2"/>
                    <a:pt x="5" y="3"/>
                  </a:cubicBezTo>
                  <a:close/>
                </a:path>
              </a:pathLst>
            </a:custGeom>
            <a:solidFill>
              <a:srgbClr val="4D9DFF"/>
            </a:solidFill>
            <a:ln>
              <a:noFill/>
            </a:ln>
          </p:spPr>
          <p:txBody>
            <a:bodyPr anchor="ctr"/>
            <a:lstStyle/>
            <a:p>
              <a:endParaRPr lang="zh-CN" altLang="en-US"/>
            </a:p>
          </p:txBody>
        </p:sp>
        <p:sp>
          <p:nvSpPr>
            <p:cNvPr id="1049343" name="iṣļïḑè"/>
            <p:cNvSpPr/>
            <p:nvPr>
              <p:custDataLst>
                <p:tags r:id="rId33"/>
              </p:custDataLst>
            </p:nvPr>
          </p:nvSpPr>
          <p:spPr bwMode="auto">
            <a:xfrm>
              <a:off x="7453857" y="4126840"/>
              <a:ext cx="69974" cy="39715"/>
            </a:xfrm>
            <a:custGeom>
              <a:avLst/>
              <a:gdLst>
                <a:gd name="T0" fmla="*/ 2147483646 w 37"/>
                <a:gd name="T1" fmla="*/ 2147483646 h 21"/>
                <a:gd name="T2" fmla="*/ 2147483646 w 37"/>
                <a:gd name="T3" fmla="*/ 0 h 21"/>
                <a:gd name="T4" fmla="*/ 2147483646 w 37"/>
                <a:gd name="T5" fmla="*/ 2147483646 h 21"/>
                <a:gd name="T6" fmla="*/ 2147483646 w 37"/>
                <a:gd name="T7" fmla="*/ 2147483646 h 21"/>
                <a:gd name="T8" fmla="*/ 2147483646 w 37"/>
                <a:gd name="T9" fmla="*/ 2147483646 h 21"/>
                <a:gd name="T10" fmla="*/ 0 w 37"/>
                <a:gd name="T11" fmla="*/ 2147483646 h 21"/>
                <a:gd name="T12" fmla="*/ 0 w 37"/>
                <a:gd name="T13" fmla="*/ 2147483646 h 21"/>
                <a:gd name="T14" fmla="*/ 2147483646 w 37"/>
                <a:gd name="T15" fmla="*/ 2147483646 h 21"/>
                <a:gd name="T16" fmla="*/ 2147483646 w 37"/>
                <a:gd name="T17" fmla="*/ 2147483646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1">
                  <a:moveTo>
                    <a:pt x="37" y="10"/>
                  </a:moveTo>
                  <a:lnTo>
                    <a:pt x="20" y="0"/>
                  </a:lnTo>
                  <a:lnTo>
                    <a:pt x="20" y="4"/>
                  </a:lnTo>
                  <a:lnTo>
                    <a:pt x="33" y="10"/>
                  </a:lnTo>
                  <a:lnTo>
                    <a:pt x="30" y="10"/>
                  </a:lnTo>
                  <a:lnTo>
                    <a:pt x="0" y="17"/>
                  </a:lnTo>
                  <a:lnTo>
                    <a:pt x="0" y="21"/>
                  </a:lnTo>
                  <a:lnTo>
                    <a:pt x="33" y="14"/>
                  </a:lnTo>
                  <a:lnTo>
                    <a:pt x="37" y="10"/>
                  </a:lnTo>
                  <a:close/>
                </a:path>
              </a:pathLst>
            </a:custGeom>
            <a:solidFill>
              <a:srgbClr val="4D9DFF"/>
            </a:solidFill>
            <a:ln>
              <a:noFill/>
            </a:ln>
          </p:spPr>
          <p:txBody>
            <a:bodyPr anchor="ctr"/>
            <a:lstStyle/>
            <a:p>
              <a:endParaRPr lang="zh-CN" altLang="en-US"/>
            </a:p>
          </p:txBody>
        </p:sp>
        <p:sp>
          <p:nvSpPr>
            <p:cNvPr id="1049344" name="îṧlîḋé"/>
            <p:cNvSpPr/>
            <p:nvPr>
              <p:custDataLst>
                <p:tags r:id="rId34"/>
              </p:custDataLst>
            </p:nvPr>
          </p:nvSpPr>
          <p:spPr bwMode="auto">
            <a:xfrm>
              <a:off x="7504918" y="4166554"/>
              <a:ext cx="75647" cy="43497"/>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9" y="0"/>
                    <a:pt x="7" y="0"/>
                    <a:pt x="3" y="2"/>
                  </a:cubicBezTo>
                  <a:cubicBezTo>
                    <a:pt x="0" y="4"/>
                    <a:pt x="0" y="5"/>
                    <a:pt x="2" y="6"/>
                  </a:cubicBezTo>
                  <a:cubicBezTo>
                    <a:pt x="4" y="7"/>
                    <a:pt x="6" y="7"/>
                    <a:pt x="9" y="5"/>
                  </a:cubicBezTo>
                  <a:cubicBezTo>
                    <a:pt x="12" y="3"/>
                    <a:pt x="12" y="2"/>
                    <a:pt x="10" y="1"/>
                  </a:cubicBezTo>
                  <a:close/>
                  <a:moveTo>
                    <a:pt x="8" y="5"/>
                  </a:moveTo>
                  <a:cubicBezTo>
                    <a:pt x="6" y="6"/>
                    <a:pt x="4" y="6"/>
                    <a:pt x="3" y="5"/>
                  </a:cubicBezTo>
                  <a:cubicBezTo>
                    <a:pt x="2" y="5"/>
                    <a:pt x="2" y="4"/>
                    <a:pt x="4" y="2"/>
                  </a:cubicBezTo>
                  <a:cubicBezTo>
                    <a:pt x="7" y="1"/>
                    <a:pt x="8" y="1"/>
                    <a:pt x="10" y="2"/>
                  </a:cubicBezTo>
                  <a:cubicBezTo>
                    <a:pt x="11" y="2"/>
                    <a:pt x="11" y="3"/>
                    <a:pt x="8" y="5"/>
                  </a:cubicBezTo>
                  <a:close/>
                </a:path>
              </a:pathLst>
            </a:custGeom>
            <a:solidFill>
              <a:srgbClr val="4D9DFF"/>
            </a:solidFill>
            <a:ln>
              <a:noFill/>
            </a:ln>
          </p:spPr>
          <p:txBody>
            <a:bodyPr anchor="ctr"/>
            <a:lstStyle/>
            <a:p>
              <a:endParaRPr lang="zh-CN" altLang="en-US"/>
            </a:p>
          </p:txBody>
        </p:sp>
        <p:sp>
          <p:nvSpPr>
            <p:cNvPr id="1049345" name="ïśḻíḓe"/>
            <p:cNvSpPr/>
            <p:nvPr>
              <p:custDataLst>
                <p:tags r:id="rId35"/>
              </p:custDataLst>
            </p:nvPr>
          </p:nvSpPr>
          <p:spPr bwMode="auto">
            <a:xfrm>
              <a:off x="7484116" y="4177901"/>
              <a:ext cx="13239" cy="7565"/>
            </a:xfrm>
            <a:custGeom>
              <a:avLst/>
              <a:gdLst>
                <a:gd name="T0" fmla="*/ 0 w 7"/>
                <a:gd name="T1" fmla="*/ 2147483646 h 4"/>
                <a:gd name="T2" fmla="*/ 2147483646 w 7"/>
                <a:gd name="T3" fmla="*/ 2147483646 h 4"/>
                <a:gd name="T4" fmla="*/ 2147483646 w 7"/>
                <a:gd name="T5" fmla="*/ 2147483646 h 4"/>
                <a:gd name="T6" fmla="*/ 2147483646 w 7"/>
                <a:gd name="T7" fmla="*/ 0 h 4"/>
                <a:gd name="T8" fmla="*/ 0 w 7"/>
                <a:gd name="T9" fmla="*/ 2147483646 h 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4">
                  <a:moveTo>
                    <a:pt x="0" y="4"/>
                  </a:moveTo>
                  <a:lnTo>
                    <a:pt x="4" y="4"/>
                  </a:lnTo>
                  <a:lnTo>
                    <a:pt x="7" y="4"/>
                  </a:lnTo>
                  <a:lnTo>
                    <a:pt x="4" y="0"/>
                  </a:lnTo>
                  <a:lnTo>
                    <a:pt x="0" y="4"/>
                  </a:lnTo>
                  <a:close/>
                </a:path>
              </a:pathLst>
            </a:custGeom>
            <a:solidFill>
              <a:srgbClr val="4D9DFF"/>
            </a:solidFill>
            <a:ln>
              <a:noFill/>
            </a:ln>
          </p:spPr>
          <p:txBody>
            <a:bodyPr anchor="ctr"/>
            <a:lstStyle/>
            <a:p>
              <a:endParaRPr lang="zh-CN" altLang="en-US"/>
            </a:p>
          </p:txBody>
        </p:sp>
        <p:sp>
          <p:nvSpPr>
            <p:cNvPr id="1049346" name="iṡ1ïḍê"/>
            <p:cNvSpPr/>
            <p:nvPr>
              <p:custDataLst>
                <p:tags r:id="rId36"/>
              </p:custDataLst>
            </p:nvPr>
          </p:nvSpPr>
          <p:spPr bwMode="auto">
            <a:xfrm>
              <a:off x="7130467" y="4096581"/>
              <a:ext cx="64300" cy="43497"/>
            </a:xfrm>
            <a:custGeom>
              <a:avLst/>
              <a:gdLst>
                <a:gd name="T0" fmla="*/ 2147483646 w 10"/>
                <a:gd name="T1" fmla="*/ 2147483646 h 7"/>
                <a:gd name="T2" fmla="*/ 2147483646 w 10"/>
                <a:gd name="T3" fmla="*/ 2147483646 h 7"/>
                <a:gd name="T4" fmla="*/ 2147483646 w 10"/>
                <a:gd name="T5" fmla="*/ 2147483646 h 7"/>
                <a:gd name="T6" fmla="*/ 2147483646 w 10"/>
                <a:gd name="T7" fmla="*/ 2147483646 h 7"/>
                <a:gd name="T8" fmla="*/ 2147483646 w 10"/>
                <a:gd name="T9" fmla="*/ 2147483646 h 7"/>
                <a:gd name="T10" fmla="*/ 2147483646 w 10"/>
                <a:gd name="T11" fmla="*/ 2147483646 h 7"/>
                <a:gd name="T12" fmla="*/ 2147483646 w 10"/>
                <a:gd name="T13" fmla="*/ 2147483646 h 7"/>
                <a:gd name="T14" fmla="*/ 2147483646 w 10"/>
                <a:gd name="T15" fmla="*/ 2147483646 h 7"/>
                <a:gd name="T16" fmla="*/ 2147483646 w 10"/>
                <a:gd name="T17" fmla="*/ 2147483646 h 7"/>
                <a:gd name="T18" fmla="*/ 2147483646 w 10"/>
                <a:gd name="T19" fmla="*/ 2147483646 h 7"/>
                <a:gd name="T20" fmla="*/ 2147483646 w 10"/>
                <a:gd name="T21" fmla="*/ 0 h 7"/>
                <a:gd name="T22" fmla="*/ 2147483646 w 10"/>
                <a:gd name="T23" fmla="*/ 2147483646 h 7"/>
                <a:gd name="T24" fmla="*/ 2147483646 w 10"/>
                <a:gd name="T25" fmla="*/ 2147483646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 h="7">
                  <a:moveTo>
                    <a:pt x="1" y="5"/>
                  </a:moveTo>
                  <a:cubicBezTo>
                    <a:pt x="2" y="6"/>
                    <a:pt x="4" y="6"/>
                    <a:pt x="4" y="6"/>
                  </a:cubicBezTo>
                  <a:cubicBezTo>
                    <a:pt x="3" y="6"/>
                    <a:pt x="3" y="6"/>
                    <a:pt x="3" y="6"/>
                  </a:cubicBezTo>
                  <a:cubicBezTo>
                    <a:pt x="4" y="7"/>
                    <a:pt x="4" y="7"/>
                    <a:pt x="4" y="7"/>
                  </a:cubicBezTo>
                  <a:cubicBezTo>
                    <a:pt x="10" y="3"/>
                    <a:pt x="10" y="3"/>
                    <a:pt x="10" y="3"/>
                  </a:cubicBezTo>
                  <a:cubicBezTo>
                    <a:pt x="9" y="3"/>
                    <a:pt x="9" y="3"/>
                    <a:pt x="9" y="3"/>
                  </a:cubicBezTo>
                  <a:cubicBezTo>
                    <a:pt x="4" y="5"/>
                    <a:pt x="4" y="5"/>
                    <a:pt x="4" y="5"/>
                  </a:cubicBezTo>
                  <a:cubicBezTo>
                    <a:pt x="4" y="5"/>
                    <a:pt x="3" y="5"/>
                    <a:pt x="2" y="5"/>
                  </a:cubicBezTo>
                  <a:cubicBezTo>
                    <a:pt x="1" y="4"/>
                    <a:pt x="1" y="4"/>
                    <a:pt x="3" y="3"/>
                  </a:cubicBezTo>
                  <a:cubicBezTo>
                    <a:pt x="6" y="1"/>
                    <a:pt x="6" y="1"/>
                    <a:pt x="6" y="1"/>
                  </a:cubicBezTo>
                  <a:cubicBezTo>
                    <a:pt x="5" y="0"/>
                    <a:pt x="5" y="0"/>
                    <a:pt x="5" y="0"/>
                  </a:cubicBezTo>
                  <a:cubicBezTo>
                    <a:pt x="2" y="2"/>
                    <a:pt x="2" y="2"/>
                    <a:pt x="2" y="2"/>
                  </a:cubicBezTo>
                  <a:cubicBezTo>
                    <a:pt x="0" y="3"/>
                    <a:pt x="0" y="4"/>
                    <a:pt x="1" y="5"/>
                  </a:cubicBezTo>
                  <a:close/>
                </a:path>
              </a:pathLst>
            </a:custGeom>
            <a:solidFill>
              <a:srgbClr val="4D9DFF"/>
            </a:solidFill>
            <a:ln>
              <a:noFill/>
            </a:ln>
          </p:spPr>
          <p:txBody>
            <a:bodyPr anchor="ctr"/>
            <a:lstStyle/>
            <a:p>
              <a:endParaRPr lang="zh-CN" altLang="en-US"/>
            </a:p>
          </p:txBody>
        </p:sp>
        <p:sp>
          <p:nvSpPr>
            <p:cNvPr id="1049347" name="ïšľidè"/>
            <p:cNvSpPr/>
            <p:nvPr>
              <p:custDataLst>
                <p:tags r:id="rId37"/>
              </p:custDataLst>
            </p:nvPr>
          </p:nvSpPr>
          <p:spPr bwMode="auto">
            <a:xfrm>
              <a:off x="7168291" y="4121166"/>
              <a:ext cx="64300" cy="37823"/>
            </a:xfrm>
            <a:custGeom>
              <a:avLst/>
              <a:gdLst>
                <a:gd name="T0" fmla="*/ 2147483646 w 10"/>
                <a:gd name="T1" fmla="*/ 2147483646 h 6"/>
                <a:gd name="T2" fmla="*/ 2147483646 w 10"/>
                <a:gd name="T3" fmla="*/ 2147483646 h 6"/>
                <a:gd name="T4" fmla="*/ 2147483646 w 10"/>
                <a:gd name="T5" fmla="*/ 2147483646 h 6"/>
                <a:gd name="T6" fmla="*/ 2147483646 w 10"/>
                <a:gd name="T7" fmla="*/ 2147483646 h 6"/>
                <a:gd name="T8" fmla="*/ 0 w 10"/>
                <a:gd name="T9" fmla="*/ 2147483646 h 6"/>
                <a:gd name="T10" fmla="*/ 2147483646 w 10"/>
                <a:gd name="T11" fmla="*/ 2147483646 h 6"/>
                <a:gd name="T12" fmla="*/ 2147483646 w 10"/>
                <a:gd name="T13" fmla="*/ 2147483646 h 6"/>
                <a:gd name="T14" fmla="*/ 2147483646 w 10"/>
                <a:gd name="T15" fmla="*/ 2147483646 h 6"/>
                <a:gd name="T16" fmla="*/ 2147483646 w 10"/>
                <a:gd name="T17" fmla="*/ 2147483646 h 6"/>
                <a:gd name="T18" fmla="*/ 2147483646 w 10"/>
                <a:gd name="T19" fmla="*/ 2147483646 h 6"/>
                <a:gd name="T20" fmla="*/ 2147483646 w 10"/>
                <a:gd name="T21" fmla="*/ 2147483646 h 6"/>
                <a:gd name="T22" fmla="*/ 2147483646 w 10"/>
                <a:gd name="T23" fmla="*/ 2147483646 h 6"/>
                <a:gd name="T24" fmla="*/ 2147483646 w 10"/>
                <a:gd name="T25" fmla="*/ 2147483646 h 6"/>
                <a:gd name="T26" fmla="*/ 2147483646 w 10"/>
                <a:gd name="T27" fmla="*/ 2147483646 h 6"/>
                <a:gd name="T28" fmla="*/ 2147483646 w 10"/>
                <a:gd name="T29" fmla="*/ 214748364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 h="6">
                  <a:moveTo>
                    <a:pt x="4" y="3"/>
                  </a:moveTo>
                  <a:cubicBezTo>
                    <a:pt x="5" y="4"/>
                    <a:pt x="6" y="4"/>
                    <a:pt x="5" y="5"/>
                  </a:cubicBezTo>
                  <a:cubicBezTo>
                    <a:pt x="4" y="5"/>
                    <a:pt x="3" y="5"/>
                    <a:pt x="2" y="4"/>
                  </a:cubicBezTo>
                  <a:cubicBezTo>
                    <a:pt x="2" y="4"/>
                    <a:pt x="1" y="3"/>
                    <a:pt x="1" y="3"/>
                  </a:cubicBezTo>
                  <a:cubicBezTo>
                    <a:pt x="0" y="3"/>
                    <a:pt x="0" y="3"/>
                    <a:pt x="0" y="3"/>
                  </a:cubicBezTo>
                  <a:cubicBezTo>
                    <a:pt x="0" y="3"/>
                    <a:pt x="1" y="4"/>
                    <a:pt x="2" y="5"/>
                  </a:cubicBezTo>
                  <a:cubicBezTo>
                    <a:pt x="3" y="6"/>
                    <a:pt x="4" y="6"/>
                    <a:pt x="6" y="5"/>
                  </a:cubicBezTo>
                  <a:cubicBezTo>
                    <a:pt x="7" y="4"/>
                    <a:pt x="7" y="4"/>
                    <a:pt x="5" y="3"/>
                  </a:cubicBezTo>
                  <a:cubicBezTo>
                    <a:pt x="4" y="2"/>
                    <a:pt x="4" y="2"/>
                    <a:pt x="5" y="1"/>
                  </a:cubicBezTo>
                  <a:cubicBezTo>
                    <a:pt x="6" y="1"/>
                    <a:pt x="6" y="1"/>
                    <a:pt x="7" y="2"/>
                  </a:cubicBezTo>
                  <a:cubicBezTo>
                    <a:pt x="8" y="2"/>
                    <a:pt x="9" y="3"/>
                    <a:pt x="9" y="3"/>
                  </a:cubicBezTo>
                  <a:cubicBezTo>
                    <a:pt x="10" y="2"/>
                    <a:pt x="10" y="2"/>
                    <a:pt x="10" y="2"/>
                  </a:cubicBezTo>
                  <a:cubicBezTo>
                    <a:pt x="10" y="2"/>
                    <a:pt x="9" y="2"/>
                    <a:pt x="8" y="1"/>
                  </a:cubicBezTo>
                  <a:cubicBezTo>
                    <a:pt x="7" y="0"/>
                    <a:pt x="5" y="0"/>
                    <a:pt x="4" y="1"/>
                  </a:cubicBezTo>
                  <a:cubicBezTo>
                    <a:pt x="3" y="2"/>
                    <a:pt x="3" y="2"/>
                    <a:pt x="4" y="3"/>
                  </a:cubicBezTo>
                  <a:close/>
                </a:path>
              </a:pathLst>
            </a:custGeom>
            <a:solidFill>
              <a:srgbClr val="4D9DFF"/>
            </a:solidFill>
            <a:ln>
              <a:noFill/>
            </a:ln>
          </p:spPr>
          <p:txBody>
            <a:bodyPr anchor="ctr"/>
            <a:lstStyle/>
            <a:p>
              <a:endParaRPr lang="zh-CN" altLang="en-US"/>
            </a:p>
          </p:txBody>
        </p:sp>
        <p:sp>
          <p:nvSpPr>
            <p:cNvPr id="1049348" name="iṩľiḓe"/>
            <p:cNvSpPr/>
            <p:nvPr>
              <p:custDataLst>
                <p:tags r:id="rId38"/>
              </p:custDataLst>
            </p:nvPr>
          </p:nvSpPr>
          <p:spPr bwMode="auto">
            <a:xfrm>
              <a:off x="7206114" y="4145751"/>
              <a:ext cx="83211" cy="39715"/>
            </a:xfrm>
            <a:custGeom>
              <a:avLst/>
              <a:gdLst>
                <a:gd name="T0" fmla="*/ 2147483646 w 13"/>
                <a:gd name="T1" fmla="*/ 2147483646 h 6"/>
                <a:gd name="T2" fmla="*/ 2147483646 w 13"/>
                <a:gd name="T3" fmla="*/ 2147483646 h 6"/>
                <a:gd name="T4" fmla="*/ 2147483646 w 13"/>
                <a:gd name="T5" fmla="*/ 2147483646 h 6"/>
                <a:gd name="T6" fmla="*/ 2147483646 w 13"/>
                <a:gd name="T7" fmla="*/ 2147483646 h 6"/>
                <a:gd name="T8" fmla="*/ 2147483646 w 13"/>
                <a:gd name="T9" fmla="*/ 2147483646 h 6"/>
                <a:gd name="T10" fmla="*/ 2147483646 w 13"/>
                <a:gd name="T11" fmla="*/ 0 h 6"/>
                <a:gd name="T12" fmla="*/ 2147483646 w 13"/>
                <a:gd name="T13" fmla="*/ 2147483646 h 6"/>
                <a:gd name="T14" fmla="*/ 2147483646 w 13"/>
                <a:gd name="T15" fmla="*/ 2147483646 h 6"/>
                <a:gd name="T16" fmla="*/ 2147483646 w 13"/>
                <a:gd name="T17" fmla="*/ 2147483646 h 6"/>
                <a:gd name="T18" fmla="*/ 2147483646 w 13"/>
                <a:gd name="T19" fmla="*/ 2147483646 h 6"/>
                <a:gd name="T20" fmla="*/ 2147483646 w 13"/>
                <a:gd name="T21" fmla="*/ 2147483646 h 6"/>
                <a:gd name="T22" fmla="*/ 2147483646 w 13"/>
                <a:gd name="T23" fmla="*/ 2147483646 h 6"/>
                <a:gd name="T24" fmla="*/ 2147483646 w 13"/>
                <a:gd name="T25" fmla="*/ 2147483646 h 6"/>
                <a:gd name="T26" fmla="*/ 2147483646 w 13"/>
                <a:gd name="T27" fmla="*/ 2147483646 h 6"/>
                <a:gd name="T28" fmla="*/ 2147483646 w 13"/>
                <a:gd name="T29" fmla="*/ 2147483646 h 6"/>
                <a:gd name="T30" fmla="*/ 2147483646 w 13"/>
                <a:gd name="T31" fmla="*/ 2147483646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 h="6">
                  <a:moveTo>
                    <a:pt x="1" y="4"/>
                  </a:moveTo>
                  <a:cubicBezTo>
                    <a:pt x="2" y="5"/>
                    <a:pt x="4" y="5"/>
                    <a:pt x="4" y="5"/>
                  </a:cubicBezTo>
                  <a:cubicBezTo>
                    <a:pt x="3" y="5"/>
                    <a:pt x="3" y="5"/>
                    <a:pt x="3" y="5"/>
                  </a:cubicBezTo>
                  <a:cubicBezTo>
                    <a:pt x="4" y="6"/>
                    <a:pt x="4" y="6"/>
                    <a:pt x="4" y="6"/>
                  </a:cubicBezTo>
                  <a:cubicBezTo>
                    <a:pt x="13" y="1"/>
                    <a:pt x="13" y="1"/>
                    <a:pt x="13" y="1"/>
                  </a:cubicBezTo>
                  <a:cubicBezTo>
                    <a:pt x="12" y="0"/>
                    <a:pt x="12" y="0"/>
                    <a:pt x="12" y="0"/>
                  </a:cubicBezTo>
                  <a:cubicBezTo>
                    <a:pt x="9" y="2"/>
                    <a:pt x="9" y="2"/>
                    <a:pt x="9" y="2"/>
                  </a:cubicBezTo>
                  <a:cubicBezTo>
                    <a:pt x="9" y="1"/>
                    <a:pt x="8" y="1"/>
                    <a:pt x="8" y="1"/>
                  </a:cubicBezTo>
                  <a:cubicBezTo>
                    <a:pt x="6" y="0"/>
                    <a:pt x="4" y="0"/>
                    <a:pt x="2" y="1"/>
                  </a:cubicBezTo>
                  <a:cubicBezTo>
                    <a:pt x="0" y="2"/>
                    <a:pt x="0" y="3"/>
                    <a:pt x="1" y="4"/>
                  </a:cubicBezTo>
                  <a:close/>
                  <a:moveTo>
                    <a:pt x="7" y="1"/>
                  </a:moveTo>
                  <a:cubicBezTo>
                    <a:pt x="8" y="1"/>
                    <a:pt x="8" y="2"/>
                    <a:pt x="8" y="2"/>
                  </a:cubicBezTo>
                  <a:cubicBezTo>
                    <a:pt x="4" y="4"/>
                    <a:pt x="4" y="4"/>
                    <a:pt x="4" y="4"/>
                  </a:cubicBezTo>
                  <a:cubicBezTo>
                    <a:pt x="4" y="4"/>
                    <a:pt x="3" y="4"/>
                    <a:pt x="2" y="4"/>
                  </a:cubicBezTo>
                  <a:cubicBezTo>
                    <a:pt x="1" y="3"/>
                    <a:pt x="1" y="3"/>
                    <a:pt x="3" y="2"/>
                  </a:cubicBezTo>
                  <a:cubicBezTo>
                    <a:pt x="5" y="1"/>
                    <a:pt x="6" y="0"/>
                    <a:pt x="7" y="1"/>
                  </a:cubicBezTo>
                  <a:close/>
                </a:path>
              </a:pathLst>
            </a:custGeom>
            <a:solidFill>
              <a:srgbClr val="4D9DFF"/>
            </a:solidFill>
            <a:ln>
              <a:noFill/>
            </a:ln>
          </p:spPr>
          <p:txBody>
            <a:bodyPr anchor="ctr"/>
            <a:lstStyle/>
            <a:p>
              <a:endParaRPr lang="zh-CN" altLang="en-US"/>
            </a:p>
          </p:txBody>
        </p:sp>
        <p:sp>
          <p:nvSpPr>
            <p:cNvPr id="1049349" name="íšlïďê"/>
            <p:cNvSpPr/>
            <p:nvPr>
              <p:custDataLst>
                <p:tags r:id="rId39"/>
              </p:custDataLst>
            </p:nvPr>
          </p:nvSpPr>
          <p:spPr bwMode="auto">
            <a:xfrm>
              <a:off x="7378211" y="4234635"/>
              <a:ext cx="81321" cy="45388"/>
            </a:xfrm>
            <a:custGeom>
              <a:avLst/>
              <a:gdLst>
                <a:gd name="T0" fmla="*/ 2147483646 w 13"/>
                <a:gd name="T1" fmla="*/ 2147483646 h 7"/>
                <a:gd name="T2" fmla="*/ 2147483646 w 13"/>
                <a:gd name="T3" fmla="*/ 2147483646 h 7"/>
                <a:gd name="T4" fmla="*/ 2147483646 w 13"/>
                <a:gd name="T5" fmla="*/ 2147483646 h 7"/>
                <a:gd name="T6" fmla="*/ 2147483646 w 13"/>
                <a:gd name="T7" fmla="*/ 2147483646 h 7"/>
                <a:gd name="T8" fmla="*/ 2147483646 w 13"/>
                <a:gd name="T9" fmla="*/ 2147483646 h 7"/>
                <a:gd name="T10" fmla="*/ 2147483646 w 13"/>
                <a:gd name="T11" fmla="*/ 2147483646 h 7"/>
                <a:gd name="T12" fmla="*/ 2147483646 w 13"/>
                <a:gd name="T13" fmla="*/ 2147483646 h 7"/>
                <a:gd name="T14" fmla="*/ 2147483646 w 13"/>
                <a:gd name="T15" fmla="*/ 2147483646 h 7"/>
                <a:gd name="T16" fmla="*/ 2147483646 w 13"/>
                <a:gd name="T17" fmla="*/ 2147483646 h 7"/>
                <a:gd name="T18" fmla="*/ 2147483646 w 13"/>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 h="7">
                  <a:moveTo>
                    <a:pt x="11" y="2"/>
                  </a:moveTo>
                  <a:cubicBezTo>
                    <a:pt x="9" y="0"/>
                    <a:pt x="7" y="0"/>
                    <a:pt x="4" y="2"/>
                  </a:cubicBezTo>
                  <a:cubicBezTo>
                    <a:pt x="0" y="4"/>
                    <a:pt x="1" y="5"/>
                    <a:pt x="2" y="6"/>
                  </a:cubicBezTo>
                  <a:cubicBezTo>
                    <a:pt x="4" y="7"/>
                    <a:pt x="6" y="7"/>
                    <a:pt x="9" y="6"/>
                  </a:cubicBezTo>
                  <a:cubicBezTo>
                    <a:pt x="13" y="4"/>
                    <a:pt x="13" y="3"/>
                    <a:pt x="11" y="2"/>
                  </a:cubicBezTo>
                  <a:close/>
                  <a:moveTo>
                    <a:pt x="8" y="5"/>
                  </a:moveTo>
                  <a:cubicBezTo>
                    <a:pt x="6" y="7"/>
                    <a:pt x="5" y="7"/>
                    <a:pt x="3" y="6"/>
                  </a:cubicBezTo>
                  <a:cubicBezTo>
                    <a:pt x="2" y="5"/>
                    <a:pt x="2" y="4"/>
                    <a:pt x="5" y="3"/>
                  </a:cubicBezTo>
                  <a:cubicBezTo>
                    <a:pt x="7" y="1"/>
                    <a:pt x="9" y="1"/>
                    <a:pt x="10" y="2"/>
                  </a:cubicBezTo>
                  <a:cubicBezTo>
                    <a:pt x="11" y="3"/>
                    <a:pt x="11" y="4"/>
                    <a:pt x="8" y="5"/>
                  </a:cubicBezTo>
                  <a:close/>
                </a:path>
              </a:pathLst>
            </a:custGeom>
            <a:solidFill>
              <a:srgbClr val="4D9DFF"/>
            </a:solidFill>
            <a:ln>
              <a:noFill/>
            </a:ln>
          </p:spPr>
          <p:txBody>
            <a:bodyPr anchor="ctr"/>
            <a:lstStyle/>
            <a:p>
              <a:endParaRPr lang="zh-CN" altLang="en-US"/>
            </a:p>
          </p:txBody>
        </p:sp>
        <p:sp>
          <p:nvSpPr>
            <p:cNvPr id="1049350" name="îṡḷîďé"/>
            <p:cNvSpPr/>
            <p:nvPr>
              <p:custDataLst>
                <p:tags r:id="rId40"/>
              </p:custDataLst>
            </p:nvPr>
          </p:nvSpPr>
          <p:spPr bwMode="auto">
            <a:xfrm>
              <a:off x="7319584" y="4204377"/>
              <a:ext cx="83211" cy="43497"/>
            </a:xfrm>
            <a:custGeom>
              <a:avLst/>
              <a:gdLst>
                <a:gd name="T0" fmla="*/ 2147483646 w 13"/>
                <a:gd name="T1" fmla="*/ 2147483646 h 7"/>
                <a:gd name="T2" fmla="*/ 2147483646 w 13"/>
                <a:gd name="T3" fmla="*/ 2147483646 h 7"/>
                <a:gd name="T4" fmla="*/ 2147483646 w 13"/>
                <a:gd name="T5" fmla="*/ 2147483646 h 7"/>
                <a:gd name="T6" fmla="*/ 2147483646 w 13"/>
                <a:gd name="T7" fmla="*/ 2147483646 h 7"/>
                <a:gd name="T8" fmla="*/ 2147483646 w 13"/>
                <a:gd name="T9" fmla="*/ 2147483646 h 7"/>
                <a:gd name="T10" fmla="*/ 2147483646 w 13"/>
                <a:gd name="T11" fmla="*/ 0 h 7"/>
                <a:gd name="T12" fmla="*/ 2147483646 w 13"/>
                <a:gd name="T13" fmla="*/ 2147483646 h 7"/>
                <a:gd name="T14" fmla="*/ 2147483646 w 13"/>
                <a:gd name="T15" fmla="*/ 2147483646 h 7"/>
                <a:gd name="T16" fmla="*/ 2147483646 w 13"/>
                <a:gd name="T17" fmla="*/ 2147483646 h 7"/>
                <a:gd name="T18" fmla="*/ 2147483646 w 13"/>
                <a:gd name="T19" fmla="*/ 2147483646 h 7"/>
                <a:gd name="T20" fmla="*/ 2147483646 w 13"/>
                <a:gd name="T21" fmla="*/ 2147483646 h 7"/>
                <a:gd name="T22" fmla="*/ 2147483646 w 13"/>
                <a:gd name="T23" fmla="*/ 2147483646 h 7"/>
                <a:gd name="T24" fmla="*/ 0 w 13"/>
                <a:gd name="T25" fmla="*/ 2147483646 h 7"/>
                <a:gd name="T26" fmla="*/ 2147483646 w 13"/>
                <a:gd name="T27" fmla="*/ 2147483646 h 7"/>
                <a:gd name="T28" fmla="*/ 2147483646 w 13"/>
                <a:gd name="T29" fmla="*/ 2147483646 h 7"/>
                <a:gd name="T30" fmla="*/ 2147483646 w 13"/>
                <a:gd name="T31" fmla="*/ 2147483646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 h="7">
                  <a:moveTo>
                    <a:pt x="7" y="3"/>
                  </a:moveTo>
                  <a:cubicBezTo>
                    <a:pt x="6" y="2"/>
                    <a:pt x="5" y="2"/>
                    <a:pt x="5" y="2"/>
                  </a:cubicBezTo>
                  <a:cubicBezTo>
                    <a:pt x="8" y="1"/>
                    <a:pt x="8" y="1"/>
                    <a:pt x="8" y="1"/>
                  </a:cubicBezTo>
                  <a:cubicBezTo>
                    <a:pt x="12" y="3"/>
                    <a:pt x="12" y="3"/>
                    <a:pt x="12" y="3"/>
                  </a:cubicBezTo>
                  <a:cubicBezTo>
                    <a:pt x="13" y="3"/>
                    <a:pt x="13" y="3"/>
                    <a:pt x="13" y="3"/>
                  </a:cubicBezTo>
                  <a:cubicBezTo>
                    <a:pt x="8" y="0"/>
                    <a:pt x="8" y="0"/>
                    <a:pt x="8" y="0"/>
                  </a:cubicBezTo>
                  <a:cubicBezTo>
                    <a:pt x="3" y="2"/>
                    <a:pt x="3" y="2"/>
                    <a:pt x="3" y="2"/>
                  </a:cubicBezTo>
                  <a:cubicBezTo>
                    <a:pt x="4" y="3"/>
                    <a:pt x="4" y="3"/>
                    <a:pt x="4" y="3"/>
                  </a:cubicBezTo>
                  <a:cubicBezTo>
                    <a:pt x="4" y="3"/>
                    <a:pt x="5" y="3"/>
                    <a:pt x="6" y="3"/>
                  </a:cubicBezTo>
                  <a:cubicBezTo>
                    <a:pt x="7" y="4"/>
                    <a:pt x="8" y="5"/>
                    <a:pt x="6" y="5"/>
                  </a:cubicBezTo>
                  <a:cubicBezTo>
                    <a:pt x="5" y="6"/>
                    <a:pt x="4" y="6"/>
                    <a:pt x="3" y="5"/>
                  </a:cubicBezTo>
                  <a:cubicBezTo>
                    <a:pt x="2" y="5"/>
                    <a:pt x="1" y="4"/>
                    <a:pt x="1" y="4"/>
                  </a:cubicBezTo>
                  <a:cubicBezTo>
                    <a:pt x="0" y="4"/>
                    <a:pt x="0" y="4"/>
                    <a:pt x="0" y="4"/>
                  </a:cubicBezTo>
                  <a:cubicBezTo>
                    <a:pt x="0" y="4"/>
                    <a:pt x="1" y="5"/>
                    <a:pt x="2" y="6"/>
                  </a:cubicBezTo>
                  <a:cubicBezTo>
                    <a:pt x="4" y="7"/>
                    <a:pt x="6" y="7"/>
                    <a:pt x="8" y="6"/>
                  </a:cubicBezTo>
                  <a:cubicBezTo>
                    <a:pt x="9" y="5"/>
                    <a:pt x="9" y="4"/>
                    <a:pt x="7" y="3"/>
                  </a:cubicBezTo>
                  <a:close/>
                </a:path>
              </a:pathLst>
            </a:custGeom>
            <a:solidFill>
              <a:srgbClr val="4D9DFF"/>
            </a:solidFill>
            <a:ln>
              <a:noFill/>
            </a:ln>
          </p:spPr>
          <p:txBody>
            <a:bodyPr anchor="ctr"/>
            <a:lstStyle/>
            <a:p>
              <a:endParaRPr lang="zh-CN" altLang="en-US"/>
            </a:p>
          </p:txBody>
        </p:sp>
        <p:sp>
          <p:nvSpPr>
            <p:cNvPr id="1049351" name="îṥḷíḋè"/>
            <p:cNvSpPr/>
            <p:nvPr>
              <p:custDataLst>
                <p:tags r:id="rId41"/>
              </p:custDataLst>
            </p:nvPr>
          </p:nvSpPr>
          <p:spPr bwMode="auto">
            <a:xfrm>
              <a:off x="7359299" y="4247874"/>
              <a:ext cx="18912" cy="13239"/>
            </a:xfrm>
            <a:custGeom>
              <a:avLst/>
              <a:gdLst>
                <a:gd name="T0" fmla="*/ 0 w 10"/>
                <a:gd name="T1" fmla="*/ 2147483646 h 7"/>
                <a:gd name="T2" fmla="*/ 2147483646 w 10"/>
                <a:gd name="T3" fmla="*/ 2147483646 h 7"/>
                <a:gd name="T4" fmla="*/ 2147483646 w 10"/>
                <a:gd name="T5" fmla="*/ 2147483646 h 7"/>
                <a:gd name="T6" fmla="*/ 2147483646 w 10"/>
                <a:gd name="T7" fmla="*/ 0 h 7"/>
                <a:gd name="T8" fmla="*/ 0 w 10"/>
                <a:gd name="T9" fmla="*/ 2147483646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7">
                  <a:moveTo>
                    <a:pt x="0" y="3"/>
                  </a:moveTo>
                  <a:lnTo>
                    <a:pt x="3" y="7"/>
                  </a:lnTo>
                  <a:lnTo>
                    <a:pt x="10" y="3"/>
                  </a:lnTo>
                  <a:lnTo>
                    <a:pt x="6" y="0"/>
                  </a:lnTo>
                  <a:lnTo>
                    <a:pt x="0" y="3"/>
                  </a:lnTo>
                  <a:close/>
                </a:path>
              </a:pathLst>
            </a:custGeom>
            <a:solidFill>
              <a:srgbClr val="4D9DFF"/>
            </a:solidFill>
            <a:ln>
              <a:noFill/>
            </a:ln>
          </p:spPr>
          <p:txBody>
            <a:bodyPr anchor="ctr"/>
            <a:lstStyle/>
            <a:p>
              <a:endParaRPr lang="zh-CN" altLang="en-US"/>
            </a:p>
          </p:txBody>
        </p:sp>
        <p:sp>
          <p:nvSpPr>
            <p:cNvPr id="1049352" name="íslîďê"/>
            <p:cNvSpPr/>
            <p:nvPr>
              <p:custDataLst>
                <p:tags r:id="rId42"/>
              </p:custDataLst>
            </p:nvPr>
          </p:nvSpPr>
          <p:spPr bwMode="auto">
            <a:xfrm>
              <a:off x="7168291" y="4253547"/>
              <a:ext cx="56735" cy="37823"/>
            </a:xfrm>
            <a:custGeom>
              <a:avLst/>
              <a:gdLst>
                <a:gd name="T0" fmla="*/ 2147483646 w 30"/>
                <a:gd name="T1" fmla="*/ 2147483646 h 20"/>
                <a:gd name="T2" fmla="*/ 2147483646 w 30"/>
                <a:gd name="T3" fmla="*/ 2147483646 h 20"/>
                <a:gd name="T4" fmla="*/ 2147483646 w 30"/>
                <a:gd name="T5" fmla="*/ 2147483646 h 20"/>
                <a:gd name="T6" fmla="*/ 2147483646 w 30"/>
                <a:gd name="T7" fmla="*/ 0 h 20"/>
                <a:gd name="T8" fmla="*/ 2147483646 w 30"/>
                <a:gd name="T9" fmla="*/ 2147483646 h 20"/>
                <a:gd name="T10" fmla="*/ 2147483646 w 30"/>
                <a:gd name="T11" fmla="*/ 2147483646 h 20"/>
                <a:gd name="T12" fmla="*/ 0 w 30"/>
                <a:gd name="T13" fmla="*/ 2147483646 h 20"/>
                <a:gd name="T14" fmla="*/ 2147483646 w 30"/>
                <a:gd name="T15" fmla="*/ 2147483646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20">
                  <a:moveTo>
                    <a:pt x="4" y="20"/>
                  </a:moveTo>
                  <a:lnTo>
                    <a:pt x="30" y="4"/>
                  </a:lnTo>
                  <a:lnTo>
                    <a:pt x="27" y="4"/>
                  </a:lnTo>
                  <a:lnTo>
                    <a:pt x="14" y="0"/>
                  </a:lnTo>
                  <a:lnTo>
                    <a:pt x="14" y="4"/>
                  </a:lnTo>
                  <a:lnTo>
                    <a:pt x="24" y="7"/>
                  </a:lnTo>
                  <a:lnTo>
                    <a:pt x="0" y="20"/>
                  </a:lnTo>
                  <a:lnTo>
                    <a:pt x="4" y="20"/>
                  </a:lnTo>
                  <a:close/>
                </a:path>
              </a:pathLst>
            </a:custGeom>
            <a:solidFill>
              <a:srgbClr val="4D9DFF"/>
            </a:solidFill>
            <a:ln>
              <a:noFill/>
            </a:ln>
          </p:spPr>
          <p:txBody>
            <a:bodyPr anchor="ctr"/>
            <a:lstStyle/>
            <a:p>
              <a:endParaRPr lang="zh-CN" altLang="en-US"/>
            </a:p>
          </p:txBody>
        </p:sp>
        <p:sp>
          <p:nvSpPr>
            <p:cNvPr id="1049353" name="iṥḷïḍê"/>
            <p:cNvSpPr/>
            <p:nvPr>
              <p:custDataLst>
                <p:tags r:id="rId43"/>
              </p:custDataLst>
            </p:nvPr>
          </p:nvSpPr>
          <p:spPr bwMode="auto">
            <a:xfrm>
              <a:off x="7257176" y="4310282"/>
              <a:ext cx="75647" cy="45388"/>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8" y="0"/>
                    <a:pt x="6" y="0"/>
                    <a:pt x="3" y="2"/>
                  </a:cubicBezTo>
                  <a:cubicBezTo>
                    <a:pt x="0" y="4"/>
                    <a:pt x="0" y="5"/>
                    <a:pt x="2" y="6"/>
                  </a:cubicBezTo>
                  <a:cubicBezTo>
                    <a:pt x="4" y="7"/>
                    <a:pt x="6" y="7"/>
                    <a:pt x="9" y="5"/>
                  </a:cubicBezTo>
                  <a:cubicBezTo>
                    <a:pt x="12" y="3"/>
                    <a:pt x="12" y="2"/>
                    <a:pt x="10" y="1"/>
                  </a:cubicBezTo>
                  <a:close/>
                  <a:moveTo>
                    <a:pt x="8" y="5"/>
                  </a:moveTo>
                  <a:cubicBezTo>
                    <a:pt x="5" y="6"/>
                    <a:pt x="4" y="6"/>
                    <a:pt x="3" y="5"/>
                  </a:cubicBezTo>
                  <a:cubicBezTo>
                    <a:pt x="1" y="5"/>
                    <a:pt x="1" y="4"/>
                    <a:pt x="4" y="2"/>
                  </a:cubicBezTo>
                  <a:cubicBezTo>
                    <a:pt x="6" y="1"/>
                    <a:pt x="8" y="1"/>
                    <a:pt x="9" y="1"/>
                  </a:cubicBezTo>
                  <a:cubicBezTo>
                    <a:pt x="10" y="2"/>
                    <a:pt x="10" y="3"/>
                    <a:pt x="8" y="5"/>
                  </a:cubicBezTo>
                  <a:close/>
                </a:path>
              </a:pathLst>
            </a:custGeom>
            <a:solidFill>
              <a:srgbClr val="4D9DFF"/>
            </a:solidFill>
            <a:ln>
              <a:noFill/>
            </a:ln>
          </p:spPr>
          <p:txBody>
            <a:bodyPr anchor="ctr"/>
            <a:lstStyle/>
            <a:p>
              <a:endParaRPr lang="zh-CN" altLang="en-US"/>
            </a:p>
          </p:txBody>
        </p:sp>
        <p:sp>
          <p:nvSpPr>
            <p:cNvPr id="1049354" name="işļïďê"/>
            <p:cNvSpPr/>
            <p:nvPr>
              <p:custDataLst>
                <p:tags r:id="rId44"/>
              </p:custDataLst>
            </p:nvPr>
          </p:nvSpPr>
          <p:spPr bwMode="auto">
            <a:xfrm>
              <a:off x="7238264" y="4323521"/>
              <a:ext cx="13239" cy="5674"/>
            </a:xfrm>
            <a:custGeom>
              <a:avLst/>
              <a:gdLst>
                <a:gd name="T0" fmla="*/ 0 w 7"/>
                <a:gd name="T1" fmla="*/ 2147483646 h 3"/>
                <a:gd name="T2" fmla="*/ 2147483646 w 7"/>
                <a:gd name="T3" fmla="*/ 2147483646 h 3"/>
                <a:gd name="T4" fmla="*/ 2147483646 w 7"/>
                <a:gd name="T5" fmla="*/ 0 h 3"/>
                <a:gd name="T6" fmla="*/ 2147483646 w 7"/>
                <a:gd name="T7" fmla="*/ 0 h 3"/>
                <a:gd name="T8" fmla="*/ 0 w 7"/>
                <a:gd name="T9" fmla="*/ 2147483646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3">
                  <a:moveTo>
                    <a:pt x="0" y="3"/>
                  </a:moveTo>
                  <a:lnTo>
                    <a:pt x="3" y="3"/>
                  </a:lnTo>
                  <a:lnTo>
                    <a:pt x="7" y="0"/>
                  </a:lnTo>
                  <a:lnTo>
                    <a:pt x="3" y="0"/>
                  </a:lnTo>
                  <a:lnTo>
                    <a:pt x="0" y="3"/>
                  </a:lnTo>
                  <a:close/>
                </a:path>
              </a:pathLst>
            </a:custGeom>
            <a:solidFill>
              <a:srgbClr val="4D9DFF"/>
            </a:solidFill>
            <a:ln>
              <a:noFill/>
            </a:ln>
          </p:spPr>
          <p:txBody>
            <a:bodyPr anchor="ctr"/>
            <a:lstStyle/>
            <a:p>
              <a:endParaRPr lang="zh-CN" altLang="en-US"/>
            </a:p>
          </p:txBody>
        </p:sp>
        <p:sp>
          <p:nvSpPr>
            <p:cNvPr id="1049355" name="i$ľíḋê"/>
            <p:cNvSpPr/>
            <p:nvPr>
              <p:custDataLst>
                <p:tags r:id="rId45"/>
              </p:custDataLst>
            </p:nvPr>
          </p:nvSpPr>
          <p:spPr bwMode="auto">
            <a:xfrm>
              <a:off x="7194767" y="4272459"/>
              <a:ext cx="75647" cy="45388"/>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0 w 12"/>
                <a:gd name="T13" fmla="*/ 2147483646 h 7"/>
                <a:gd name="T14" fmla="*/ 2147483646 w 12"/>
                <a:gd name="T15" fmla="*/ 2147483646 h 7"/>
                <a:gd name="T16" fmla="*/ 2147483646 w 12"/>
                <a:gd name="T17" fmla="*/ 2147483646 h 7"/>
                <a:gd name="T18" fmla="*/ 2147483646 w 12"/>
                <a:gd name="T19" fmla="*/ 2147483646 h 7"/>
                <a:gd name="T20" fmla="*/ 2147483646 w 12"/>
                <a:gd name="T21" fmla="*/ 2147483646 h 7"/>
                <a:gd name="T22" fmla="*/ 2147483646 w 12"/>
                <a:gd name="T23" fmla="*/ 2147483646 h 7"/>
                <a:gd name="T24" fmla="*/ 2147483646 w 12"/>
                <a:gd name="T25" fmla="*/ 2147483646 h 7"/>
                <a:gd name="T26" fmla="*/ 2147483646 w 12"/>
                <a:gd name="T27" fmla="*/ 2147483646 h 7"/>
                <a:gd name="T28" fmla="*/ 2147483646 w 12"/>
                <a:gd name="T29" fmla="*/ 2147483646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 h="7">
                  <a:moveTo>
                    <a:pt x="10" y="1"/>
                  </a:moveTo>
                  <a:cubicBezTo>
                    <a:pt x="9" y="1"/>
                    <a:pt x="7" y="0"/>
                    <a:pt x="5" y="1"/>
                  </a:cubicBezTo>
                  <a:cubicBezTo>
                    <a:pt x="3" y="2"/>
                    <a:pt x="3" y="3"/>
                    <a:pt x="5" y="4"/>
                  </a:cubicBezTo>
                  <a:cubicBezTo>
                    <a:pt x="6" y="5"/>
                    <a:pt x="8" y="5"/>
                    <a:pt x="8" y="5"/>
                  </a:cubicBezTo>
                  <a:cubicBezTo>
                    <a:pt x="6" y="6"/>
                    <a:pt x="4" y="6"/>
                    <a:pt x="3" y="6"/>
                  </a:cubicBezTo>
                  <a:cubicBezTo>
                    <a:pt x="2" y="5"/>
                    <a:pt x="1" y="4"/>
                    <a:pt x="1" y="4"/>
                  </a:cubicBezTo>
                  <a:cubicBezTo>
                    <a:pt x="0" y="5"/>
                    <a:pt x="0" y="5"/>
                    <a:pt x="0" y="5"/>
                  </a:cubicBezTo>
                  <a:cubicBezTo>
                    <a:pt x="0" y="5"/>
                    <a:pt x="1" y="6"/>
                    <a:pt x="2" y="6"/>
                  </a:cubicBezTo>
                  <a:cubicBezTo>
                    <a:pt x="4" y="7"/>
                    <a:pt x="6" y="7"/>
                    <a:pt x="9" y="6"/>
                  </a:cubicBezTo>
                  <a:cubicBezTo>
                    <a:pt x="12" y="4"/>
                    <a:pt x="12" y="3"/>
                    <a:pt x="10" y="1"/>
                  </a:cubicBezTo>
                  <a:close/>
                  <a:moveTo>
                    <a:pt x="9" y="5"/>
                  </a:moveTo>
                  <a:cubicBezTo>
                    <a:pt x="8" y="5"/>
                    <a:pt x="7" y="4"/>
                    <a:pt x="6" y="4"/>
                  </a:cubicBezTo>
                  <a:cubicBezTo>
                    <a:pt x="5" y="3"/>
                    <a:pt x="5" y="3"/>
                    <a:pt x="6" y="2"/>
                  </a:cubicBezTo>
                  <a:cubicBezTo>
                    <a:pt x="7" y="1"/>
                    <a:pt x="8" y="1"/>
                    <a:pt x="10" y="2"/>
                  </a:cubicBezTo>
                  <a:cubicBezTo>
                    <a:pt x="11" y="3"/>
                    <a:pt x="10" y="4"/>
                    <a:pt x="9" y="5"/>
                  </a:cubicBezTo>
                  <a:close/>
                </a:path>
              </a:pathLst>
            </a:custGeom>
            <a:solidFill>
              <a:srgbClr val="4D9DFF"/>
            </a:solidFill>
            <a:ln>
              <a:noFill/>
            </a:ln>
          </p:spPr>
          <p:txBody>
            <a:bodyPr anchor="ctr"/>
            <a:lstStyle/>
            <a:p>
              <a:endParaRPr lang="zh-CN" altLang="en-US"/>
            </a:p>
          </p:txBody>
        </p:sp>
        <p:sp>
          <p:nvSpPr>
            <p:cNvPr id="1049356" name="iṡḻîḍé"/>
            <p:cNvSpPr/>
            <p:nvPr>
              <p:custDataLst>
                <p:tags r:id="rId46"/>
              </p:custDataLst>
            </p:nvPr>
          </p:nvSpPr>
          <p:spPr bwMode="auto">
            <a:xfrm>
              <a:off x="6979174" y="4298935"/>
              <a:ext cx="24586" cy="18912"/>
            </a:xfrm>
            <a:custGeom>
              <a:avLst/>
              <a:gdLst>
                <a:gd name="T0" fmla="*/ 2147483646 w 13"/>
                <a:gd name="T1" fmla="*/ 2147483646 h 10"/>
                <a:gd name="T2" fmla="*/ 0 w 13"/>
                <a:gd name="T3" fmla="*/ 0 h 10"/>
                <a:gd name="T4" fmla="*/ 0 w 13"/>
                <a:gd name="T5" fmla="*/ 0 h 10"/>
                <a:gd name="T6" fmla="*/ 2147483646 w 13"/>
                <a:gd name="T7" fmla="*/ 2147483646 h 10"/>
                <a:gd name="T8" fmla="*/ 2147483646 w 13"/>
                <a:gd name="T9" fmla="*/ 2147483646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0">
                  <a:moveTo>
                    <a:pt x="13" y="6"/>
                  </a:moveTo>
                  <a:lnTo>
                    <a:pt x="0" y="0"/>
                  </a:lnTo>
                  <a:lnTo>
                    <a:pt x="10" y="10"/>
                  </a:lnTo>
                  <a:lnTo>
                    <a:pt x="13" y="6"/>
                  </a:lnTo>
                  <a:close/>
                </a:path>
              </a:pathLst>
            </a:custGeom>
            <a:solidFill>
              <a:srgbClr val="4D9DFF"/>
            </a:solidFill>
            <a:ln>
              <a:noFill/>
            </a:ln>
          </p:spPr>
          <p:txBody>
            <a:bodyPr anchor="ctr"/>
            <a:lstStyle/>
            <a:p>
              <a:endParaRPr lang="zh-CN" altLang="en-US"/>
            </a:p>
          </p:txBody>
        </p:sp>
        <p:sp>
          <p:nvSpPr>
            <p:cNvPr id="1049357" name="îŝ1iḓé"/>
            <p:cNvSpPr/>
            <p:nvPr>
              <p:custDataLst>
                <p:tags r:id="rId47"/>
              </p:custDataLst>
            </p:nvPr>
          </p:nvSpPr>
          <p:spPr bwMode="auto">
            <a:xfrm>
              <a:off x="7130467" y="4380256"/>
              <a:ext cx="75647" cy="45388"/>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8" y="0"/>
                    <a:pt x="6" y="0"/>
                    <a:pt x="3" y="2"/>
                  </a:cubicBezTo>
                  <a:cubicBezTo>
                    <a:pt x="0" y="4"/>
                    <a:pt x="0" y="5"/>
                    <a:pt x="2" y="6"/>
                  </a:cubicBezTo>
                  <a:cubicBezTo>
                    <a:pt x="4" y="7"/>
                    <a:pt x="6" y="7"/>
                    <a:pt x="9" y="6"/>
                  </a:cubicBezTo>
                  <a:cubicBezTo>
                    <a:pt x="12" y="4"/>
                    <a:pt x="12" y="3"/>
                    <a:pt x="10" y="1"/>
                  </a:cubicBezTo>
                  <a:close/>
                  <a:moveTo>
                    <a:pt x="8" y="5"/>
                  </a:moveTo>
                  <a:cubicBezTo>
                    <a:pt x="5" y="7"/>
                    <a:pt x="4" y="6"/>
                    <a:pt x="3" y="6"/>
                  </a:cubicBezTo>
                  <a:cubicBezTo>
                    <a:pt x="2" y="5"/>
                    <a:pt x="2" y="4"/>
                    <a:pt x="4" y="3"/>
                  </a:cubicBezTo>
                  <a:cubicBezTo>
                    <a:pt x="7" y="1"/>
                    <a:pt x="8" y="1"/>
                    <a:pt x="9" y="2"/>
                  </a:cubicBezTo>
                  <a:cubicBezTo>
                    <a:pt x="11" y="3"/>
                    <a:pt x="11" y="4"/>
                    <a:pt x="8" y="5"/>
                  </a:cubicBezTo>
                  <a:close/>
                </a:path>
              </a:pathLst>
            </a:custGeom>
            <a:solidFill>
              <a:srgbClr val="4D9DFF"/>
            </a:solidFill>
            <a:ln>
              <a:noFill/>
            </a:ln>
          </p:spPr>
          <p:txBody>
            <a:bodyPr anchor="ctr"/>
            <a:lstStyle/>
            <a:p>
              <a:endParaRPr lang="zh-CN" altLang="en-US"/>
            </a:p>
          </p:txBody>
        </p:sp>
        <p:sp>
          <p:nvSpPr>
            <p:cNvPr id="1049358" name="ïṣḻíḓè"/>
            <p:cNvSpPr/>
            <p:nvPr>
              <p:custDataLst>
                <p:tags r:id="rId48"/>
              </p:custDataLst>
            </p:nvPr>
          </p:nvSpPr>
          <p:spPr bwMode="auto">
            <a:xfrm>
              <a:off x="7111556" y="4393493"/>
              <a:ext cx="13239" cy="13239"/>
            </a:xfrm>
            <a:custGeom>
              <a:avLst/>
              <a:gdLst>
                <a:gd name="T0" fmla="*/ 0 w 7"/>
                <a:gd name="T1" fmla="*/ 2147483646 h 7"/>
                <a:gd name="T2" fmla="*/ 2147483646 w 7"/>
                <a:gd name="T3" fmla="*/ 2147483646 h 7"/>
                <a:gd name="T4" fmla="*/ 2147483646 w 7"/>
                <a:gd name="T5" fmla="*/ 2147483646 h 7"/>
                <a:gd name="T6" fmla="*/ 2147483646 w 7"/>
                <a:gd name="T7" fmla="*/ 0 h 7"/>
                <a:gd name="T8" fmla="*/ 0 w 7"/>
                <a:gd name="T9" fmla="*/ 2147483646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0" y="3"/>
                  </a:moveTo>
                  <a:lnTo>
                    <a:pt x="3" y="7"/>
                  </a:lnTo>
                  <a:lnTo>
                    <a:pt x="7" y="3"/>
                  </a:lnTo>
                  <a:lnTo>
                    <a:pt x="3" y="0"/>
                  </a:lnTo>
                  <a:lnTo>
                    <a:pt x="0" y="3"/>
                  </a:lnTo>
                  <a:close/>
                </a:path>
              </a:pathLst>
            </a:custGeom>
            <a:solidFill>
              <a:srgbClr val="4D9DFF"/>
            </a:solidFill>
            <a:ln>
              <a:noFill/>
            </a:ln>
          </p:spPr>
          <p:txBody>
            <a:bodyPr anchor="ctr"/>
            <a:lstStyle/>
            <a:p>
              <a:endParaRPr lang="zh-CN" altLang="en-US"/>
            </a:p>
          </p:txBody>
        </p:sp>
        <p:sp>
          <p:nvSpPr>
            <p:cNvPr id="1049359" name="iṧ1ïḍê"/>
            <p:cNvSpPr/>
            <p:nvPr>
              <p:custDataLst>
                <p:tags r:id="rId49"/>
              </p:custDataLst>
            </p:nvPr>
          </p:nvSpPr>
          <p:spPr bwMode="auto">
            <a:xfrm>
              <a:off x="7068060" y="4348105"/>
              <a:ext cx="81321" cy="45388"/>
            </a:xfrm>
            <a:custGeom>
              <a:avLst/>
              <a:gdLst>
                <a:gd name="T0" fmla="*/ 2147483646 w 13"/>
                <a:gd name="T1" fmla="*/ 2147483646 h 7"/>
                <a:gd name="T2" fmla="*/ 2147483646 w 13"/>
                <a:gd name="T3" fmla="*/ 2147483646 h 7"/>
                <a:gd name="T4" fmla="*/ 2147483646 w 13"/>
                <a:gd name="T5" fmla="*/ 2147483646 h 7"/>
                <a:gd name="T6" fmla="*/ 2147483646 w 13"/>
                <a:gd name="T7" fmla="*/ 2147483646 h 7"/>
                <a:gd name="T8" fmla="*/ 2147483646 w 13"/>
                <a:gd name="T9" fmla="*/ 2147483646 h 7"/>
                <a:gd name="T10" fmla="*/ 2147483646 w 13"/>
                <a:gd name="T11" fmla="*/ 0 h 7"/>
                <a:gd name="T12" fmla="*/ 2147483646 w 13"/>
                <a:gd name="T13" fmla="*/ 2147483646 h 7"/>
                <a:gd name="T14" fmla="*/ 2147483646 w 13"/>
                <a:gd name="T15" fmla="*/ 2147483646 h 7"/>
                <a:gd name="T16" fmla="*/ 2147483646 w 13"/>
                <a:gd name="T17" fmla="*/ 2147483646 h 7"/>
                <a:gd name="T18" fmla="*/ 2147483646 w 13"/>
                <a:gd name="T19" fmla="*/ 2147483646 h 7"/>
                <a:gd name="T20" fmla="*/ 2147483646 w 13"/>
                <a:gd name="T21" fmla="*/ 2147483646 h 7"/>
                <a:gd name="T22" fmla="*/ 2147483646 w 13"/>
                <a:gd name="T23" fmla="*/ 2147483646 h 7"/>
                <a:gd name="T24" fmla="*/ 0 w 13"/>
                <a:gd name="T25" fmla="*/ 2147483646 h 7"/>
                <a:gd name="T26" fmla="*/ 2147483646 w 13"/>
                <a:gd name="T27" fmla="*/ 2147483646 h 7"/>
                <a:gd name="T28" fmla="*/ 2147483646 w 13"/>
                <a:gd name="T29" fmla="*/ 2147483646 h 7"/>
                <a:gd name="T30" fmla="*/ 2147483646 w 13"/>
                <a:gd name="T31" fmla="*/ 2147483646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 h="7">
                  <a:moveTo>
                    <a:pt x="8" y="3"/>
                  </a:moveTo>
                  <a:cubicBezTo>
                    <a:pt x="7" y="2"/>
                    <a:pt x="6" y="2"/>
                    <a:pt x="5" y="2"/>
                  </a:cubicBezTo>
                  <a:cubicBezTo>
                    <a:pt x="8" y="1"/>
                    <a:pt x="8" y="1"/>
                    <a:pt x="8" y="1"/>
                  </a:cubicBezTo>
                  <a:cubicBezTo>
                    <a:pt x="12" y="3"/>
                    <a:pt x="12" y="3"/>
                    <a:pt x="12" y="3"/>
                  </a:cubicBezTo>
                  <a:cubicBezTo>
                    <a:pt x="13" y="2"/>
                    <a:pt x="13" y="2"/>
                    <a:pt x="13" y="2"/>
                  </a:cubicBezTo>
                  <a:cubicBezTo>
                    <a:pt x="8" y="0"/>
                    <a:pt x="8" y="0"/>
                    <a:pt x="8" y="0"/>
                  </a:cubicBezTo>
                  <a:cubicBezTo>
                    <a:pt x="4" y="2"/>
                    <a:pt x="4" y="2"/>
                    <a:pt x="4" y="2"/>
                  </a:cubicBezTo>
                  <a:cubicBezTo>
                    <a:pt x="5" y="3"/>
                    <a:pt x="5" y="3"/>
                    <a:pt x="5" y="3"/>
                  </a:cubicBezTo>
                  <a:cubicBezTo>
                    <a:pt x="5" y="3"/>
                    <a:pt x="6" y="3"/>
                    <a:pt x="7" y="3"/>
                  </a:cubicBezTo>
                  <a:cubicBezTo>
                    <a:pt x="8" y="4"/>
                    <a:pt x="8" y="5"/>
                    <a:pt x="7" y="5"/>
                  </a:cubicBezTo>
                  <a:cubicBezTo>
                    <a:pt x="6" y="6"/>
                    <a:pt x="4" y="6"/>
                    <a:pt x="3" y="5"/>
                  </a:cubicBezTo>
                  <a:cubicBezTo>
                    <a:pt x="2" y="5"/>
                    <a:pt x="1" y="4"/>
                    <a:pt x="1" y="4"/>
                  </a:cubicBezTo>
                  <a:cubicBezTo>
                    <a:pt x="0" y="4"/>
                    <a:pt x="0" y="4"/>
                    <a:pt x="0" y="4"/>
                  </a:cubicBezTo>
                  <a:cubicBezTo>
                    <a:pt x="0" y="4"/>
                    <a:pt x="1" y="5"/>
                    <a:pt x="3" y="6"/>
                  </a:cubicBezTo>
                  <a:cubicBezTo>
                    <a:pt x="4" y="7"/>
                    <a:pt x="6" y="7"/>
                    <a:pt x="8" y="6"/>
                  </a:cubicBezTo>
                  <a:cubicBezTo>
                    <a:pt x="10" y="5"/>
                    <a:pt x="9" y="4"/>
                    <a:pt x="8" y="3"/>
                  </a:cubicBezTo>
                  <a:close/>
                </a:path>
              </a:pathLst>
            </a:custGeom>
            <a:solidFill>
              <a:srgbClr val="4D9DFF"/>
            </a:solidFill>
            <a:ln>
              <a:noFill/>
            </a:ln>
          </p:spPr>
          <p:txBody>
            <a:bodyPr anchor="ctr"/>
            <a:lstStyle/>
            <a:p>
              <a:endParaRPr lang="zh-CN" altLang="en-US"/>
            </a:p>
          </p:txBody>
        </p:sp>
        <p:sp>
          <p:nvSpPr>
            <p:cNvPr id="1049360" name="iṧļïḍe"/>
            <p:cNvSpPr/>
            <p:nvPr>
              <p:custDataLst>
                <p:tags r:id="rId50"/>
              </p:custDataLst>
            </p:nvPr>
          </p:nvSpPr>
          <p:spPr bwMode="auto">
            <a:xfrm>
              <a:off x="7022672" y="4323521"/>
              <a:ext cx="83211" cy="45388"/>
            </a:xfrm>
            <a:custGeom>
              <a:avLst/>
              <a:gdLst>
                <a:gd name="T0" fmla="*/ 2147483646 w 13"/>
                <a:gd name="T1" fmla="*/ 2147483646 h 7"/>
                <a:gd name="T2" fmla="*/ 2147483646 w 13"/>
                <a:gd name="T3" fmla="*/ 2147483646 h 7"/>
                <a:gd name="T4" fmla="*/ 2147483646 w 13"/>
                <a:gd name="T5" fmla="*/ 2147483646 h 7"/>
                <a:gd name="T6" fmla="*/ 2147483646 w 13"/>
                <a:gd name="T7" fmla="*/ 2147483646 h 7"/>
                <a:gd name="T8" fmla="*/ 2147483646 w 13"/>
                <a:gd name="T9" fmla="*/ 2147483646 h 7"/>
                <a:gd name="T10" fmla="*/ 2147483646 w 13"/>
                <a:gd name="T11" fmla="*/ 0 h 7"/>
                <a:gd name="T12" fmla="*/ 2147483646 w 13"/>
                <a:gd name="T13" fmla="*/ 0 h 7"/>
                <a:gd name="T14" fmla="*/ 2147483646 w 13"/>
                <a:gd name="T15" fmla="*/ 2147483646 h 7"/>
                <a:gd name="T16" fmla="*/ 2147483646 w 13"/>
                <a:gd name="T17" fmla="*/ 2147483646 h 7"/>
                <a:gd name="T18" fmla="*/ 2147483646 w 13"/>
                <a:gd name="T19" fmla="*/ 2147483646 h 7"/>
                <a:gd name="T20" fmla="*/ 2147483646 w 13"/>
                <a:gd name="T21" fmla="*/ 2147483646 h 7"/>
                <a:gd name="T22" fmla="*/ 0 w 13"/>
                <a:gd name="T23" fmla="*/ 2147483646 h 7"/>
                <a:gd name="T24" fmla="*/ 2147483646 w 13"/>
                <a:gd name="T25" fmla="*/ 2147483646 h 7"/>
                <a:gd name="T26" fmla="*/ 2147483646 w 13"/>
                <a:gd name="T27" fmla="*/ 2147483646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 h="7">
                  <a:moveTo>
                    <a:pt x="6" y="7"/>
                  </a:moveTo>
                  <a:cubicBezTo>
                    <a:pt x="2" y="5"/>
                    <a:pt x="2" y="5"/>
                    <a:pt x="2" y="5"/>
                  </a:cubicBezTo>
                  <a:cubicBezTo>
                    <a:pt x="7" y="4"/>
                    <a:pt x="7" y="4"/>
                    <a:pt x="7" y="4"/>
                  </a:cubicBezTo>
                  <a:cubicBezTo>
                    <a:pt x="9" y="4"/>
                    <a:pt x="10" y="4"/>
                    <a:pt x="11" y="4"/>
                  </a:cubicBezTo>
                  <a:cubicBezTo>
                    <a:pt x="13" y="3"/>
                    <a:pt x="12" y="2"/>
                    <a:pt x="11" y="1"/>
                  </a:cubicBezTo>
                  <a:cubicBezTo>
                    <a:pt x="10" y="0"/>
                    <a:pt x="8" y="0"/>
                    <a:pt x="8" y="0"/>
                  </a:cubicBezTo>
                  <a:cubicBezTo>
                    <a:pt x="7" y="0"/>
                    <a:pt x="7" y="0"/>
                    <a:pt x="7" y="0"/>
                  </a:cubicBezTo>
                  <a:cubicBezTo>
                    <a:pt x="8" y="0"/>
                    <a:pt x="9" y="1"/>
                    <a:pt x="10" y="1"/>
                  </a:cubicBezTo>
                  <a:cubicBezTo>
                    <a:pt x="11" y="2"/>
                    <a:pt x="11" y="3"/>
                    <a:pt x="10" y="3"/>
                  </a:cubicBezTo>
                  <a:cubicBezTo>
                    <a:pt x="9" y="4"/>
                    <a:pt x="8" y="4"/>
                    <a:pt x="6" y="4"/>
                  </a:cubicBezTo>
                  <a:cubicBezTo>
                    <a:pt x="1" y="4"/>
                    <a:pt x="1" y="4"/>
                    <a:pt x="1" y="4"/>
                  </a:cubicBezTo>
                  <a:cubicBezTo>
                    <a:pt x="0" y="4"/>
                    <a:pt x="0" y="4"/>
                    <a:pt x="0" y="4"/>
                  </a:cubicBezTo>
                  <a:cubicBezTo>
                    <a:pt x="5" y="7"/>
                    <a:pt x="5" y="7"/>
                    <a:pt x="5" y="7"/>
                  </a:cubicBezTo>
                  <a:lnTo>
                    <a:pt x="6" y="7"/>
                  </a:lnTo>
                  <a:close/>
                </a:path>
              </a:pathLst>
            </a:custGeom>
            <a:solidFill>
              <a:srgbClr val="4D9DFF"/>
            </a:solidFill>
            <a:ln>
              <a:noFill/>
            </a:ln>
          </p:spPr>
          <p:txBody>
            <a:bodyPr anchor="ctr"/>
            <a:lstStyle/>
            <a:p>
              <a:endParaRPr lang="zh-CN" altLang="en-US"/>
            </a:p>
          </p:txBody>
        </p:sp>
        <p:sp>
          <p:nvSpPr>
            <p:cNvPr id="1049361" name="ïšḷíḍé"/>
            <p:cNvSpPr/>
            <p:nvPr>
              <p:custDataLst>
                <p:tags r:id="rId51"/>
              </p:custDataLst>
            </p:nvPr>
          </p:nvSpPr>
          <p:spPr bwMode="auto">
            <a:xfrm>
              <a:off x="6903528" y="4399167"/>
              <a:ext cx="81321" cy="37823"/>
            </a:xfrm>
            <a:custGeom>
              <a:avLst/>
              <a:gdLst>
                <a:gd name="T0" fmla="*/ 2147483646 w 13"/>
                <a:gd name="T1" fmla="*/ 2147483646 h 6"/>
                <a:gd name="T2" fmla="*/ 2147483646 w 13"/>
                <a:gd name="T3" fmla="*/ 2147483646 h 6"/>
                <a:gd name="T4" fmla="*/ 2147483646 w 13"/>
                <a:gd name="T5" fmla="*/ 2147483646 h 6"/>
                <a:gd name="T6" fmla="*/ 2147483646 w 13"/>
                <a:gd name="T7" fmla="*/ 2147483646 h 6"/>
                <a:gd name="T8" fmla="*/ 2147483646 w 13"/>
                <a:gd name="T9" fmla="*/ 2147483646 h 6"/>
                <a:gd name="T10" fmla="*/ 2147483646 w 13"/>
                <a:gd name="T11" fmla="*/ 2147483646 h 6"/>
                <a:gd name="T12" fmla="*/ 2147483646 w 13"/>
                <a:gd name="T13" fmla="*/ 2147483646 h 6"/>
                <a:gd name="T14" fmla="*/ 2147483646 w 13"/>
                <a:gd name="T15" fmla="*/ 2147483646 h 6"/>
                <a:gd name="T16" fmla="*/ 2147483646 w 13"/>
                <a:gd name="T17" fmla="*/ 2147483646 h 6"/>
                <a:gd name="T18" fmla="*/ 2147483646 w 13"/>
                <a:gd name="T19" fmla="*/ 2147483646 h 6"/>
                <a:gd name="T20" fmla="*/ 2147483646 w 13"/>
                <a:gd name="T21" fmla="*/ 2147483646 h 6"/>
                <a:gd name="T22" fmla="*/ 2147483646 w 13"/>
                <a:gd name="T23" fmla="*/ 2147483646 h 6"/>
                <a:gd name="T24" fmla="*/ 2147483646 w 13"/>
                <a:gd name="T25" fmla="*/ 2147483646 h 6"/>
                <a:gd name="T26" fmla="*/ 2147483646 w 13"/>
                <a:gd name="T27" fmla="*/ 2147483646 h 6"/>
                <a:gd name="T28" fmla="*/ 2147483646 w 13"/>
                <a:gd name="T29" fmla="*/ 214748364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 h="6">
                  <a:moveTo>
                    <a:pt x="13" y="2"/>
                  </a:moveTo>
                  <a:cubicBezTo>
                    <a:pt x="13" y="2"/>
                    <a:pt x="12" y="1"/>
                    <a:pt x="11" y="1"/>
                  </a:cubicBezTo>
                  <a:cubicBezTo>
                    <a:pt x="9" y="0"/>
                    <a:pt x="6" y="0"/>
                    <a:pt x="3" y="1"/>
                  </a:cubicBezTo>
                  <a:cubicBezTo>
                    <a:pt x="1" y="3"/>
                    <a:pt x="0" y="4"/>
                    <a:pt x="2" y="5"/>
                  </a:cubicBezTo>
                  <a:cubicBezTo>
                    <a:pt x="4" y="6"/>
                    <a:pt x="6" y="6"/>
                    <a:pt x="8" y="5"/>
                  </a:cubicBezTo>
                  <a:cubicBezTo>
                    <a:pt x="9" y="4"/>
                    <a:pt x="9" y="4"/>
                    <a:pt x="7" y="2"/>
                  </a:cubicBezTo>
                  <a:cubicBezTo>
                    <a:pt x="6" y="2"/>
                    <a:pt x="5" y="2"/>
                    <a:pt x="5" y="2"/>
                  </a:cubicBezTo>
                  <a:cubicBezTo>
                    <a:pt x="7" y="1"/>
                    <a:pt x="8" y="0"/>
                    <a:pt x="10" y="1"/>
                  </a:cubicBezTo>
                  <a:cubicBezTo>
                    <a:pt x="11" y="2"/>
                    <a:pt x="12" y="3"/>
                    <a:pt x="12" y="3"/>
                  </a:cubicBezTo>
                  <a:lnTo>
                    <a:pt x="13" y="2"/>
                  </a:lnTo>
                  <a:close/>
                  <a:moveTo>
                    <a:pt x="6" y="3"/>
                  </a:moveTo>
                  <a:cubicBezTo>
                    <a:pt x="8" y="4"/>
                    <a:pt x="8" y="4"/>
                    <a:pt x="7" y="5"/>
                  </a:cubicBezTo>
                  <a:cubicBezTo>
                    <a:pt x="5" y="6"/>
                    <a:pt x="4" y="6"/>
                    <a:pt x="3" y="5"/>
                  </a:cubicBezTo>
                  <a:cubicBezTo>
                    <a:pt x="2" y="4"/>
                    <a:pt x="2" y="3"/>
                    <a:pt x="4" y="2"/>
                  </a:cubicBezTo>
                  <a:cubicBezTo>
                    <a:pt x="4" y="2"/>
                    <a:pt x="6" y="2"/>
                    <a:pt x="6" y="3"/>
                  </a:cubicBezTo>
                  <a:close/>
                </a:path>
              </a:pathLst>
            </a:custGeom>
            <a:solidFill>
              <a:srgbClr val="4D9DFF"/>
            </a:solidFill>
            <a:ln>
              <a:noFill/>
            </a:ln>
          </p:spPr>
          <p:txBody>
            <a:bodyPr anchor="ctr"/>
            <a:lstStyle/>
            <a:p>
              <a:endParaRPr lang="zh-CN" altLang="en-US"/>
            </a:p>
          </p:txBody>
        </p:sp>
        <p:sp>
          <p:nvSpPr>
            <p:cNvPr id="1049362" name="ïṩ1íḋé"/>
            <p:cNvSpPr/>
            <p:nvPr>
              <p:custDataLst>
                <p:tags r:id="rId52"/>
              </p:custDataLst>
            </p:nvPr>
          </p:nvSpPr>
          <p:spPr bwMode="auto">
            <a:xfrm>
              <a:off x="6960263" y="4431317"/>
              <a:ext cx="81321" cy="43497"/>
            </a:xfrm>
            <a:custGeom>
              <a:avLst/>
              <a:gdLst>
                <a:gd name="T0" fmla="*/ 2147483646 w 13"/>
                <a:gd name="T1" fmla="*/ 2147483646 h 7"/>
                <a:gd name="T2" fmla="*/ 2147483646 w 13"/>
                <a:gd name="T3" fmla="*/ 2147483646 h 7"/>
                <a:gd name="T4" fmla="*/ 2147483646 w 13"/>
                <a:gd name="T5" fmla="*/ 2147483646 h 7"/>
                <a:gd name="T6" fmla="*/ 2147483646 w 13"/>
                <a:gd name="T7" fmla="*/ 2147483646 h 7"/>
                <a:gd name="T8" fmla="*/ 2147483646 w 13"/>
                <a:gd name="T9" fmla="*/ 2147483646 h 7"/>
                <a:gd name="T10" fmla="*/ 2147483646 w 13"/>
                <a:gd name="T11" fmla="*/ 2147483646 h 7"/>
                <a:gd name="T12" fmla="*/ 2147483646 w 13"/>
                <a:gd name="T13" fmla="*/ 2147483646 h 7"/>
                <a:gd name="T14" fmla="*/ 2147483646 w 13"/>
                <a:gd name="T15" fmla="*/ 2147483646 h 7"/>
                <a:gd name="T16" fmla="*/ 2147483646 w 13"/>
                <a:gd name="T17" fmla="*/ 2147483646 h 7"/>
                <a:gd name="T18" fmla="*/ 2147483646 w 13"/>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 h="7">
                  <a:moveTo>
                    <a:pt x="11" y="1"/>
                  </a:moveTo>
                  <a:cubicBezTo>
                    <a:pt x="9" y="0"/>
                    <a:pt x="7" y="0"/>
                    <a:pt x="3" y="2"/>
                  </a:cubicBezTo>
                  <a:cubicBezTo>
                    <a:pt x="0" y="4"/>
                    <a:pt x="1" y="5"/>
                    <a:pt x="2" y="6"/>
                  </a:cubicBezTo>
                  <a:cubicBezTo>
                    <a:pt x="4" y="7"/>
                    <a:pt x="6" y="7"/>
                    <a:pt x="9" y="5"/>
                  </a:cubicBezTo>
                  <a:cubicBezTo>
                    <a:pt x="13" y="3"/>
                    <a:pt x="13" y="2"/>
                    <a:pt x="11" y="1"/>
                  </a:cubicBezTo>
                  <a:close/>
                  <a:moveTo>
                    <a:pt x="3" y="5"/>
                  </a:moveTo>
                  <a:cubicBezTo>
                    <a:pt x="2" y="5"/>
                    <a:pt x="2" y="4"/>
                    <a:pt x="4" y="2"/>
                  </a:cubicBezTo>
                  <a:cubicBezTo>
                    <a:pt x="7" y="1"/>
                    <a:pt x="9" y="1"/>
                    <a:pt x="10" y="2"/>
                  </a:cubicBezTo>
                  <a:cubicBezTo>
                    <a:pt x="11" y="2"/>
                    <a:pt x="11" y="3"/>
                    <a:pt x="8" y="5"/>
                  </a:cubicBezTo>
                  <a:cubicBezTo>
                    <a:pt x="6" y="6"/>
                    <a:pt x="5" y="6"/>
                    <a:pt x="3" y="5"/>
                  </a:cubicBezTo>
                  <a:close/>
                </a:path>
              </a:pathLst>
            </a:custGeom>
            <a:solidFill>
              <a:srgbClr val="4D9DFF"/>
            </a:solidFill>
            <a:ln>
              <a:noFill/>
            </a:ln>
          </p:spPr>
          <p:txBody>
            <a:bodyPr anchor="ctr"/>
            <a:lstStyle/>
            <a:p>
              <a:endParaRPr lang="zh-CN" altLang="en-US"/>
            </a:p>
          </p:txBody>
        </p:sp>
        <p:sp>
          <p:nvSpPr>
            <p:cNvPr id="1049363" name="î$lïďè"/>
            <p:cNvSpPr/>
            <p:nvPr>
              <p:custDataLst>
                <p:tags r:id="rId53"/>
              </p:custDataLst>
            </p:nvPr>
          </p:nvSpPr>
          <p:spPr bwMode="auto">
            <a:xfrm>
              <a:off x="6941351" y="4444555"/>
              <a:ext cx="18912" cy="5674"/>
            </a:xfrm>
            <a:custGeom>
              <a:avLst/>
              <a:gdLst>
                <a:gd name="T0" fmla="*/ 0 w 10"/>
                <a:gd name="T1" fmla="*/ 2147483646 h 3"/>
                <a:gd name="T2" fmla="*/ 2147483646 w 10"/>
                <a:gd name="T3" fmla="*/ 2147483646 h 3"/>
                <a:gd name="T4" fmla="*/ 2147483646 w 10"/>
                <a:gd name="T5" fmla="*/ 0 h 3"/>
                <a:gd name="T6" fmla="*/ 2147483646 w 10"/>
                <a:gd name="T7" fmla="*/ 0 h 3"/>
                <a:gd name="T8" fmla="*/ 0 w 10"/>
                <a:gd name="T9" fmla="*/ 2147483646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3">
                  <a:moveTo>
                    <a:pt x="0" y="3"/>
                  </a:moveTo>
                  <a:lnTo>
                    <a:pt x="3" y="3"/>
                  </a:lnTo>
                  <a:lnTo>
                    <a:pt x="10" y="0"/>
                  </a:lnTo>
                  <a:lnTo>
                    <a:pt x="6" y="0"/>
                  </a:lnTo>
                  <a:lnTo>
                    <a:pt x="0" y="3"/>
                  </a:lnTo>
                  <a:close/>
                </a:path>
              </a:pathLst>
            </a:custGeom>
            <a:solidFill>
              <a:srgbClr val="4D9DFF"/>
            </a:solidFill>
            <a:ln>
              <a:noFill/>
            </a:ln>
          </p:spPr>
          <p:txBody>
            <a:bodyPr anchor="ctr"/>
            <a:lstStyle/>
            <a:p>
              <a:endParaRPr lang="zh-CN" altLang="en-US"/>
            </a:p>
          </p:txBody>
        </p:sp>
        <p:sp>
          <p:nvSpPr>
            <p:cNvPr id="1049364" name="ïṣľiḍè"/>
            <p:cNvSpPr/>
            <p:nvPr>
              <p:custDataLst>
                <p:tags r:id="rId54"/>
              </p:custDataLst>
            </p:nvPr>
          </p:nvSpPr>
          <p:spPr bwMode="auto">
            <a:xfrm>
              <a:off x="7003760" y="4455902"/>
              <a:ext cx="75647" cy="45388"/>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9" y="0"/>
                    <a:pt x="7" y="0"/>
                    <a:pt x="3" y="2"/>
                  </a:cubicBezTo>
                  <a:cubicBezTo>
                    <a:pt x="0" y="3"/>
                    <a:pt x="0" y="5"/>
                    <a:pt x="2" y="6"/>
                  </a:cubicBezTo>
                  <a:cubicBezTo>
                    <a:pt x="4" y="7"/>
                    <a:pt x="6" y="7"/>
                    <a:pt x="9" y="5"/>
                  </a:cubicBezTo>
                  <a:cubicBezTo>
                    <a:pt x="12" y="3"/>
                    <a:pt x="12" y="2"/>
                    <a:pt x="10" y="1"/>
                  </a:cubicBezTo>
                  <a:close/>
                  <a:moveTo>
                    <a:pt x="8" y="5"/>
                  </a:moveTo>
                  <a:cubicBezTo>
                    <a:pt x="6" y="6"/>
                    <a:pt x="4" y="6"/>
                    <a:pt x="3" y="5"/>
                  </a:cubicBezTo>
                  <a:cubicBezTo>
                    <a:pt x="2" y="5"/>
                    <a:pt x="2" y="4"/>
                    <a:pt x="4" y="2"/>
                  </a:cubicBezTo>
                  <a:cubicBezTo>
                    <a:pt x="7" y="1"/>
                    <a:pt x="8" y="1"/>
                    <a:pt x="10" y="1"/>
                  </a:cubicBezTo>
                  <a:cubicBezTo>
                    <a:pt x="11" y="2"/>
                    <a:pt x="11" y="3"/>
                    <a:pt x="8" y="5"/>
                  </a:cubicBezTo>
                  <a:close/>
                </a:path>
              </a:pathLst>
            </a:custGeom>
            <a:solidFill>
              <a:srgbClr val="4D9DFF"/>
            </a:solidFill>
            <a:ln>
              <a:noFill/>
            </a:ln>
          </p:spPr>
          <p:txBody>
            <a:bodyPr anchor="ctr"/>
            <a:lstStyle/>
            <a:p>
              <a:endParaRPr lang="zh-CN" altLang="en-US"/>
            </a:p>
          </p:txBody>
        </p:sp>
        <p:sp>
          <p:nvSpPr>
            <p:cNvPr id="1049365" name="ïṡḻïḑé"/>
            <p:cNvSpPr/>
            <p:nvPr>
              <p:custDataLst>
                <p:tags r:id="rId55"/>
              </p:custDataLst>
            </p:nvPr>
          </p:nvSpPr>
          <p:spPr bwMode="auto">
            <a:xfrm>
              <a:off x="5935252" y="3357135"/>
              <a:ext cx="2511466" cy="1484565"/>
            </a:xfrm>
            <a:custGeom>
              <a:avLst/>
              <a:gdLst>
                <a:gd name="T0" fmla="*/ 2147483646 w 397"/>
                <a:gd name="T1" fmla="*/ 2147483646 h 235"/>
                <a:gd name="T2" fmla="*/ 2147483646 w 397"/>
                <a:gd name="T3" fmla="*/ 2147483646 h 235"/>
                <a:gd name="T4" fmla="*/ 2147483646 w 397"/>
                <a:gd name="T5" fmla="*/ 2147483646 h 235"/>
                <a:gd name="T6" fmla="*/ 2147483646 w 397"/>
                <a:gd name="T7" fmla="*/ 2147483646 h 235"/>
                <a:gd name="T8" fmla="*/ 2147483646 w 397"/>
                <a:gd name="T9" fmla="*/ 2147483646 h 235"/>
                <a:gd name="T10" fmla="*/ 2147483646 w 397"/>
                <a:gd name="T11" fmla="*/ 2147483646 h 235"/>
                <a:gd name="T12" fmla="*/ 2147483646 w 397"/>
                <a:gd name="T13" fmla="*/ 2147483646 h 235"/>
                <a:gd name="T14" fmla="*/ 2147483646 w 397"/>
                <a:gd name="T15" fmla="*/ 2147483646 h 235"/>
                <a:gd name="T16" fmla="*/ 2147483646 w 397"/>
                <a:gd name="T17" fmla="*/ 2147483646 h 235"/>
                <a:gd name="T18" fmla="*/ 2147483646 w 397"/>
                <a:gd name="T19" fmla="*/ 2147483646 h 235"/>
                <a:gd name="T20" fmla="*/ 2147483646 w 397"/>
                <a:gd name="T21" fmla="*/ 2147483646 h 235"/>
                <a:gd name="T22" fmla="*/ 2147483646 w 397"/>
                <a:gd name="T23" fmla="*/ 2147483646 h 235"/>
                <a:gd name="T24" fmla="*/ 2147483646 w 397"/>
                <a:gd name="T25" fmla="*/ 2147483646 h 235"/>
                <a:gd name="T26" fmla="*/ 2147483646 w 397"/>
                <a:gd name="T27" fmla="*/ 2147483646 h 235"/>
                <a:gd name="T28" fmla="*/ 2147483646 w 397"/>
                <a:gd name="T29" fmla="*/ 2147483646 h 235"/>
                <a:gd name="T30" fmla="*/ 2147483646 w 397"/>
                <a:gd name="T31" fmla="*/ 2147483646 h 235"/>
                <a:gd name="T32" fmla="*/ 2147483646 w 397"/>
                <a:gd name="T33" fmla="*/ 2147483646 h 235"/>
                <a:gd name="T34" fmla="*/ 2147483646 w 397"/>
                <a:gd name="T35" fmla="*/ 2147483646 h 235"/>
                <a:gd name="T36" fmla="*/ 2147483646 w 397"/>
                <a:gd name="T37" fmla="*/ 0 h 235"/>
                <a:gd name="T38" fmla="*/ 0 w 397"/>
                <a:gd name="T39" fmla="*/ 2147483646 h 235"/>
                <a:gd name="T40" fmla="*/ 2147483646 w 397"/>
                <a:gd name="T41" fmla="*/ 2147483646 h 235"/>
                <a:gd name="T42" fmla="*/ 2147483646 w 397"/>
                <a:gd name="T43" fmla="*/ 2147483646 h 235"/>
                <a:gd name="T44" fmla="*/ 2147483646 w 397"/>
                <a:gd name="T45" fmla="*/ 2147483646 h 235"/>
                <a:gd name="T46" fmla="*/ 2147483646 w 397"/>
                <a:gd name="T47" fmla="*/ 2147483646 h 235"/>
                <a:gd name="T48" fmla="*/ 2147483646 w 397"/>
                <a:gd name="T49" fmla="*/ 2147483646 h 235"/>
                <a:gd name="T50" fmla="*/ 2147483646 w 397"/>
                <a:gd name="T51" fmla="*/ 2147483646 h 235"/>
                <a:gd name="T52" fmla="*/ 2147483646 w 397"/>
                <a:gd name="T53" fmla="*/ 2147483646 h 235"/>
                <a:gd name="T54" fmla="*/ 2147483646 w 397"/>
                <a:gd name="T55" fmla="*/ 2147483646 h 235"/>
                <a:gd name="T56" fmla="*/ 2147483646 w 397"/>
                <a:gd name="T57" fmla="*/ 2147483646 h 235"/>
                <a:gd name="T58" fmla="*/ 2147483646 w 397"/>
                <a:gd name="T59" fmla="*/ 2147483646 h 235"/>
                <a:gd name="T60" fmla="*/ 2147483646 w 397"/>
                <a:gd name="T61" fmla="*/ 2147483646 h 235"/>
                <a:gd name="T62" fmla="*/ 2147483646 w 397"/>
                <a:gd name="T63" fmla="*/ 2147483646 h 235"/>
                <a:gd name="T64" fmla="*/ 2147483646 w 397"/>
                <a:gd name="T65" fmla="*/ 2147483646 h 235"/>
                <a:gd name="T66" fmla="*/ 2147483646 w 397"/>
                <a:gd name="T67" fmla="*/ 2147483646 h 235"/>
                <a:gd name="T68" fmla="*/ 2147483646 w 397"/>
                <a:gd name="T69" fmla="*/ 2147483646 h 235"/>
                <a:gd name="T70" fmla="*/ 2147483646 w 397"/>
                <a:gd name="T71" fmla="*/ 2147483646 h 235"/>
                <a:gd name="T72" fmla="*/ 2147483646 w 397"/>
                <a:gd name="T73" fmla="*/ 2147483646 h 235"/>
                <a:gd name="T74" fmla="*/ 2147483646 w 397"/>
                <a:gd name="T75" fmla="*/ 2147483646 h 235"/>
                <a:gd name="T76" fmla="*/ 2147483646 w 397"/>
                <a:gd name="T77" fmla="*/ 2147483646 h 235"/>
                <a:gd name="T78" fmla="*/ 2147483646 w 397"/>
                <a:gd name="T79" fmla="*/ 2147483646 h 235"/>
                <a:gd name="T80" fmla="*/ 2147483646 w 397"/>
                <a:gd name="T81" fmla="*/ 2147483646 h 23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97" h="235">
                  <a:moveTo>
                    <a:pt x="393" y="82"/>
                  </a:moveTo>
                  <a:cubicBezTo>
                    <a:pt x="389" y="80"/>
                    <a:pt x="385" y="82"/>
                    <a:pt x="381" y="80"/>
                  </a:cubicBezTo>
                  <a:cubicBezTo>
                    <a:pt x="377" y="78"/>
                    <a:pt x="381" y="75"/>
                    <a:pt x="377" y="73"/>
                  </a:cubicBezTo>
                  <a:cubicBezTo>
                    <a:pt x="373" y="71"/>
                    <a:pt x="369" y="73"/>
                    <a:pt x="365" y="71"/>
                  </a:cubicBezTo>
                  <a:cubicBezTo>
                    <a:pt x="361" y="68"/>
                    <a:pt x="365" y="66"/>
                    <a:pt x="361" y="64"/>
                  </a:cubicBezTo>
                  <a:cubicBezTo>
                    <a:pt x="358" y="61"/>
                    <a:pt x="353" y="64"/>
                    <a:pt x="349" y="62"/>
                  </a:cubicBezTo>
                  <a:cubicBezTo>
                    <a:pt x="345" y="59"/>
                    <a:pt x="350" y="57"/>
                    <a:pt x="346" y="55"/>
                  </a:cubicBezTo>
                  <a:cubicBezTo>
                    <a:pt x="342" y="52"/>
                    <a:pt x="337" y="55"/>
                    <a:pt x="334" y="52"/>
                  </a:cubicBezTo>
                  <a:cubicBezTo>
                    <a:pt x="330" y="50"/>
                    <a:pt x="334" y="48"/>
                    <a:pt x="330" y="45"/>
                  </a:cubicBezTo>
                  <a:cubicBezTo>
                    <a:pt x="326" y="43"/>
                    <a:pt x="322" y="46"/>
                    <a:pt x="318" y="43"/>
                  </a:cubicBezTo>
                  <a:cubicBezTo>
                    <a:pt x="314" y="41"/>
                    <a:pt x="318" y="38"/>
                    <a:pt x="314" y="36"/>
                  </a:cubicBezTo>
                  <a:cubicBezTo>
                    <a:pt x="310" y="34"/>
                    <a:pt x="306" y="36"/>
                    <a:pt x="302" y="34"/>
                  </a:cubicBezTo>
                  <a:cubicBezTo>
                    <a:pt x="298" y="32"/>
                    <a:pt x="302" y="29"/>
                    <a:pt x="298" y="27"/>
                  </a:cubicBezTo>
                  <a:cubicBezTo>
                    <a:pt x="294" y="25"/>
                    <a:pt x="290" y="27"/>
                    <a:pt x="286" y="25"/>
                  </a:cubicBezTo>
                  <a:cubicBezTo>
                    <a:pt x="282" y="23"/>
                    <a:pt x="286" y="20"/>
                    <a:pt x="282" y="18"/>
                  </a:cubicBezTo>
                  <a:cubicBezTo>
                    <a:pt x="278" y="16"/>
                    <a:pt x="274" y="18"/>
                    <a:pt x="270" y="16"/>
                  </a:cubicBezTo>
                  <a:cubicBezTo>
                    <a:pt x="266" y="14"/>
                    <a:pt x="270" y="11"/>
                    <a:pt x="266" y="9"/>
                  </a:cubicBezTo>
                  <a:cubicBezTo>
                    <a:pt x="263" y="7"/>
                    <a:pt x="258" y="9"/>
                    <a:pt x="254" y="7"/>
                  </a:cubicBezTo>
                  <a:cubicBezTo>
                    <a:pt x="250" y="4"/>
                    <a:pt x="255" y="2"/>
                    <a:pt x="251" y="0"/>
                  </a:cubicBezTo>
                  <a:cubicBezTo>
                    <a:pt x="0" y="145"/>
                    <a:pt x="0" y="145"/>
                    <a:pt x="0" y="145"/>
                  </a:cubicBezTo>
                  <a:cubicBezTo>
                    <a:pt x="4" y="148"/>
                    <a:pt x="0" y="150"/>
                    <a:pt x="4" y="152"/>
                  </a:cubicBezTo>
                  <a:cubicBezTo>
                    <a:pt x="8" y="155"/>
                    <a:pt x="12" y="152"/>
                    <a:pt x="16" y="154"/>
                  </a:cubicBezTo>
                  <a:cubicBezTo>
                    <a:pt x="20" y="157"/>
                    <a:pt x="16" y="159"/>
                    <a:pt x="20" y="161"/>
                  </a:cubicBezTo>
                  <a:cubicBezTo>
                    <a:pt x="24" y="164"/>
                    <a:pt x="28" y="161"/>
                    <a:pt x="32" y="163"/>
                  </a:cubicBezTo>
                  <a:cubicBezTo>
                    <a:pt x="36" y="166"/>
                    <a:pt x="32" y="168"/>
                    <a:pt x="35" y="171"/>
                  </a:cubicBezTo>
                  <a:cubicBezTo>
                    <a:pt x="39" y="173"/>
                    <a:pt x="44" y="170"/>
                    <a:pt x="48" y="173"/>
                  </a:cubicBezTo>
                  <a:cubicBezTo>
                    <a:pt x="52" y="175"/>
                    <a:pt x="47" y="177"/>
                    <a:pt x="51" y="180"/>
                  </a:cubicBezTo>
                  <a:cubicBezTo>
                    <a:pt x="55" y="182"/>
                    <a:pt x="60" y="179"/>
                    <a:pt x="63" y="182"/>
                  </a:cubicBezTo>
                  <a:cubicBezTo>
                    <a:pt x="67" y="184"/>
                    <a:pt x="63" y="187"/>
                    <a:pt x="67" y="189"/>
                  </a:cubicBezTo>
                  <a:cubicBezTo>
                    <a:pt x="71" y="191"/>
                    <a:pt x="75" y="189"/>
                    <a:pt x="79" y="191"/>
                  </a:cubicBezTo>
                  <a:cubicBezTo>
                    <a:pt x="83" y="193"/>
                    <a:pt x="79" y="196"/>
                    <a:pt x="83" y="198"/>
                  </a:cubicBezTo>
                  <a:cubicBezTo>
                    <a:pt x="87" y="200"/>
                    <a:pt x="91" y="198"/>
                    <a:pt x="95" y="200"/>
                  </a:cubicBezTo>
                  <a:cubicBezTo>
                    <a:pt x="99" y="202"/>
                    <a:pt x="95" y="205"/>
                    <a:pt x="99" y="207"/>
                  </a:cubicBezTo>
                  <a:cubicBezTo>
                    <a:pt x="103" y="209"/>
                    <a:pt x="107" y="207"/>
                    <a:pt x="111" y="209"/>
                  </a:cubicBezTo>
                  <a:cubicBezTo>
                    <a:pt x="115" y="212"/>
                    <a:pt x="111" y="214"/>
                    <a:pt x="115" y="216"/>
                  </a:cubicBezTo>
                  <a:cubicBezTo>
                    <a:pt x="119" y="219"/>
                    <a:pt x="123" y="216"/>
                    <a:pt x="127" y="218"/>
                  </a:cubicBezTo>
                  <a:cubicBezTo>
                    <a:pt x="131" y="221"/>
                    <a:pt x="127" y="223"/>
                    <a:pt x="131" y="225"/>
                  </a:cubicBezTo>
                  <a:cubicBezTo>
                    <a:pt x="135" y="228"/>
                    <a:pt x="139" y="225"/>
                    <a:pt x="143" y="228"/>
                  </a:cubicBezTo>
                  <a:cubicBezTo>
                    <a:pt x="147" y="230"/>
                    <a:pt x="143" y="232"/>
                    <a:pt x="146" y="235"/>
                  </a:cubicBezTo>
                  <a:cubicBezTo>
                    <a:pt x="397" y="89"/>
                    <a:pt x="397" y="89"/>
                    <a:pt x="397" y="89"/>
                  </a:cubicBezTo>
                  <a:cubicBezTo>
                    <a:pt x="393" y="87"/>
                    <a:pt x="397" y="84"/>
                    <a:pt x="393" y="82"/>
                  </a:cubicBezTo>
                  <a:close/>
                </a:path>
              </a:pathLst>
            </a:custGeom>
            <a:solidFill>
              <a:srgbClr val="FFFFFF"/>
            </a:solidFill>
            <a:ln w="15875" cap="flat">
              <a:solidFill>
                <a:srgbClr val="4D9DFF"/>
              </a:solidFill>
              <a:prstDash val="solid"/>
              <a:miter lim="800000"/>
            </a:ln>
          </p:spPr>
          <p:txBody>
            <a:bodyPr anchor="ctr"/>
            <a:lstStyle/>
            <a:p>
              <a:endParaRPr lang="zh-CN" altLang="en-US"/>
            </a:p>
          </p:txBody>
        </p:sp>
        <p:sp>
          <p:nvSpPr>
            <p:cNvPr id="1049366" name="ïṣľidê"/>
            <p:cNvSpPr>
              <a:spLocks noChangeShapeType="1"/>
            </p:cNvSpPr>
            <p:nvPr>
              <p:custDataLst>
                <p:tags r:id="rId56"/>
              </p:custDataLst>
            </p:nvPr>
          </p:nvSpPr>
          <p:spPr bwMode="auto">
            <a:xfrm>
              <a:off x="7504918" y="3565163"/>
              <a:ext cx="550329" cy="321498"/>
            </a:xfrm>
            <a:prstGeom prst="line">
              <a:avLst/>
            </a:prstGeom>
            <a:noFill/>
            <a:ln w="11113" cap="rnd">
              <a:solidFill>
                <a:srgbClr val="4D9DFF"/>
              </a:solidFill>
              <a:miter lim="800000"/>
            </a:ln>
          </p:spPr>
          <p:txBody>
            <a:bodyPr anchor="ctr"/>
            <a:lstStyle/>
            <a:p>
              <a:endParaRPr lang="zh-CN" altLang="en-US"/>
            </a:p>
          </p:txBody>
        </p:sp>
        <p:sp>
          <p:nvSpPr>
            <p:cNvPr id="1049367" name="ïṥlíḍè"/>
            <p:cNvSpPr>
              <a:spLocks noChangeShapeType="1"/>
            </p:cNvSpPr>
            <p:nvPr>
              <p:custDataLst>
                <p:tags r:id="rId57"/>
              </p:custDataLst>
            </p:nvPr>
          </p:nvSpPr>
          <p:spPr bwMode="auto">
            <a:xfrm>
              <a:off x="7427381" y="3616225"/>
              <a:ext cx="550329" cy="321498"/>
            </a:xfrm>
            <a:prstGeom prst="line">
              <a:avLst/>
            </a:prstGeom>
            <a:noFill/>
            <a:ln w="11113" cap="rnd">
              <a:solidFill>
                <a:srgbClr val="4D9DFF"/>
              </a:solidFill>
              <a:miter lim="800000"/>
            </a:ln>
          </p:spPr>
          <p:txBody>
            <a:bodyPr anchor="ctr"/>
            <a:lstStyle/>
            <a:p>
              <a:endParaRPr lang="zh-CN" altLang="en-US"/>
            </a:p>
          </p:txBody>
        </p:sp>
        <p:sp>
          <p:nvSpPr>
            <p:cNvPr id="1049368" name="íŝľíde"/>
            <p:cNvSpPr>
              <a:spLocks noChangeShapeType="1"/>
            </p:cNvSpPr>
            <p:nvPr>
              <p:custDataLst>
                <p:tags r:id="rId58"/>
              </p:custDataLst>
            </p:nvPr>
          </p:nvSpPr>
          <p:spPr bwMode="auto">
            <a:xfrm>
              <a:off x="7073733" y="3754280"/>
              <a:ext cx="372560" cy="215593"/>
            </a:xfrm>
            <a:prstGeom prst="line">
              <a:avLst/>
            </a:prstGeom>
            <a:noFill/>
            <a:ln w="11113" cap="rnd">
              <a:solidFill>
                <a:srgbClr val="4D9DFF"/>
              </a:solidFill>
              <a:miter lim="800000"/>
            </a:ln>
          </p:spPr>
          <p:txBody>
            <a:bodyPr anchor="ctr"/>
            <a:lstStyle/>
            <a:p>
              <a:endParaRPr lang="zh-CN" altLang="en-US"/>
            </a:p>
          </p:txBody>
        </p:sp>
        <p:sp>
          <p:nvSpPr>
            <p:cNvPr id="1049369" name="ïsḻiďê"/>
            <p:cNvSpPr>
              <a:spLocks noChangeShapeType="1"/>
            </p:cNvSpPr>
            <p:nvPr>
              <p:custDataLst>
                <p:tags r:id="rId59"/>
              </p:custDataLst>
            </p:nvPr>
          </p:nvSpPr>
          <p:spPr bwMode="auto">
            <a:xfrm>
              <a:off x="6965937" y="3818579"/>
              <a:ext cx="380125" cy="221267"/>
            </a:xfrm>
            <a:prstGeom prst="line">
              <a:avLst/>
            </a:prstGeom>
            <a:noFill/>
            <a:ln w="11113" cap="rnd">
              <a:solidFill>
                <a:srgbClr val="4D9DFF"/>
              </a:solidFill>
              <a:miter lim="800000"/>
            </a:ln>
          </p:spPr>
          <p:txBody>
            <a:bodyPr anchor="ctr"/>
            <a:lstStyle/>
            <a:p>
              <a:endParaRPr lang="zh-CN" altLang="en-US"/>
            </a:p>
          </p:txBody>
        </p:sp>
        <p:sp>
          <p:nvSpPr>
            <p:cNvPr id="1049370" name="îšļíḍe"/>
            <p:cNvSpPr>
              <a:spLocks noChangeShapeType="1"/>
            </p:cNvSpPr>
            <p:nvPr>
              <p:custDataLst>
                <p:tags r:id="rId60"/>
              </p:custDataLst>
            </p:nvPr>
          </p:nvSpPr>
          <p:spPr bwMode="auto">
            <a:xfrm>
              <a:off x="6833555" y="3899900"/>
              <a:ext cx="380125" cy="215593"/>
            </a:xfrm>
            <a:prstGeom prst="line">
              <a:avLst/>
            </a:prstGeom>
            <a:noFill/>
            <a:ln w="11113" cap="rnd">
              <a:solidFill>
                <a:srgbClr val="4D9DFF"/>
              </a:solidFill>
              <a:miter lim="800000"/>
            </a:ln>
          </p:spPr>
          <p:txBody>
            <a:bodyPr anchor="ctr"/>
            <a:lstStyle/>
            <a:p>
              <a:endParaRPr lang="zh-CN" altLang="en-US"/>
            </a:p>
          </p:txBody>
        </p:sp>
        <p:sp>
          <p:nvSpPr>
            <p:cNvPr id="1049371" name="îSḻíḋé"/>
            <p:cNvSpPr>
              <a:spLocks noChangeShapeType="1"/>
            </p:cNvSpPr>
            <p:nvPr>
              <p:custDataLst>
                <p:tags r:id="rId61"/>
              </p:custDataLst>
            </p:nvPr>
          </p:nvSpPr>
          <p:spPr bwMode="auto">
            <a:xfrm>
              <a:off x="6712521" y="3969872"/>
              <a:ext cx="380125" cy="215593"/>
            </a:xfrm>
            <a:prstGeom prst="line">
              <a:avLst/>
            </a:prstGeom>
            <a:noFill/>
            <a:ln w="11113" cap="rnd">
              <a:solidFill>
                <a:srgbClr val="4D9DFF"/>
              </a:solidFill>
              <a:miter lim="800000"/>
            </a:ln>
          </p:spPr>
          <p:txBody>
            <a:bodyPr anchor="ctr"/>
            <a:lstStyle/>
            <a:p>
              <a:endParaRPr lang="zh-CN" altLang="en-US"/>
            </a:p>
          </p:txBody>
        </p:sp>
        <p:sp>
          <p:nvSpPr>
            <p:cNvPr id="1049372" name="íṣ1íḋè"/>
            <p:cNvSpPr>
              <a:spLocks noChangeShapeType="1"/>
            </p:cNvSpPr>
            <p:nvPr>
              <p:custDataLst>
                <p:tags r:id="rId62"/>
              </p:custDataLst>
            </p:nvPr>
          </p:nvSpPr>
          <p:spPr bwMode="auto">
            <a:xfrm>
              <a:off x="7434946" y="3710784"/>
              <a:ext cx="385798" cy="226940"/>
            </a:xfrm>
            <a:prstGeom prst="line">
              <a:avLst/>
            </a:prstGeom>
            <a:noFill/>
            <a:ln w="11113" cap="rnd">
              <a:solidFill>
                <a:srgbClr val="4D9DFF"/>
              </a:solidFill>
              <a:miter lim="800000"/>
            </a:ln>
          </p:spPr>
          <p:txBody>
            <a:bodyPr anchor="ctr"/>
            <a:lstStyle/>
            <a:p>
              <a:endParaRPr lang="zh-CN" altLang="en-US"/>
            </a:p>
          </p:txBody>
        </p:sp>
        <p:sp>
          <p:nvSpPr>
            <p:cNvPr id="1049373" name="iṣ1iḓé"/>
            <p:cNvSpPr/>
            <p:nvPr>
              <p:custDataLst>
                <p:tags r:id="rId63"/>
              </p:custDataLst>
            </p:nvPr>
          </p:nvSpPr>
          <p:spPr bwMode="auto">
            <a:xfrm>
              <a:off x="7554088" y="4026607"/>
              <a:ext cx="64300" cy="32150"/>
            </a:xfrm>
            <a:custGeom>
              <a:avLst/>
              <a:gdLst>
                <a:gd name="T0" fmla="*/ 2147483646 w 10"/>
                <a:gd name="T1" fmla="*/ 2147483646 h 5"/>
                <a:gd name="T2" fmla="*/ 2147483646 w 10"/>
                <a:gd name="T3" fmla="*/ 2147483646 h 5"/>
                <a:gd name="T4" fmla="*/ 2147483646 w 10"/>
                <a:gd name="T5" fmla="*/ 2147483646 h 5"/>
                <a:gd name="T6" fmla="*/ 2147483646 w 10"/>
                <a:gd name="T7" fmla="*/ 2147483646 h 5"/>
                <a:gd name="T8" fmla="*/ 0 w 10"/>
                <a:gd name="T9" fmla="*/ 2147483646 h 5"/>
                <a:gd name="T10" fmla="*/ 2147483646 w 10"/>
                <a:gd name="T11" fmla="*/ 2147483646 h 5"/>
                <a:gd name="T12" fmla="*/ 2147483646 w 10"/>
                <a:gd name="T13" fmla="*/ 2147483646 h 5"/>
                <a:gd name="T14" fmla="*/ 2147483646 w 10"/>
                <a:gd name="T15" fmla="*/ 2147483646 h 5"/>
                <a:gd name="T16" fmla="*/ 2147483646 w 10"/>
                <a:gd name="T17" fmla="*/ 2147483646 h 5"/>
                <a:gd name="T18" fmla="*/ 2147483646 w 10"/>
                <a:gd name="T19" fmla="*/ 2147483646 h 5"/>
                <a:gd name="T20" fmla="*/ 2147483646 w 10"/>
                <a:gd name="T21" fmla="*/ 2147483646 h 5"/>
                <a:gd name="T22" fmla="*/ 2147483646 w 10"/>
                <a:gd name="T23" fmla="*/ 2147483646 h 5"/>
                <a:gd name="T24" fmla="*/ 2147483646 w 10"/>
                <a:gd name="T25" fmla="*/ 2147483646 h 5"/>
                <a:gd name="T26" fmla="*/ 2147483646 w 10"/>
                <a:gd name="T27" fmla="*/ 0 h 5"/>
                <a:gd name="T28" fmla="*/ 2147483646 w 10"/>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 h="5">
                  <a:moveTo>
                    <a:pt x="4" y="2"/>
                  </a:moveTo>
                  <a:cubicBezTo>
                    <a:pt x="5" y="3"/>
                    <a:pt x="6" y="4"/>
                    <a:pt x="5" y="4"/>
                  </a:cubicBezTo>
                  <a:cubicBezTo>
                    <a:pt x="4" y="4"/>
                    <a:pt x="3" y="4"/>
                    <a:pt x="2" y="4"/>
                  </a:cubicBezTo>
                  <a:cubicBezTo>
                    <a:pt x="2" y="3"/>
                    <a:pt x="1" y="2"/>
                    <a:pt x="1" y="2"/>
                  </a:cubicBezTo>
                  <a:cubicBezTo>
                    <a:pt x="0" y="3"/>
                    <a:pt x="0" y="3"/>
                    <a:pt x="0" y="3"/>
                  </a:cubicBezTo>
                  <a:cubicBezTo>
                    <a:pt x="0" y="3"/>
                    <a:pt x="1" y="4"/>
                    <a:pt x="2" y="4"/>
                  </a:cubicBezTo>
                  <a:cubicBezTo>
                    <a:pt x="3" y="5"/>
                    <a:pt x="5" y="5"/>
                    <a:pt x="6" y="4"/>
                  </a:cubicBezTo>
                  <a:cubicBezTo>
                    <a:pt x="7" y="4"/>
                    <a:pt x="7" y="3"/>
                    <a:pt x="6" y="2"/>
                  </a:cubicBezTo>
                  <a:cubicBezTo>
                    <a:pt x="5" y="1"/>
                    <a:pt x="4" y="1"/>
                    <a:pt x="5" y="1"/>
                  </a:cubicBezTo>
                  <a:cubicBezTo>
                    <a:pt x="6" y="0"/>
                    <a:pt x="6" y="1"/>
                    <a:pt x="7" y="1"/>
                  </a:cubicBezTo>
                  <a:cubicBezTo>
                    <a:pt x="8" y="1"/>
                    <a:pt x="9" y="2"/>
                    <a:pt x="9" y="2"/>
                  </a:cubicBezTo>
                  <a:cubicBezTo>
                    <a:pt x="10" y="2"/>
                    <a:pt x="10" y="2"/>
                    <a:pt x="10" y="2"/>
                  </a:cubicBezTo>
                  <a:cubicBezTo>
                    <a:pt x="10" y="2"/>
                    <a:pt x="9" y="1"/>
                    <a:pt x="8" y="1"/>
                  </a:cubicBezTo>
                  <a:cubicBezTo>
                    <a:pt x="7" y="0"/>
                    <a:pt x="5" y="0"/>
                    <a:pt x="4" y="0"/>
                  </a:cubicBezTo>
                  <a:cubicBezTo>
                    <a:pt x="3" y="1"/>
                    <a:pt x="3" y="2"/>
                    <a:pt x="4" y="2"/>
                  </a:cubicBezTo>
                  <a:close/>
                </a:path>
              </a:pathLst>
            </a:custGeom>
            <a:solidFill>
              <a:srgbClr val="4D9DFF"/>
            </a:solidFill>
            <a:ln>
              <a:noFill/>
            </a:ln>
          </p:spPr>
          <p:txBody>
            <a:bodyPr anchor="ctr"/>
            <a:lstStyle/>
            <a:p>
              <a:endParaRPr lang="zh-CN" altLang="en-US"/>
            </a:p>
          </p:txBody>
        </p:sp>
        <p:sp>
          <p:nvSpPr>
            <p:cNvPr id="1049374" name="ïṩlïdè"/>
            <p:cNvSpPr/>
            <p:nvPr>
              <p:custDataLst>
                <p:tags r:id="rId64"/>
              </p:custDataLst>
            </p:nvPr>
          </p:nvSpPr>
          <p:spPr bwMode="auto">
            <a:xfrm>
              <a:off x="7516265" y="4002023"/>
              <a:ext cx="64300" cy="37823"/>
            </a:xfrm>
            <a:custGeom>
              <a:avLst/>
              <a:gdLst>
                <a:gd name="T0" fmla="*/ 2147483646 w 10"/>
                <a:gd name="T1" fmla="*/ 2147483646 h 6"/>
                <a:gd name="T2" fmla="*/ 2147483646 w 10"/>
                <a:gd name="T3" fmla="*/ 2147483646 h 6"/>
                <a:gd name="T4" fmla="*/ 2147483646 w 10"/>
                <a:gd name="T5" fmla="*/ 2147483646 h 6"/>
                <a:gd name="T6" fmla="*/ 2147483646 w 10"/>
                <a:gd name="T7" fmla="*/ 2147483646 h 6"/>
                <a:gd name="T8" fmla="*/ 2147483646 w 10"/>
                <a:gd name="T9" fmla="*/ 2147483646 h 6"/>
                <a:gd name="T10" fmla="*/ 2147483646 w 10"/>
                <a:gd name="T11" fmla="*/ 2147483646 h 6"/>
                <a:gd name="T12" fmla="*/ 2147483646 w 10"/>
                <a:gd name="T13" fmla="*/ 2147483646 h 6"/>
                <a:gd name="T14" fmla="*/ 2147483646 w 10"/>
                <a:gd name="T15" fmla="*/ 2147483646 h 6"/>
                <a:gd name="T16" fmla="*/ 2147483646 w 10"/>
                <a:gd name="T17" fmla="*/ 2147483646 h 6"/>
                <a:gd name="T18" fmla="*/ 2147483646 w 10"/>
                <a:gd name="T19" fmla="*/ 0 h 6"/>
                <a:gd name="T20" fmla="*/ 2147483646 w 10"/>
                <a:gd name="T21" fmla="*/ 0 h 6"/>
                <a:gd name="T22" fmla="*/ 2147483646 w 10"/>
                <a:gd name="T23" fmla="*/ 2147483646 h 6"/>
                <a:gd name="T24" fmla="*/ 2147483646 w 10"/>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 h="6">
                  <a:moveTo>
                    <a:pt x="1" y="5"/>
                  </a:moveTo>
                  <a:cubicBezTo>
                    <a:pt x="2" y="5"/>
                    <a:pt x="4" y="5"/>
                    <a:pt x="4" y="5"/>
                  </a:cubicBezTo>
                  <a:cubicBezTo>
                    <a:pt x="3" y="6"/>
                    <a:pt x="3" y="6"/>
                    <a:pt x="3" y="6"/>
                  </a:cubicBezTo>
                  <a:cubicBezTo>
                    <a:pt x="4" y="6"/>
                    <a:pt x="4" y="6"/>
                    <a:pt x="4" y="6"/>
                  </a:cubicBezTo>
                  <a:cubicBezTo>
                    <a:pt x="10" y="3"/>
                    <a:pt x="10" y="3"/>
                    <a:pt x="10" y="3"/>
                  </a:cubicBezTo>
                  <a:cubicBezTo>
                    <a:pt x="9" y="2"/>
                    <a:pt x="9" y="2"/>
                    <a:pt x="9" y="2"/>
                  </a:cubicBezTo>
                  <a:cubicBezTo>
                    <a:pt x="4" y="5"/>
                    <a:pt x="4" y="5"/>
                    <a:pt x="4" y="5"/>
                  </a:cubicBezTo>
                  <a:cubicBezTo>
                    <a:pt x="4" y="5"/>
                    <a:pt x="3" y="5"/>
                    <a:pt x="2" y="4"/>
                  </a:cubicBezTo>
                  <a:cubicBezTo>
                    <a:pt x="1" y="4"/>
                    <a:pt x="2" y="3"/>
                    <a:pt x="3" y="2"/>
                  </a:cubicBezTo>
                  <a:cubicBezTo>
                    <a:pt x="6" y="0"/>
                    <a:pt x="6" y="0"/>
                    <a:pt x="6" y="0"/>
                  </a:cubicBezTo>
                  <a:cubicBezTo>
                    <a:pt x="5" y="0"/>
                    <a:pt x="5" y="0"/>
                    <a:pt x="5" y="0"/>
                  </a:cubicBezTo>
                  <a:cubicBezTo>
                    <a:pt x="2" y="2"/>
                    <a:pt x="2" y="2"/>
                    <a:pt x="2" y="2"/>
                  </a:cubicBezTo>
                  <a:cubicBezTo>
                    <a:pt x="0" y="3"/>
                    <a:pt x="0" y="4"/>
                    <a:pt x="1" y="5"/>
                  </a:cubicBezTo>
                  <a:close/>
                </a:path>
              </a:pathLst>
            </a:custGeom>
            <a:solidFill>
              <a:srgbClr val="4D9DFF"/>
            </a:solidFill>
            <a:ln>
              <a:noFill/>
            </a:ln>
          </p:spPr>
          <p:txBody>
            <a:bodyPr anchor="ctr"/>
            <a:lstStyle/>
            <a:p>
              <a:endParaRPr lang="zh-CN" altLang="en-US"/>
            </a:p>
          </p:txBody>
        </p:sp>
        <p:sp>
          <p:nvSpPr>
            <p:cNvPr id="1049375" name="ïṧḷîḍe"/>
            <p:cNvSpPr/>
            <p:nvPr>
              <p:custDataLst>
                <p:tags r:id="rId65"/>
              </p:custDataLst>
            </p:nvPr>
          </p:nvSpPr>
          <p:spPr bwMode="auto">
            <a:xfrm>
              <a:off x="7591912" y="4045519"/>
              <a:ext cx="83211" cy="37823"/>
            </a:xfrm>
            <a:custGeom>
              <a:avLst/>
              <a:gdLst>
                <a:gd name="T0" fmla="*/ 2147483646 w 13"/>
                <a:gd name="T1" fmla="*/ 2147483646 h 6"/>
                <a:gd name="T2" fmla="*/ 2147483646 w 13"/>
                <a:gd name="T3" fmla="*/ 2147483646 h 6"/>
                <a:gd name="T4" fmla="*/ 2147483646 w 13"/>
                <a:gd name="T5" fmla="*/ 2147483646 h 6"/>
                <a:gd name="T6" fmla="*/ 2147483646 w 13"/>
                <a:gd name="T7" fmla="*/ 2147483646 h 6"/>
                <a:gd name="T8" fmla="*/ 2147483646 w 13"/>
                <a:gd name="T9" fmla="*/ 2147483646 h 6"/>
                <a:gd name="T10" fmla="*/ 2147483646 w 13"/>
                <a:gd name="T11" fmla="*/ 0 h 6"/>
                <a:gd name="T12" fmla="*/ 2147483646 w 13"/>
                <a:gd name="T13" fmla="*/ 2147483646 h 6"/>
                <a:gd name="T14" fmla="*/ 2147483646 w 13"/>
                <a:gd name="T15" fmla="*/ 2147483646 h 6"/>
                <a:gd name="T16" fmla="*/ 2147483646 w 13"/>
                <a:gd name="T17" fmla="*/ 2147483646 h 6"/>
                <a:gd name="T18" fmla="*/ 2147483646 w 13"/>
                <a:gd name="T19" fmla="*/ 2147483646 h 6"/>
                <a:gd name="T20" fmla="*/ 2147483646 w 13"/>
                <a:gd name="T21" fmla="*/ 2147483646 h 6"/>
                <a:gd name="T22" fmla="*/ 2147483646 w 13"/>
                <a:gd name="T23" fmla="*/ 2147483646 h 6"/>
                <a:gd name="T24" fmla="*/ 2147483646 w 13"/>
                <a:gd name="T25" fmla="*/ 2147483646 h 6"/>
                <a:gd name="T26" fmla="*/ 2147483646 w 13"/>
                <a:gd name="T27" fmla="*/ 2147483646 h 6"/>
                <a:gd name="T28" fmla="*/ 2147483646 w 13"/>
                <a:gd name="T29" fmla="*/ 2147483646 h 6"/>
                <a:gd name="T30" fmla="*/ 2147483646 w 13"/>
                <a:gd name="T31" fmla="*/ 2147483646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 h="6">
                  <a:moveTo>
                    <a:pt x="1" y="4"/>
                  </a:moveTo>
                  <a:cubicBezTo>
                    <a:pt x="2" y="5"/>
                    <a:pt x="4" y="5"/>
                    <a:pt x="4" y="5"/>
                  </a:cubicBezTo>
                  <a:cubicBezTo>
                    <a:pt x="3" y="5"/>
                    <a:pt x="3" y="5"/>
                    <a:pt x="3" y="5"/>
                  </a:cubicBezTo>
                  <a:cubicBezTo>
                    <a:pt x="4" y="6"/>
                    <a:pt x="4" y="6"/>
                    <a:pt x="4" y="6"/>
                  </a:cubicBezTo>
                  <a:cubicBezTo>
                    <a:pt x="13" y="1"/>
                    <a:pt x="13" y="1"/>
                    <a:pt x="13" y="1"/>
                  </a:cubicBezTo>
                  <a:cubicBezTo>
                    <a:pt x="12" y="0"/>
                    <a:pt x="12" y="0"/>
                    <a:pt x="12" y="0"/>
                  </a:cubicBezTo>
                  <a:cubicBezTo>
                    <a:pt x="9" y="2"/>
                    <a:pt x="9" y="2"/>
                    <a:pt x="9" y="2"/>
                  </a:cubicBezTo>
                  <a:cubicBezTo>
                    <a:pt x="9" y="2"/>
                    <a:pt x="9" y="1"/>
                    <a:pt x="8" y="1"/>
                  </a:cubicBezTo>
                  <a:cubicBezTo>
                    <a:pt x="6" y="0"/>
                    <a:pt x="4" y="0"/>
                    <a:pt x="2" y="1"/>
                  </a:cubicBezTo>
                  <a:cubicBezTo>
                    <a:pt x="0" y="3"/>
                    <a:pt x="0" y="4"/>
                    <a:pt x="1" y="4"/>
                  </a:cubicBezTo>
                  <a:close/>
                  <a:moveTo>
                    <a:pt x="7" y="2"/>
                  </a:moveTo>
                  <a:cubicBezTo>
                    <a:pt x="8" y="2"/>
                    <a:pt x="8" y="2"/>
                    <a:pt x="9" y="2"/>
                  </a:cubicBezTo>
                  <a:cubicBezTo>
                    <a:pt x="5" y="5"/>
                    <a:pt x="5" y="5"/>
                    <a:pt x="5" y="5"/>
                  </a:cubicBezTo>
                  <a:cubicBezTo>
                    <a:pt x="4" y="5"/>
                    <a:pt x="3" y="5"/>
                    <a:pt x="2" y="4"/>
                  </a:cubicBezTo>
                  <a:cubicBezTo>
                    <a:pt x="2" y="4"/>
                    <a:pt x="1" y="3"/>
                    <a:pt x="3" y="2"/>
                  </a:cubicBezTo>
                  <a:cubicBezTo>
                    <a:pt x="5" y="1"/>
                    <a:pt x="6" y="1"/>
                    <a:pt x="7" y="2"/>
                  </a:cubicBezTo>
                  <a:close/>
                </a:path>
              </a:pathLst>
            </a:custGeom>
            <a:solidFill>
              <a:srgbClr val="4D9DFF"/>
            </a:solidFill>
            <a:ln>
              <a:noFill/>
            </a:ln>
          </p:spPr>
          <p:txBody>
            <a:bodyPr anchor="ctr"/>
            <a:lstStyle/>
            <a:p>
              <a:endParaRPr lang="zh-CN" altLang="en-US"/>
            </a:p>
          </p:txBody>
        </p:sp>
        <p:sp>
          <p:nvSpPr>
            <p:cNvPr id="1049376" name="íṩ1iḓè"/>
            <p:cNvSpPr/>
            <p:nvPr>
              <p:custDataLst>
                <p:tags r:id="rId66"/>
              </p:custDataLst>
            </p:nvPr>
          </p:nvSpPr>
          <p:spPr bwMode="auto">
            <a:xfrm>
              <a:off x="7769681" y="4140077"/>
              <a:ext cx="75647" cy="45388"/>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8" y="0"/>
                    <a:pt x="6" y="0"/>
                    <a:pt x="3" y="2"/>
                  </a:cubicBezTo>
                  <a:cubicBezTo>
                    <a:pt x="0" y="4"/>
                    <a:pt x="0" y="5"/>
                    <a:pt x="2" y="6"/>
                  </a:cubicBezTo>
                  <a:cubicBezTo>
                    <a:pt x="3" y="7"/>
                    <a:pt x="5" y="7"/>
                    <a:pt x="8" y="5"/>
                  </a:cubicBezTo>
                  <a:cubicBezTo>
                    <a:pt x="12" y="3"/>
                    <a:pt x="12" y="2"/>
                    <a:pt x="10" y="1"/>
                  </a:cubicBezTo>
                  <a:close/>
                  <a:moveTo>
                    <a:pt x="8" y="5"/>
                  </a:moveTo>
                  <a:cubicBezTo>
                    <a:pt x="5" y="6"/>
                    <a:pt x="4" y="6"/>
                    <a:pt x="2" y="5"/>
                  </a:cubicBezTo>
                  <a:cubicBezTo>
                    <a:pt x="1" y="5"/>
                    <a:pt x="1" y="4"/>
                    <a:pt x="4" y="2"/>
                  </a:cubicBezTo>
                  <a:cubicBezTo>
                    <a:pt x="6" y="1"/>
                    <a:pt x="8" y="1"/>
                    <a:pt x="9" y="2"/>
                  </a:cubicBezTo>
                  <a:cubicBezTo>
                    <a:pt x="10" y="2"/>
                    <a:pt x="10" y="3"/>
                    <a:pt x="8" y="5"/>
                  </a:cubicBezTo>
                  <a:close/>
                </a:path>
              </a:pathLst>
            </a:custGeom>
            <a:solidFill>
              <a:srgbClr val="4D9DFF"/>
            </a:solidFill>
            <a:ln>
              <a:noFill/>
            </a:ln>
          </p:spPr>
          <p:txBody>
            <a:bodyPr anchor="ctr"/>
            <a:lstStyle/>
            <a:p>
              <a:endParaRPr lang="zh-CN" altLang="en-US"/>
            </a:p>
          </p:txBody>
        </p:sp>
        <p:sp>
          <p:nvSpPr>
            <p:cNvPr id="1049377" name="îṧľïdè"/>
            <p:cNvSpPr/>
            <p:nvPr>
              <p:custDataLst>
                <p:tags r:id="rId67"/>
              </p:custDataLst>
            </p:nvPr>
          </p:nvSpPr>
          <p:spPr bwMode="auto">
            <a:xfrm>
              <a:off x="7707273" y="4102254"/>
              <a:ext cx="75647" cy="43497"/>
            </a:xfrm>
            <a:custGeom>
              <a:avLst/>
              <a:gdLst>
                <a:gd name="T0" fmla="*/ 2147483646 w 12"/>
                <a:gd name="T1" fmla="*/ 2147483646 h 7"/>
                <a:gd name="T2" fmla="*/ 2147483646 w 12"/>
                <a:gd name="T3" fmla="*/ 2147483646 h 7"/>
                <a:gd name="T4" fmla="*/ 2147483646 w 12"/>
                <a:gd name="T5" fmla="*/ 2147483646 h 7"/>
                <a:gd name="T6" fmla="*/ 2147483646 w 12"/>
                <a:gd name="T7" fmla="*/ 0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2147483646 w 12"/>
                <a:gd name="T21" fmla="*/ 2147483646 h 7"/>
                <a:gd name="T22" fmla="*/ 2147483646 w 12"/>
                <a:gd name="T23" fmla="*/ 2147483646 h 7"/>
                <a:gd name="T24" fmla="*/ 2147483646 w 12"/>
                <a:gd name="T25" fmla="*/ 2147483646 h 7"/>
                <a:gd name="T26" fmla="*/ 2147483646 w 12"/>
                <a:gd name="T27" fmla="*/ 2147483646 h 7"/>
                <a:gd name="T28" fmla="*/ 0 w 12"/>
                <a:gd name="T29" fmla="*/ 2147483646 h 7"/>
                <a:gd name="T30" fmla="*/ 2147483646 w 12"/>
                <a:gd name="T31" fmla="*/ 2147483646 h 7"/>
                <a:gd name="T32" fmla="*/ 2147483646 w 12"/>
                <a:gd name="T33" fmla="*/ 2147483646 h 7"/>
                <a:gd name="T34" fmla="*/ 2147483646 w 12"/>
                <a:gd name="T35" fmla="*/ 2147483646 h 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 h="7">
                  <a:moveTo>
                    <a:pt x="8" y="5"/>
                  </a:moveTo>
                  <a:cubicBezTo>
                    <a:pt x="8" y="5"/>
                    <a:pt x="10" y="5"/>
                    <a:pt x="11" y="4"/>
                  </a:cubicBezTo>
                  <a:cubicBezTo>
                    <a:pt x="12" y="3"/>
                    <a:pt x="12" y="3"/>
                    <a:pt x="10" y="1"/>
                  </a:cubicBezTo>
                  <a:cubicBezTo>
                    <a:pt x="9" y="1"/>
                    <a:pt x="8" y="0"/>
                    <a:pt x="8" y="0"/>
                  </a:cubicBezTo>
                  <a:cubicBezTo>
                    <a:pt x="7" y="1"/>
                    <a:pt x="7" y="1"/>
                    <a:pt x="7" y="1"/>
                  </a:cubicBezTo>
                  <a:cubicBezTo>
                    <a:pt x="7" y="1"/>
                    <a:pt x="8" y="1"/>
                    <a:pt x="9" y="2"/>
                  </a:cubicBezTo>
                  <a:cubicBezTo>
                    <a:pt x="11" y="3"/>
                    <a:pt x="11" y="3"/>
                    <a:pt x="10" y="4"/>
                  </a:cubicBezTo>
                  <a:cubicBezTo>
                    <a:pt x="9" y="4"/>
                    <a:pt x="7" y="4"/>
                    <a:pt x="7" y="4"/>
                  </a:cubicBezTo>
                  <a:cubicBezTo>
                    <a:pt x="5" y="3"/>
                    <a:pt x="5" y="3"/>
                    <a:pt x="5" y="3"/>
                  </a:cubicBezTo>
                  <a:cubicBezTo>
                    <a:pt x="4" y="3"/>
                    <a:pt x="4" y="3"/>
                    <a:pt x="4" y="3"/>
                  </a:cubicBezTo>
                  <a:cubicBezTo>
                    <a:pt x="6" y="4"/>
                    <a:pt x="6" y="4"/>
                    <a:pt x="6" y="4"/>
                  </a:cubicBezTo>
                  <a:cubicBezTo>
                    <a:pt x="7" y="5"/>
                    <a:pt x="7" y="5"/>
                    <a:pt x="6" y="6"/>
                  </a:cubicBezTo>
                  <a:cubicBezTo>
                    <a:pt x="5" y="6"/>
                    <a:pt x="4" y="6"/>
                    <a:pt x="3" y="6"/>
                  </a:cubicBezTo>
                  <a:cubicBezTo>
                    <a:pt x="2" y="5"/>
                    <a:pt x="1" y="4"/>
                    <a:pt x="1" y="4"/>
                  </a:cubicBezTo>
                  <a:cubicBezTo>
                    <a:pt x="0" y="5"/>
                    <a:pt x="0" y="5"/>
                    <a:pt x="0" y="5"/>
                  </a:cubicBezTo>
                  <a:cubicBezTo>
                    <a:pt x="0" y="5"/>
                    <a:pt x="1" y="6"/>
                    <a:pt x="2" y="6"/>
                  </a:cubicBezTo>
                  <a:cubicBezTo>
                    <a:pt x="4" y="7"/>
                    <a:pt x="6" y="7"/>
                    <a:pt x="7" y="6"/>
                  </a:cubicBezTo>
                  <a:cubicBezTo>
                    <a:pt x="8" y="6"/>
                    <a:pt x="8" y="5"/>
                    <a:pt x="8" y="5"/>
                  </a:cubicBezTo>
                  <a:close/>
                </a:path>
              </a:pathLst>
            </a:custGeom>
            <a:solidFill>
              <a:srgbClr val="4D9DFF"/>
            </a:solidFill>
            <a:ln>
              <a:noFill/>
            </a:ln>
          </p:spPr>
          <p:txBody>
            <a:bodyPr anchor="ctr"/>
            <a:lstStyle/>
            <a:p>
              <a:endParaRPr lang="zh-CN" altLang="en-US"/>
            </a:p>
          </p:txBody>
        </p:sp>
        <p:sp>
          <p:nvSpPr>
            <p:cNvPr id="1049378" name="iṥḻíďè"/>
            <p:cNvSpPr/>
            <p:nvPr>
              <p:custDataLst>
                <p:tags r:id="rId68"/>
              </p:custDataLst>
            </p:nvPr>
          </p:nvSpPr>
          <p:spPr bwMode="auto">
            <a:xfrm>
              <a:off x="7750769" y="4153316"/>
              <a:ext cx="13239" cy="5674"/>
            </a:xfrm>
            <a:custGeom>
              <a:avLst/>
              <a:gdLst>
                <a:gd name="T0" fmla="*/ 0 w 7"/>
                <a:gd name="T1" fmla="*/ 2147483646 h 3"/>
                <a:gd name="T2" fmla="*/ 2147483646 w 7"/>
                <a:gd name="T3" fmla="*/ 2147483646 h 3"/>
                <a:gd name="T4" fmla="*/ 2147483646 w 7"/>
                <a:gd name="T5" fmla="*/ 0 h 3"/>
                <a:gd name="T6" fmla="*/ 2147483646 w 7"/>
                <a:gd name="T7" fmla="*/ 0 h 3"/>
                <a:gd name="T8" fmla="*/ 0 w 7"/>
                <a:gd name="T9" fmla="*/ 2147483646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3">
                  <a:moveTo>
                    <a:pt x="0" y="3"/>
                  </a:moveTo>
                  <a:lnTo>
                    <a:pt x="3" y="3"/>
                  </a:lnTo>
                  <a:lnTo>
                    <a:pt x="7" y="0"/>
                  </a:lnTo>
                  <a:lnTo>
                    <a:pt x="3" y="0"/>
                  </a:lnTo>
                  <a:lnTo>
                    <a:pt x="0" y="3"/>
                  </a:lnTo>
                  <a:close/>
                </a:path>
              </a:pathLst>
            </a:custGeom>
            <a:solidFill>
              <a:srgbClr val="4D9DFF"/>
            </a:solidFill>
            <a:ln>
              <a:noFill/>
            </a:ln>
          </p:spPr>
          <p:txBody>
            <a:bodyPr anchor="ctr"/>
            <a:lstStyle/>
            <a:p>
              <a:endParaRPr lang="zh-CN" altLang="en-US"/>
            </a:p>
          </p:txBody>
        </p:sp>
        <p:sp>
          <p:nvSpPr>
            <p:cNvPr id="1049379" name="îṣ1ïḍê"/>
            <p:cNvSpPr/>
            <p:nvPr>
              <p:custDataLst>
                <p:tags r:id="rId69"/>
              </p:custDataLst>
            </p:nvPr>
          </p:nvSpPr>
          <p:spPr bwMode="auto">
            <a:xfrm>
              <a:off x="7389558" y="4070105"/>
              <a:ext cx="69974" cy="45388"/>
            </a:xfrm>
            <a:custGeom>
              <a:avLst/>
              <a:gdLst>
                <a:gd name="T0" fmla="*/ 2147483646 w 11"/>
                <a:gd name="T1" fmla="*/ 2147483646 h 7"/>
                <a:gd name="T2" fmla="*/ 2147483646 w 11"/>
                <a:gd name="T3" fmla="*/ 2147483646 h 7"/>
                <a:gd name="T4" fmla="*/ 2147483646 w 11"/>
                <a:gd name="T5" fmla="*/ 2147483646 h 7"/>
                <a:gd name="T6" fmla="*/ 2147483646 w 11"/>
                <a:gd name="T7" fmla="*/ 2147483646 h 7"/>
                <a:gd name="T8" fmla="*/ 2147483646 w 11"/>
                <a:gd name="T9" fmla="*/ 2147483646 h 7"/>
                <a:gd name="T10" fmla="*/ 2147483646 w 11"/>
                <a:gd name="T11" fmla="*/ 2147483646 h 7"/>
                <a:gd name="T12" fmla="*/ 2147483646 w 11"/>
                <a:gd name="T13" fmla="*/ 2147483646 h 7"/>
                <a:gd name="T14" fmla="*/ 2147483646 w 11"/>
                <a:gd name="T15" fmla="*/ 2147483646 h 7"/>
                <a:gd name="T16" fmla="*/ 2147483646 w 11"/>
                <a:gd name="T17" fmla="*/ 2147483646 h 7"/>
                <a:gd name="T18" fmla="*/ 2147483646 w 11"/>
                <a:gd name="T19" fmla="*/ 2147483646 h 7"/>
                <a:gd name="T20" fmla="*/ 2147483646 w 11"/>
                <a:gd name="T21" fmla="*/ 0 h 7"/>
                <a:gd name="T22" fmla="*/ 2147483646 w 11"/>
                <a:gd name="T23" fmla="*/ 2147483646 h 7"/>
                <a:gd name="T24" fmla="*/ 2147483646 w 11"/>
                <a:gd name="T25" fmla="*/ 2147483646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7">
                  <a:moveTo>
                    <a:pt x="2" y="5"/>
                  </a:moveTo>
                  <a:cubicBezTo>
                    <a:pt x="3" y="6"/>
                    <a:pt x="4" y="6"/>
                    <a:pt x="4" y="6"/>
                  </a:cubicBezTo>
                  <a:cubicBezTo>
                    <a:pt x="4" y="6"/>
                    <a:pt x="4" y="6"/>
                    <a:pt x="4" y="6"/>
                  </a:cubicBezTo>
                  <a:cubicBezTo>
                    <a:pt x="4" y="7"/>
                    <a:pt x="4" y="7"/>
                    <a:pt x="4" y="7"/>
                  </a:cubicBezTo>
                  <a:cubicBezTo>
                    <a:pt x="11" y="3"/>
                    <a:pt x="11" y="3"/>
                    <a:pt x="11" y="3"/>
                  </a:cubicBezTo>
                  <a:cubicBezTo>
                    <a:pt x="10" y="2"/>
                    <a:pt x="10" y="2"/>
                    <a:pt x="10" y="2"/>
                  </a:cubicBezTo>
                  <a:cubicBezTo>
                    <a:pt x="5" y="5"/>
                    <a:pt x="5" y="5"/>
                    <a:pt x="5" y="5"/>
                  </a:cubicBezTo>
                  <a:cubicBezTo>
                    <a:pt x="5" y="5"/>
                    <a:pt x="3" y="5"/>
                    <a:pt x="3" y="5"/>
                  </a:cubicBezTo>
                  <a:cubicBezTo>
                    <a:pt x="1" y="4"/>
                    <a:pt x="2" y="4"/>
                    <a:pt x="4" y="3"/>
                  </a:cubicBezTo>
                  <a:cubicBezTo>
                    <a:pt x="7" y="1"/>
                    <a:pt x="7" y="1"/>
                    <a:pt x="7" y="1"/>
                  </a:cubicBezTo>
                  <a:cubicBezTo>
                    <a:pt x="6" y="0"/>
                    <a:pt x="6" y="0"/>
                    <a:pt x="6" y="0"/>
                  </a:cubicBezTo>
                  <a:cubicBezTo>
                    <a:pt x="3" y="2"/>
                    <a:pt x="3" y="2"/>
                    <a:pt x="3" y="2"/>
                  </a:cubicBezTo>
                  <a:cubicBezTo>
                    <a:pt x="0" y="3"/>
                    <a:pt x="0" y="4"/>
                    <a:pt x="2" y="5"/>
                  </a:cubicBezTo>
                  <a:close/>
                </a:path>
              </a:pathLst>
            </a:custGeom>
            <a:solidFill>
              <a:srgbClr val="4D9DFF"/>
            </a:solidFill>
            <a:ln>
              <a:noFill/>
            </a:ln>
          </p:spPr>
          <p:txBody>
            <a:bodyPr anchor="ctr"/>
            <a:lstStyle/>
            <a:p>
              <a:endParaRPr lang="zh-CN" altLang="en-US"/>
            </a:p>
          </p:txBody>
        </p:sp>
        <p:sp>
          <p:nvSpPr>
            <p:cNvPr id="1049380" name="ïṧḻíḓè"/>
            <p:cNvSpPr/>
            <p:nvPr>
              <p:custDataLst>
                <p:tags r:id="rId70"/>
              </p:custDataLst>
            </p:nvPr>
          </p:nvSpPr>
          <p:spPr bwMode="auto">
            <a:xfrm>
              <a:off x="7465204" y="4115493"/>
              <a:ext cx="83211" cy="37823"/>
            </a:xfrm>
            <a:custGeom>
              <a:avLst/>
              <a:gdLst>
                <a:gd name="T0" fmla="*/ 2147483646 w 13"/>
                <a:gd name="T1" fmla="*/ 2147483646 h 6"/>
                <a:gd name="T2" fmla="*/ 2147483646 w 13"/>
                <a:gd name="T3" fmla="*/ 2147483646 h 6"/>
                <a:gd name="T4" fmla="*/ 2147483646 w 13"/>
                <a:gd name="T5" fmla="*/ 2147483646 h 6"/>
                <a:gd name="T6" fmla="*/ 2147483646 w 13"/>
                <a:gd name="T7" fmla="*/ 2147483646 h 6"/>
                <a:gd name="T8" fmla="*/ 2147483646 w 13"/>
                <a:gd name="T9" fmla="*/ 2147483646 h 6"/>
                <a:gd name="T10" fmla="*/ 2147483646 w 13"/>
                <a:gd name="T11" fmla="*/ 2147483646 h 6"/>
                <a:gd name="T12" fmla="*/ 2147483646 w 13"/>
                <a:gd name="T13" fmla="*/ 2147483646 h 6"/>
                <a:gd name="T14" fmla="*/ 2147483646 w 13"/>
                <a:gd name="T15" fmla="*/ 2147483646 h 6"/>
                <a:gd name="T16" fmla="*/ 2147483646 w 13"/>
                <a:gd name="T17" fmla="*/ 2147483646 h 6"/>
                <a:gd name="T18" fmla="*/ 2147483646 w 13"/>
                <a:gd name="T19" fmla="*/ 2147483646 h 6"/>
                <a:gd name="T20" fmla="*/ 2147483646 w 13"/>
                <a:gd name="T21" fmla="*/ 2147483646 h 6"/>
                <a:gd name="T22" fmla="*/ 2147483646 w 13"/>
                <a:gd name="T23" fmla="*/ 2147483646 h 6"/>
                <a:gd name="T24" fmla="*/ 2147483646 w 13"/>
                <a:gd name="T25" fmla="*/ 2147483646 h 6"/>
                <a:gd name="T26" fmla="*/ 2147483646 w 13"/>
                <a:gd name="T27" fmla="*/ 2147483646 h 6"/>
                <a:gd name="T28" fmla="*/ 2147483646 w 13"/>
                <a:gd name="T29" fmla="*/ 2147483646 h 6"/>
                <a:gd name="T30" fmla="*/ 2147483646 w 13"/>
                <a:gd name="T31" fmla="*/ 2147483646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 h="6">
                  <a:moveTo>
                    <a:pt x="2" y="5"/>
                  </a:moveTo>
                  <a:cubicBezTo>
                    <a:pt x="3" y="5"/>
                    <a:pt x="4" y="6"/>
                    <a:pt x="4" y="6"/>
                  </a:cubicBezTo>
                  <a:cubicBezTo>
                    <a:pt x="4" y="6"/>
                    <a:pt x="4" y="6"/>
                    <a:pt x="4" y="6"/>
                  </a:cubicBezTo>
                  <a:cubicBezTo>
                    <a:pt x="5" y="6"/>
                    <a:pt x="5" y="6"/>
                    <a:pt x="5" y="6"/>
                  </a:cubicBezTo>
                  <a:cubicBezTo>
                    <a:pt x="13" y="1"/>
                    <a:pt x="13" y="1"/>
                    <a:pt x="13" y="1"/>
                  </a:cubicBezTo>
                  <a:cubicBezTo>
                    <a:pt x="12" y="1"/>
                    <a:pt x="12" y="1"/>
                    <a:pt x="12" y="1"/>
                  </a:cubicBezTo>
                  <a:cubicBezTo>
                    <a:pt x="10" y="2"/>
                    <a:pt x="10" y="2"/>
                    <a:pt x="10" y="2"/>
                  </a:cubicBezTo>
                  <a:cubicBezTo>
                    <a:pt x="9" y="2"/>
                    <a:pt x="9" y="2"/>
                    <a:pt x="8" y="2"/>
                  </a:cubicBezTo>
                  <a:cubicBezTo>
                    <a:pt x="6" y="0"/>
                    <a:pt x="5" y="1"/>
                    <a:pt x="3" y="2"/>
                  </a:cubicBezTo>
                  <a:cubicBezTo>
                    <a:pt x="0" y="3"/>
                    <a:pt x="0" y="4"/>
                    <a:pt x="2" y="5"/>
                  </a:cubicBezTo>
                  <a:close/>
                  <a:moveTo>
                    <a:pt x="8" y="2"/>
                  </a:moveTo>
                  <a:cubicBezTo>
                    <a:pt x="8" y="2"/>
                    <a:pt x="9" y="3"/>
                    <a:pt x="9" y="3"/>
                  </a:cubicBezTo>
                  <a:cubicBezTo>
                    <a:pt x="5" y="5"/>
                    <a:pt x="5" y="5"/>
                    <a:pt x="5" y="5"/>
                  </a:cubicBezTo>
                  <a:cubicBezTo>
                    <a:pt x="5" y="5"/>
                    <a:pt x="3" y="5"/>
                    <a:pt x="3" y="5"/>
                  </a:cubicBezTo>
                  <a:cubicBezTo>
                    <a:pt x="2" y="4"/>
                    <a:pt x="2" y="4"/>
                    <a:pt x="4" y="2"/>
                  </a:cubicBezTo>
                  <a:cubicBezTo>
                    <a:pt x="5" y="2"/>
                    <a:pt x="6" y="1"/>
                    <a:pt x="8" y="2"/>
                  </a:cubicBezTo>
                  <a:close/>
                </a:path>
              </a:pathLst>
            </a:custGeom>
            <a:solidFill>
              <a:srgbClr val="4D9DFF"/>
            </a:solidFill>
            <a:ln>
              <a:noFill/>
            </a:ln>
          </p:spPr>
          <p:txBody>
            <a:bodyPr anchor="ctr"/>
            <a:lstStyle/>
            <a:p>
              <a:endParaRPr lang="zh-CN" altLang="en-US"/>
            </a:p>
          </p:txBody>
        </p:sp>
        <p:sp>
          <p:nvSpPr>
            <p:cNvPr id="1049381" name="ïŝlïďê"/>
            <p:cNvSpPr/>
            <p:nvPr>
              <p:custDataLst>
                <p:tags r:id="rId71"/>
              </p:custDataLst>
            </p:nvPr>
          </p:nvSpPr>
          <p:spPr bwMode="auto">
            <a:xfrm>
              <a:off x="7427381" y="4096581"/>
              <a:ext cx="64300" cy="37823"/>
            </a:xfrm>
            <a:custGeom>
              <a:avLst/>
              <a:gdLst>
                <a:gd name="T0" fmla="*/ 2147483646 w 10"/>
                <a:gd name="T1" fmla="*/ 2147483646 h 6"/>
                <a:gd name="T2" fmla="*/ 2147483646 w 10"/>
                <a:gd name="T3" fmla="*/ 2147483646 h 6"/>
                <a:gd name="T4" fmla="*/ 2147483646 w 10"/>
                <a:gd name="T5" fmla="*/ 2147483646 h 6"/>
                <a:gd name="T6" fmla="*/ 2147483646 w 10"/>
                <a:gd name="T7" fmla="*/ 2147483646 h 6"/>
                <a:gd name="T8" fmla="*/ 0 w 10"/>
                <a:gd name="T9" fmla="*/ 2147483646 h 6"/>
                <a:gd name="T10" fmla="*/ 2147483646 w 10"/>
                <a:gd name="T11" fmla="*/ 2147483646 h 6"/>
                <a:gd name="T12" fmla="*/ 2147483646 w 10"/>
                <a:gd name="T13" fmla="*/ 2147483646 h 6"/>
                <a:gd name="T14" fmla="*/ 2147483646 w 10"/>
                <a:gd name="T15" fmla="*/ 2147483646 h 6"/>
                <a:gd name="T16" fmla="*/ 2147483646 w 10"/>
                <a:gd name="T17" fmla="*/ 2147483646 h 6"/>
                <a:gd name="T18" fmla="*/ 2147483646 w 10"/>
                <a:gd name="T19" fmla="*/ 2147483646 h 6"/>
                <a:gd name="T20" fmla="*/ 2147483646 w 10"/>
                <a:gd name="T21" fmla="*/ 2147483646 h 6"/>
                <a:gd name="T22" fmla="*/ 2147483646 w 10"/>
                <a:gd name="T23" fmla="*/ 2147483646 h 6"/>
                <a:gd name="T24" fmla="*/ 2147483646 w 10"/>
                <a:gd name="T25" fmla="*/ 2147483646 h 6"/>
                <a:gd name="T26" fmla="*/ 2147483646 w 10"/>
                <a:gd name="T27" fmla="*/ 2147483646 h 6"/>
                <a:gd name="T28" fmla="*/ 2147483646 w 10"/>
                <a:gd name="T29" fmla="*/ 214748364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 h="6">
                  <a:moveTo>
                    <a:pt x="5" y="3"/>
                  </a:moveTo>
                  <a:cubicBezTo>
                    <a:pt x="6" y="4"/>
                    <a:pt x="6" y="4"/>
                    <a:pt x="5" y="4"/>
                  </a:cubicBezTo>
                  <a:cubicBezTo>
                    <a:pt x="4" y="5"/>
                    <a:pt x="4" y="5"/>
                    <a:pt x="3" y="4"/>
                  </a:cubicBezTo>
                  <a:cubicBezTo>
                    <a:pt x="2" y="4"/>
                    <a:pt x="1" y="3"/>
                    <a:pt x="1" y="3"/>
                  </a:cubicBezTo>
                  <a:cubicBezTo>
                    <a:pt x="0" y="3"/>
                    <a:pt x="0" y="3"/>
                    <a:pt x="0" y="3"/>
                  </a:cubicBezTo>
                  <a:cubicBezTo>
                    <a:pt x="0" y="3"/>
                    <a:pt x="1" y="4"/>
                    <a:pt x="2" y="5"/>
                  </a:cubicBezTo>
                  <a:cubicBezTo>
                    <a:pt x="3" y="6"/>
                    <a:pt x="5" y="6"/>
                    <a:pt x="6" y="5"/>
                  </a:cubicBezTo>
                  <a:cubicBezTo>
                    <a:pt x="7" y="4"/>
                    <a:pt x="7" y="4"/>
                    <a:pt x="6" y="3"/>
                  </a:cubicBezTo>
                  <a:cubicBezTo>
                    <a:pt x="5" y="2"/>
                    <a:pt x="5" y="2"/>
                    <a:pt x="5" y="1"/>
                  </a:cubicBezTo>
                  <a:cubicBezTo>
                    <a:pt x="6" y="1"/>
                    <a:pt x="7" y="1"/>
                    <a:pt x="7" y="2"/>
                  </a:cubicBezTo>
                  <a:cubicBezTo>
                    <a:pt x="8" y="2"/>
                    <a:pt x="9" y="3"/>
                    <a:pt x="9" y="3"/>
                  </a:cubicBezTo>
                  <a:cubicBezTo>
                    <a:pt x="10" y="2"/>
                    <a:pt x="10" y="2"/>
                    <a:pt x="10" y="2"/>
                  </a:cubicBezTo>
                  <a:cubicBezTo>
                    <a:pt x="10" y="2"/>
                    <a:pt x="9" y="2"/>
                    <a:pt x="8" y="1"/>
                  </a:cubicBezTo>
                  <a:cubicBezTo>
                    <a:pt x="7" y="0"/>
                    <a:pt x="6" y="0"/>
                    <a:pt x="4" y="1"/>
                  </a:cubicBezTo>
                  <a:cubicBezTo>
                    <a:pt x="3" y="1"/>
                    <a:pt x="3" y="2"/>
                    <a:pt x="5" y="3"/>
                  </a:cubicBezTo>
                  <a:close/>
                </a:path>
              </a:pathLst>
            </a:custGeom>
            <a:solidFill>
              <a:srgbClr val="4D9DFF"/>
            </a:solidFill>
            <a:ln>
              <a:noFill/>
            </a:ln>
          </p:spPr>
          <p:txBody>
            <a:bodyPr anchor="ctr"/>
            <a:lstStyle/>
            <a:p>
              <a:endParaRPr lang="zh-CN" altLang="en-US"/>
            </a:p>
          </p:txBody>
        </p:sp>
        <p:sp>
          <p:nvSpPr>
            <p:cNvPr id="1049382" name="íSḷîḑê"/>
            <p:cNvSpPr/>
            <p:nvPr>
              <p:custDataLst>
                <p:tags r:id="rId72"/>
              </p:custDataLst>
            </p:nvPr>
          </p:nvSpPr>
          <p:spPr bwMode="auto">
            <a:xfrm>
              <a:off x="7642974" y="4210051"/>
              <a:ext cx="75647" cy="43497"/>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8" y="0"/>
                    <a:pt x="6" y="0"/>
                    <a:pt x="3" y="2"/>
                  </a:cubicBezTo>
                  <a:cubicBezTo>
                    <a:pt x="0" y="4"/>
                    <a:pt x="0" y="5"/>
                    <a:pt x="2" y="6"/>
                  </a:cubicBezTo>
                  <a:cubicBezTo>
                    <a:pt x="4" y="7"/>
                    <a:pt x="6" y="7"/>
                    <a:pt x="9" y="6"/>
                  </a:cubicBezTo>
                  <a:cubicBezTo>
                    <a:pt x="12" y="4"/>
                    <a:pt x="12" y="3"/>
                    <a:pt x="10" y="1"/>
                  </a:cubicBezTo>
                  <a:close/>
                  <a:moveTo>
                    <a:pt x="8" y="5"/>
                  </a:moveTo>
                  <a:cubicBezTo>
                    <a:pt x="5" y="7"/>
                    <a:pt x="4" y="6"/>
                    <a:pt x="3" y="6"/>
                  </a:cubicBezTo>
                  <a:cubicBezTo>
                    <a:pt x="1" y="5"/>
                    <a:pt x="1" y="4"/>
                    <a:pt x="4" y="3"/>
                  </a:cubicBezTo>
                  <a:cubicBezTo>
                    <a:pt x="7" y="1"/>
                    <a:pt x="8" y="1"/>
                    <a:pt x="9" y="2"/>
                  </a:cubicBezTo>
                  <a:cubicBezTo>
                    <a:pt x="11" y="3"/>
                    <a:pt x="10" y="4"/>
                    <a:pt x="8" y="5"/>
                  </a:cubicBezTo>
                  <a:close/>
                </a:path>
              </a:pathLst>
            </a:custGeom>
            <a:solidFill>
              <a:srgbClr val="4D9DFF"/>
            </a:solidFill>
            <a:ln>
              <a:noFill/>
            </a:ln>
          </p:spPr>
          <p:txBody>
            <a:bodyPr anchor="ctr"/>
            <a:lstStyle/>
            <a:p>
              <a:endParaRPr lang="zh-CN" altLang="en-US"/>
            </a:p>
          </p:txBody>
        </p:sp>
        <p:sp>
          <p:nvSpPr>
            <p:cNvPr id="1049383" name="i$lïḑé"/>
            <p:cNvSpPr/>
            <p:nvPr>
              <p:custDataLst>
                <p:tags r:id="rId73"/>
              </p:custDataLst>
            </p:nvPr>
          </p:nvSpPr>
          <p:spPr bwMode="auto">
            <a:xfrm>
              <a:off x="7624062" y="4223289"/>
              <a:ext cx="13239" cy="11347"/>
            </a:xfrm>
            <a:custGeom>
              <a:avLst/>
              <a:gdLst>
                <a:gd name="T0" fmla="*/ 0 w 7"/>
                <a:gd name="T1" fmla="*/ 2147483646 h 6"/>
                <a:gd name="T2" fmla="*/ 2147483646 w 7"/>
                <a:gd name="T3" fmla="*/ 2147483646 h 6"/>
                <a:gd name="T4" fmla="*/ 2147483646 w 7"/>
                <a:gd name="T5" fmla="*/ 2147483646 h 6"/>
                <a:gd name="T6" fmla="*/ 2147483646 w 7"/>
                <a:gd name="T7" fmla="*/ 0 h 6"/>
                <a:gd name="T8" fmla="*/ 0 w 7"/>
                <a:gd name="T9" fmla="*/ 214748364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6">
                  <a:moveTo>
                    <a:pt x="0" y="3"/>
                  </a:moveTo>
                  <a:lnTo>
                    <a:pt x="3" y="6"/>
                  </a:lnTo>
                  <a:lnTo>
                    <a:pt x="7" y="3"/>
                  </a:lnTo>
                  <a:lnTo>
                    <a:pt x="3" y="0"/>
                  </a:lnTo>
                  <a:lnTo>
                    <a:pt x="0" y="3"/>
                  </a:lnTo>
                  <a:close/>
                </a:path>
              </a:pathLst>
            </a:custGeom>
            <a:solidFill>
              <a:srgbClr val="4D9DFF"/>
            </a:solidFill>
            <a:ln>
              <a:noFill/>
            </a:ln>
          </p:spPr>
          <p:txBody>
            <a:bodyPr anchor="ctr"/>
            <a:lstStyle/>
            <a:p>
              <a:endParaRPr lang="zh-CN" altLang="en-US"/>
            </a:p>
          </p:txBody>
        </p:sp>
        <p:sp>
          <p:nvSpPr>
            <p:cNvPr id="1049384" name="íśḷíďê"/>
            <p:cNvSpPr/>
            <p:nvPr>
              <p:custDataLst>
                <p:tags r:id="rId74"/>
              </p:custDataLst>
            </p:nvPr>
          </p:nvSpPr>
          <p:spPr bwMode="auto">
            <a:xfrm>
              <a:off x="7586239" y="4185465"/>
              <a:ext cx="62409" cy="37823"/>
            </a:xfrm>
            <a:custGeom>
              <a:avLst/>
              <a:gdLst>
                <a:gd name="T0" fmla="*/ 2147483646 w 33"/>
                <a:gd name="T1" fmla="*/ 2147483646 h 20"/>
                <a:gd name="T2" fmla="*/ 2147483646 w 33"/>
                <a:gd name="T3" fmla="*/ 2147483646 h 20"/>
                <a:gd name="T4" fmla="*/ 2147483646 w 33"/>
                <a:gd name="T5" fmla="*/ 0 h 20"/>
                <a:gd name="T6" fmla="*/ 2147483646 w 33"/>
                <a:gd name="T7" fmla="*/ 0 h 20"/>
                <a:gd name="T8" fmla="*/ 2147483646 w 33"/>
                <a:gd name="T9" fmla="*/ 2147483646 h 20"/>
                <a:gd name="T10" fmla="*/ 0 w 33"/>
                <a:gd name="T11" fmla="*/ 2147483646 h 20"/>
                <a:gd name="T12" fmla="*/ 2147483646 w 33"/>
                <a:gd name="T13" fmla="*/ 2147483646 h 20"/>
                <a:gd name="T14" fmla="*/ 2147483646 w 33"/>
                <a:gd name="T15" fmla="*/ 2147483646 h 20"/>
                <a:gd name="T16" fmla="*/ 2147483646 w 33"/>
                <a:gd name="T17" fmla="*/ 2147483646 h 20"/>
                <a:gd name="T18" fmla="*/ 2147483646 w 33"/>
                <a:gd name="T19" fmla="*/ 2147483646 h 20"/>
                <a:gd name="T20" fmla="*/ 2147483646 w 33"/>
                <a:gd name="T21" fmla="*/ 2147483646 h 20"/>
                <a:gd name="T22" fmla="*/ 2147483646 w 33"/>
                <a:gd name="T23" fmla="*/ 2147483646 h 20"/>
                <a:gd name="T24" fmla="*/ 2147483646 w 33"/>
                <a:gd name="T25" fmla="*/ 2147483646 h 20"/>
                <a:gd name="T26" fmla="*/ 2147483646 w 33"/>
                <a:gd name="T27" fmla="*/ 2147483646 h 20"/>
                <a:gd name="T28" fmla="*/ 2147483646 w 33"/>
                <a:gd name="T29" fmla="*/ 2147483646 h 20"/>
                <a:gd name="T30" fmla="*/ 2147483646 w 33"/>
                <a:gd name="T31" fmla="*/ 2147483646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3" h="20">
                  <a:moveTo>
                    <a:pt x="17" y="13"/>
                  </a:moveTo>
                  <a:lnTo>
                    <a:pt x="7" y="6"/>
                  </a:lnTo>
                  <a:lnTo>
                    <a:pt x="33" y="0"/>
                  </a:lnTo>
                  <a:lnTo>
                    <a:pt x="30" y="0"/>
                  </a:lnTo>
                  <a:lnTo>
                    <a:pt x="3" y="6"/>
                  </a:lnTo>
                  <a:lnTo>
                    <a:pt x="0" y="6"/>
                  </a:lnTo>
                  <a:lnTo>
                    <a:pt x="13" y="13"/>
                  </a:lnTo>
                  <a:lnTo>
                    <a:pt x="10" y="16"/>
                  </a:lnTo>
                  <a:lnTo>
                    <a:pt x="13" y="20"/>
                  </a:lnTo>
                  <a:lnTo>
                    <a:pt x="17" y="16"/>
                  </a:lnTo>
                  <a:lnTo>
                    <a:pt x="20" y="20"/>
                  </a:lnTo>
                  <a:lnTo>
                    <a:pt x="23" y="16"/>
                  </a:lnTo>
                  <a:lnTo>
                    <a:pt x="20" y="13"/>
                  </a:lnTo>
                  <a:lnTo>
                    <a:pt x="27" y="10"/>
                  </a:lnTo>
                  <a:lnTo>
                    <a:pt x="23" y="6"/>
                  </a:lnTo>
                  <a:lnTo>
                    <a:pt x="17" y="13"/>
                  </a:lnTo>
                  <a:close/>
                </a:path>
              </a:pathLst>
            </a:custGeom>
            <a:solidFill>
              <a:srgbClr val="4D9DFF"/>
            </a:solidFill>
            <a:ln>
              <a:noFill/>
            </a:ln>
          </p:spPr>
          <p:txBody>
            <a:bodyPr anchor="ctr"/>
            <a:lstStyle/>
            <a:p>
              <a:endParaRPr lang="zh-CN" altLang="en-US"/>
            </a:p>
          </p:txBody>
        </p:sp>
        <p:sp>
          <p:nvSpPr>
            <p:cNvPr id="1049385" name="iṩ1iḍê"/>
            <p:cNvSpPr/>
            <p:nvPr>
              <p:custDataLst>
                <p:tags r:id="rId75"/>
              </p:custDataLst>
            </p:nvPr>
          </p:nvSpPr>
          <p:spPr bwMode="auto">
            <a:xfrm>
              <a:off x="7262849" y="4145751"/>
              <a:ext cx="69974" cy="39715"/>
            </a:xfrm>
            <a:custGeom>
              <a:avLst/>
              <a:gdLst>
                <a:gd name="T0" fmla="*/ 2147483646 w 11"/>
                <a:gd name="T1" fmla="*/ 2147483646 h 6"/>
                <a:gd name="T2" fmla="*/ 2147483646 w 11"/>
                <a:gd name="T3" fmla="*/ 2147483646 h 6"/>
                <a:gd name="T4" fmla="*/ 2147483646 w 11"/>
                <a:gd name="T5" fmla="*/ 2147483646 h 6"/>
                <a:gd name="T6" fmla="*/ 2147483646 w 11"/>
                <a:gd name="T7" fmla="*/ 2147483646 h 6"/>
                <a:gd name="T8" fmla="*/ 2147483646 w 11"/>
                <a:gd name="T9" fmla="*/ 2147483646 h 6"/>
                <a:gd name="T10" fmla="*/ 2147483646 w 11"/>
                <a:gd name="T11" fmla="*/ 2147483646 h 6"/>
                <a:gd name="T12" fmla="*/ 2147483646 w 11"/>
                <a:gd name="T13" fmla="*/ 2147483646 h 6"/>
                <a:gd name="T14" fmla="*/ 2147483646 w 11"/>
                <a:gd name="T15" fmla="*/ 2147483646 h 6"/>
                <a:gd name="T16" fmla="*/ 2147483646 w 11"/>
                <a:gd name="T17" fmla="*/ 2147483646 h 6"/>
                <a:gd name="T18" fmla="*/ 2147483646 w 11"/>
                <a:gd name="T19" fmla="*/ 0 h 6"/>
                <a:gd name="T20" fmla="*/ 2147483646 w 11"/>
                <a:gd name="T21" fmla="*/ 0 h 6"/>
                <a:gd name="T22" fmla="*/ 2147483646 w 11"/>
                <a:gd name="T23" fmla="*/ 2147483646 h 6"/>
                <a:gd name="T24" fmla="*/ 2147483646 w 11"/>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6">
                  <a:moveTo>
                    <a:pt x="2" y="4"/>
                  </a:moveTo>
                  <a:cubicBezTo>
                    <a:pt x="3" y="5"/>
                    <a:pt x="4" y="5"/>
                    <a:pt x="4" y="5"/>
                  </a:cubicBezTo>
                  <a:cubicBezTo>
                    <a:pt x="4" y="5"/>
                    <a:pt x="4" y="5"/>
                    <a:pt x="4" y="5"/>
                  </a:cubicBezTo>
                  <a:cubicBezTo>
                    <a:pt x="5" y="6"/>
                    <a:pt x="5" y="6"/>
                    <a:pt x="5" y="6"/>
                  </a:cubicBezTo>
                  <a:cubicBezTo>
                    <a:pt x="11" y="2"/>
                    <a:pt x="11" y="2"/>
                    <a:pt x="11" y="2"/>
                  </a:cubicBezTo>
                  <a:cubicBezTo>
                    <a:pt x="10" y="2"/>
                    <a:pt x="10" y="2"/>
                    <a:pt x="10" y="2"/>
                  </a:cubicBezTo>
                  <a:cubicBezTo>
                    <a:pt x="5" y="5"/>
                    <a:pt x="5" y="5"/>
                    <a:pt x="5" y="5"/>
                  </a:cubicBezTo>
                  <a:cubicBezTo>
                    <a:pt x="5" y="5"/>
                    <a:pt x="4" y="5"/>
                    <a:pt x="3" y="4"/>
                  </a:cubicBezTo>
                  <a:cubicBezTo>
                    <a:pt x="2" y="3"/>
                    <a:pt x="2" y="3"/>
                    <a:pt x="4" y="2"/>
                  </a:cubicBezTo>
                  <a:cubicBezTo>
                    <a:pt x="7" y="0"/>
                    <a:pt x="7" y="0"/>
                    <a:pt x="7" y="0"/>
                  </a:cubicBezTo>
                  <a:cubicBezTo>
                    <a:pt x="6" y="0"/>
                    <a:pt x="6" y="0"/>
                    <a:pt x="6" y="0"/>
                  </a:cubicBezTo>
                  <a:cubicBezTo>
                    <a:pt x="3" y="2"/>
                    <a:pt x="3" y="2"/>
                    <a:pt x="3" y="2"/>
                  </a:cubicBezTo>
                  <a:cubicBezTo>
                    <a:pt x="1" y="3"/>
                    <a:pt x="0" y="4"/>
                    <a:pt x="2" y="4"/>
                  </a:cubicBezTo>
                  <a:close/>
                </a:path>
              </a:pathLst>
            </a:custGeom>
            <a:solidFill>
              <a:srgbClr val="4D9DFF"/>
            </a:solidFill>
            <a:ln>
              <a:noFill/>
            </a:ln>
          </p:spPr>
          <p:txBody>
            <a:bodyPr anchor="ctr"/>
            <a:lstStyle/>
            <a:p>
              <a:endParaRPr lang="zh-CN" altLang="en-US"/>
            </a:p>
          </p:txBody>
        </p:sp>
        <p:sp>
          <p:nvSpPr>
            <p:cNvPr id="1049386" name="îS1ïďè"/>
            <p:cNvSpPr/>
            <p:nvPr>
              <p:custDataLst>
                <p:tags r:id="rId76"/>
              </p:custDataLst>
            </p:nvPr>
          </p:nvSpPr>
          <p:spPr bwMode="auto">
            <a:xfrm>
              <a:off x="7340387" y="4191139"/>
              <a:ext cx="81321" cy="37823"/>
            </a:xfrm>
            <a:custGeom>
              <a:avLst/>
              <a:gdLst>
                <a:gd name="T0" fmla="*/ 2147483646 w 13"/>
                <a:gd name="T1" fmla="*/ 2147483646 h 6"/>
                <a:gd name="T2" fmla="*/ 2147483646 w 13"/>
                <a:gd name="T3" fmla="*/ 2147483646 h 6"/>
                <a:gd name="T4" fmla="*/ 2147483646 w 13"/>
                <a:gd name="T5" fmla="*/ 2147483646 h 6"/>
                <a:gd name="T6" fmla="*/ 2147483646 w 13"/>
                <a:gd name="T7" fmla="*/ 2147483646 h 6"/>
                <a:gd name="T8" fmla="*/ 2147483646 w 13"/>
                <a:gd name="T9" fmla="*/ 2147483646 h 6"/>
                <a:gd name="T10" fmla="*/ 2147483646 w 13"/>
                <a:gd name="T11" fmla="*/ 0 h 6"/>
                <a:gd name="T12" fmla="*/ 2147483646 w 13"/>
                <a:gd name="T13" fmla="*/ 2147483646 h 6"/>
                <a:gd name="T14" fmla="*/ 2147483646 w 13"/>
                <a:gd name="T15" fmla="*/ 2147483646 h 6"/>
                <a:gd name="T16" fmla="*/ 2147483646 w 13"/>
                <a:gd name="T17" fmla="*/ 2147483646 h 6"/>
                <a:gd name="T18" fmla="*/ 2147483646 w 13"/>
                <a:gd name="T19" fmla="*/ 2147483646 h 6"/>
                <a:gd name="T20" fmla="*/ 2147483646 w 13"/>
                <a:gd name="T21" fmla="*/ 2147483646 h 6"/>
                <a:gd name="T22" fmla="*/ 2147483646 w 13"/>
                <a:gd name="T23" fmla="*/ 2147483646 h 6"/>
                <a:gd name="T24" fmla="*/ 2147483646 w 13"/>
                <a:gd name="T25" fmla="*/ 2147483646 h 6"/>
                <a:gd name="T26" fmla="*/ 2147483646 w 13"/>
                <a:gd name="T27" fmla="*/ 2147483646 h 6"/>
                <a:gd name="T28" fmla="*/ 2147483646 w 13"/>
                <a:gd name="T29" fmla="*/ 2147483646 h 6"/>
                <a:gd name="T30" fmla="*/ 2147483646 w 13"/>
                <a:gd name="T31" fmla="*/ 2147483646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 h="6">
                  <a:moveTo>
                    <a:pt x="2" y="4"/>
                  </a:moveTo>
                  <a:cubicBezTo>
                    <a:pt x="3" y="5"/>
                    <a:pt x="4" y="5"/>
                    <a:pt x="4" y="5"/>
                  </a:cubicBezTo>
                  <a:cubicBezTo>
                    <a:pt x="4" y="5"/>
                    <a:pt x="4" y="5"/>
                    <a:pt x="4" y="5"/>
                  </a:cubicBezTo>
                  <a:cubicBezTo>
                    <a:pt x="5" y="6"/>
                    <a:pt x="5" y="6"/>
                    <a:pt x="5" y="6"/>
                  </a:cubicBezTo>
                  <a:cubicBezTo>
                    <a:pt x="13" y="1"/>
                    <a:pt x="13" y="1"/>
                    <a:pt x="13" y="1"/>
                  </a:cubicBezTo>
                  <a:cubicBezTo>
                    <a:pt x="13" y="0"/>
                    <a:pt x="13" y="0"/>
                    <a:pt x="13" y="0"/>
                  </a:cubicBezTo>
                  <a:cubicBezTo>
                    <a:pt x="10" y="2"/>
                    <a:pt x="10" y="2"/>
                    <a:pt x="10" y="2"/>
                  </a:cubicBezTo>
                  <a:cubicBezTo>
                    <a:pt x="10" y="2"/>
                    <a:pt x="9" y="1"/>
                    <a:pt x="9" y="1"/>
                  </a:cubicBezTo>
                  <a:cubicBezTo>
                    <a:pt x="7" y="0"/>
                    <a:pt x="5" y="0"/>
                    <a:pt x="3" y="1"/>
                  </a:cubicBezTo>
                  <a:cubicBezTo>
                    <a:pt x="0" y="3"/>
                    <a:pt x="1" y="4"/>
                    <a:pt x="2" y="4"/>
                  </a:cubicBezTo>
                  <a:close/>
                  <a:moveTo>
                    <a:pt x="8" y="1"/>
                  </a:moveTo>
                  <a:cubicBezTo>
                    <a:pt x="8" y="2"/>
                    <a:pt x="9" y="2"/>
                    <a:pt x="9" y="2"/>
                  </a:cubicBezTo>
                  <a:cubicBezTo>
                    <a:pt x="5" y="5"/>
                    <a:pt x="5" y="5"/>
                    <a:pt x="5" y="5"/>
                  </a:cubicBezTo>
                  <a:cubicBezTo>
                    <a:pt x="5" y="5"/>
                    <a:pt x="4" y="5"/>
                    <a:pt x="3" y="4"/>
                  </a:cubicBezTo>
                  <a:cubicBezTo>
                    <a:pt x="2" y="4"/>
                    <a:pt x="2" y="3"/>
                    <a:pt x="4" y="2"/>
                  </a:cubicBezTo>
                  <a:cubicBezTo>
                    <a:pt x="5" y="1"/>
                    <a:pt x="7" y="1"/>
                    <a:pt x="8" y="1"/>
                  </a:cubicBezTo>
                  <a:close/>
                </a:path>
              </a:pathLst>
            </a:custGeom>
            <a:solidFill>
              <a:srgbClr val="4D9DFF"/>
            </a:solidFill>
            <a:ln>
              <a:noFill/>
            </a:ln>
          </p:spPr>
          <p:txBody>
            <a:bodyPr anchor="ctr"/>
            <a:lstStyle/>
            <a:p>
              <a:endParaRPr lang="zh-CN" altLang="en-US"/>
            </a:p>
          </p:txBody>
        </p:sp>
        <p:sp>
          <p:nvSpPr>
            <p:cNvPr id="1049387" name="íśļidê"/>
            <p:cNvSpPr/>
            <p:nvPr>
              <p:custDataLst>
                <p:tags r:id="rId77"/>
              </p:custDataLst>
            </p:nvPr>
          </p:nvSpPr>
          <p:spPr bwMode="auto">
            <a:xfrm>
              <a:off x="7300672" y="4166554"/>
              <a:ext cx="64300" cy="37823"/>
            </a:xfrm>
            <a:custGeom>
              <a:avLst/>
              <a:gdLst>
                <a:gd name="T0" fmla="*/ 2147483646 w 10"/>
                <a:gd name="T1" fmla="*/ 2147483646 h 6"/>
                <a:gd name="T2" fmla="*/ 2147483646 w 10"/>
                <a:gd name="T3" fmla="*/ 2147483646 h 6"/>
                <a:gd name="T4" fmla="*/ 2147483646 w 10"/>
                <a:gd name="T5" fmla="*/ 2147483646 h 6"/>
                <a:gd name="T6" fmla="*/ 2147483646 w 10"/>
                <a:gd name="T7" fmla="*/ 2147483646 h 6"/>
                <a:gd name="T8" fmla="*/ 0 w 10"/>
                <a:gd name="T9" fmla="*/ 2147483646 h 6"/>
                <a:gd name="T10" fmla="*/ 2147483646 w 10"/>
                <a:gd name="T11" fmla="*/ 2147483646 h 6"/>
                <a:gd name="T12" fmla="*/ 2147483646 w 10"/>
                <a:gd name="T13" fmla="*/ 2147483646 h 6"/>
                <a:gd name="T14" fmla="*/ 2147483646 w 10"/>
                <a:gd name="T15" fmla="*/ 2147483646 h 6"/>
                <a:gd name="T16" fmla="*/ 2147483646 w 10"/>
                <a:gd name="T17" fmla="*/ 2147483646 h 6"/>
                <a:gd name="T18" fmla="*/ 2147483646 w 10"/>
                <a:gd name="T19" fmla="*/ 2147483646 h 6"/>
                <a:gd name="T20" fmla="*/ 2147483646 w 10"/>
                <a:gd name="T21" fmla="*/ 2147483646 h 6"/>
                <a:gd name="T22" fmla="*/ 2147483646 w 10"/>
                <a:gd name="T23" fmla="*/ 2147483646 h 6"/>
                <a:gd name="T24" fmla="*/ 2147483646 w 10"/>
                <a:gd name="T25" fmla="*/ 2147483646 h 6"/>
                <a:gd name="T26" fmla="*/ 2147483646 w 10"/>
                <a:gd name="T27" fmla="*/ 2147483646 h 6"/>
                <a:gd name="T28" fmla="*/ 2147483646 w 10"/>
                <a:gd name="T29" fmla="*/ 214748364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 h="6">
                  <a:moveTo>
                    <a:pt x="5" y="3"/>
                  </a:moveTo>
                  <a:cubicBezTo>
                    <a:pt x="6" y="4"/>
                    <a:pt x="6" y="5"/>
                    <a:pt x="6" y="5"/>
                  </a:cubicBezTo>
                  <a:cubicBezTo>
                    <a:pt x="5" y="5"/>
                    <a:pt x="4" y="5"/>
                    <a:pt x="3" y="5"/>
                  </a:cubicBezTo>
                  <a:cubicBezTo>
                    <a:pt x="2" y="4"/>
                    <a:pt x="1" y="3"/>
                    <a:pt x="1" y="3"/>
                  </a:cubicBezTo>
                  <a:cubicBezTo>
                    <a:pt x="0" y="4"/>
                    <a:pt x="0" y="4"/>
                    <a:pt x="0" y="4"/>
                  </a:cubicBezTo>
                  <a:cubicBezTo>
                    <a:pt x="0" y="4"/>
                    <a:pt x="1" y="5"/>
                    <a:pt x="2" y="5"/>
                  </a:cubicBezTo>
                  <a:cubicBezTo>
                    <a:pt x="4" y="6"/>
                    <a:pt x="5" y="6"/>
                    <a:pt x="7" y="5"/>
                  </a:cubicBezTo>
                  <a:cubicBezTo>
                    <a:pt x="8" y="5"/>
                    <a:pt x="7" y="4"/>
                    <a:pt x="6" y="3"/>
                  </a:cubicBezTo>
                  <a:cubicBezTo>
                    <a:pt x="5" y="2"/>
                    <a:pt x="5" y="2"/>
                    <a:pt x="5" y="2"/>
                  </a:cubicBezTo>
                  <a:cubicBezTo>
                    <a:pt x="6" y="1"/>
                    <a:pt x="7" y="2"/>
                    <a:pt x="8" y="2"/>
                  </a:cubicBezTo>
                  <a:cubicBezTo>
                    <a:pt x="9" y="2"/>
                    <a:pt x="10" y="3"/>
                    <a:pt x="10" y="3"/>
                  </a:cubicBezTo>
                  <a:cubicBezTo>
                    <a:pt x="10" y="3"/>
                    <a:pt x="10" y="3"/>
                    <a:pt x="10" y="3"/>
                  </a:cubicBezTo>
                  <a:cubicBezTo>
                    <a:pt x="10" y="3"/>
                    <a:pt x="9" y="2"/>
                    <a:pt x="8" y="1"/>
                  </a:cubicBezTo>
                  <a:cubicBezTo>
                    <a:pt x="7" y="1"/>
                    <a:pt x="6" y="0"/>
                    <a:pt x="5" y="1"/>
                  </a:cubicBezTo>
                  <a:cubicBezTo>
                    <a:pt x="3" y="2"/>
                    <a:pt x="4" y="2"/>
                    <a:pt x="5" y="3"/>
                  </a:cubicBezTo>
                  <a:close/>
                </a:path>
              </a:pathLst>
            </a:custGeom>
            <a:solidFill>
              <a:srgbClr val="4D9DFF"/>
            </a:solidFill>
            <a:ln>
              <a:noFill/>
            </a:ln>
          </p:spPr>
          <p:txBody>
            <a:bodyPr anchor="ctr"/>
            <a:lstStyle/>
            <a:p>
              <a:endParaRPr lang="zh-CN" altLang="en-US"/>
            </a:p>
          </p:txBody>
        </p:sp>
        <p:sp>
          <p:nvSpPr>
            <p:cNvPr id="1049388" name="îš1iḓe"/>
            <p:cNvSpPr/>
            <p:nvPr>
              <p:custDataLst>
                <p:tags r:id="rId78"/>
              </p:custDataLst>
            </p:nvPr>
          </p:nvSpPr>
          <p:spPr bwMode="auto">
            <a:xfrm>
              <a:off x="7465204" y="4247874"/>
              <a:ext cx="69974" cy="37823"/>
            </a:xfrm>
            <a:custGeom>
              <a:avLst/>
              <a:gdLst>
                <a:gd name="T0" fmla="*/ 2147483646 w 37"/>
                <a:gd name="T1" fmla="*/ 2147483646 h 20"/>
                <a:gd name="T2" fmla="*/ 2147483646 w 37"/>
                <a:gd name="T3" fmla="*/ 0 h 20"/>
                <a:gd name="T4" fmla="*/ 2147483646 w 37"/>
                <a:gd name="T5" fmla="*/ 2147483646 h 20"/>
                <a:gd name="T6" fmla="*/ 2147483646 w 37"/>
                <a:gd name="T7" fmla="*/ 2147483646 h 20"/>
                <a:gd name="T8" fmla="*/ 2147483646 w 37"/>
                <a:gd name="T9" fmla="*/ 2147483646 h 20"/>
                <a:gd name="T10" fmla="*/ 0 w 37"/>
                <a:gd name="T11" fmla="*/ 2147483646 h 20"/>
                <a:gd name="T12" fmla="*/ 0 w 37"/>
                <a:gd name="T13" fmla="*/ 2147483646 h 20"/>
                <a:gd name="T14" fmla="*/ 2147483646 w 37"/>
                <a:gd name="T15" fmla="*/ 2147483646 h 20"/>
                <a:gd name="T16" fmla="*/ 2147483646 w 37"/>
                <a:gd name="T17" fmla="*/ 2147483646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20">
                  <a:moveTo>
                    <a:pt x="37" y="10"/>
                  </a:moveTo>
                  <a:lnTo>
                    <a:pt x="21" y="0"/>
                  </a:lnTo>
                  <a:lnTo>
                    <a:pt x="17" y="3"/>
                  </a:lnTo>
                  <a:lnTo>
                    <a:pt x="34" y="10"/>
                  </a:lnTo>
                  <a:lnTo>
                    <a:pt x="31" y="10"/>
                  </a:lnTo>
                  <a:lnTo>
                    <a:pt x="0" y="17"/>
                  </a:lnTo>
                  <a:lnTo>
                    <a:pt x="0" y="20"/>
                  </a:lnTo>
                  <a:lnTo>
                    <a:pt x="34" y="13"/>
                  </a:lnTo>
                  <a:lnTo>
                    <a:pt x="37" y="10"/>
                  </a:lnTo>
                  <a:close/>
                </a:path>
              </a:pathLst>
            </a:custGeom>
            <a:solidFill>
              <a:srgbClr val="4D9DFF"/>
            </a:solidFill>
            <a:ln>
              <a:noFill/>
            </a:ln>
          </p:spPr>
          <p:txBody>
            <a:bodyPr anchor="ctr"/>
            <a:lstStyle/>
            <a:p>
              <a:endParaRPr lang="zh-CN" altLang="en-US"/>
            </a:p>
          </p:txBody>
        </p:sp>
        <p:sp>
          <p:nvSpPr>
            <p:cNvPr id="1049389" name="îşlídè"/>
            <p:cNvSpPr/>
            <p:nvPr>
              <p:custDataLst>
                <p:tags r:id="rId79"/>
              </p:custDataLst>
            </p:nvPr>
          </p:nvSpPr>
          <p:spPr bwMode="auto">
            <a:xfrm>
              <a:off x="7516265" y="4285698"/>
              <a:ext cx="75647" cy="43497"/>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9" y="0"/>
                    <a:pt x="6" y="0"/>
                    <a:pt x="3" y="2"/>
                  </a:cubicBezTo>
                  <a:cubicBezTo>
                    <a:pt x="0" y="4"/>
                    <a:pt x="0" y="5"/>
                    <a:pt x="2" y="6"/>
                  </a:cubicBezTo>
                  <a:cubicBezTo>
                    <a:pt x="4" y="7"/>
                    <a:pt x="6" y="7"/>
                    <a:pt x="9" y="5"/>
                  </a:cubicBezTo>
                  <a:cubicBezTo>
                    <a:pt x="12" y="3"/>
                    <a:pt x="12" y="2"/>
                    <a:pt x="10" y="1"/>
                  </a:cubicBezTo>
                  <a:close/>
                  <a:moveTo>
                    <a:pt x="8" y="5"/>
                  </a:moveTo>
                  <a:cubicBezTo>
                    <a:pt x="6" y="6"/>
                    <a:pt x="4" y="6"/>
                    <a:pt x="3" y="5"/>
                  </a:cubicBezTo>
                  <a:cubicBezTo>
                    <a:pt x="2" y="5"/>
                    <a:pt x="2" y="4"/>
                    <a:pt x="4" y="2"/>
                  </a:cubicBezTo>
                  <a:cubicBezTo>
                    <a:pt x="7" y="1"/>
                    <a:pt x="8" y="1"/>
                    <a:pt x="10" y="1"/>
                  </a:cubicBezTo>
                  <a:cubicBezTo>
                    <a:pt x="11" y="2"/>
                    <a:pt x="11" y="3"/>
                    <a:pt x="8" y="5"/>
                  </a:cubicBezTo>
                  <a:close/>
                </a:path>
              </a:pathLst>
            </a:custGeom>
            <a:solidFill>
              <a:srgbClr val="4D9DFF"/>
            </a:solidFill>
            <a:ln>
              <a:noFill/>
            </a:ln>
          </p:spPr>
          <p:txBody>
            <a:bodyPr anchor="ctr"/>
            <a:lstStyle/>
            <a:p>
              <a:endParaRPr lang="zh-CN" altLang="en-US"/>
            </a:p>
          </p:txBody>
        </p:sp>
        <p:sp>
          <p:nvSpPr>
            <p:cNvPr id="1049390" name="îṣḷíḓè"/>
            <p:cNvSpPr/>
            <p:nvPr>
              <p:custDataLst>
                <p:tags r:id="rId80"/>
              </p:custDataLst>
            </p:nvPr>
          </p:nvSpPr>
          <p:spPr bwMode="auto">
            <a:xfrm>
              <a:off x="7497353" y="4298935"/>
              <a:ext cx="13239" cy="5674"/>
            </a:xfrm>
            <a:custGeom>
              <a:avLst/>
              <a:gdLst>
                <a:gd name="T0" fmla="*/ 0 w 7"/>
                <a:gd name="T1" fmla="*/ 2147483646 h 3"/>
                <a:gd name="T2" fmla="*/ 2147483646 w 7"/>
                <a:gd name="T3" fmla="*/ 2147483646 h 3"/>
                <a:gd name="T4" fmla="*/ 2147483646 w 7"/>
                <a:gd name="T5" fmla="*/ 0 h 3"/>
                <a:gd name="T6" fmla="*/ 2147483646 w 7"/>
                <a:gd name="T7" fmla="*/ 0 h 3"/>
                <a:gd name="T8" fmla="*/ 0 w 7"/>
                <a:gd name="T9" fmla="*/ 2147483646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3">
                  <a:moveTo>
                    <a:pt x="0" y="3"/>
                  </a:moveTo>
                  <a:lnTo>
                    <a:pt x="4" y="3"/>
                  </a:lnTo>
                  <a:lnTo>
                    <a:pt x="7" y="0"/>
                  </a:lnTo>
                  <a:lnTo>
                    <a:pt x="4" y="0"/>
                  </a:lnTo>
                  <a:lnTo>
                    <a:pt x="0" y="3"/>
                  </a:lnTo>
                  <a:close/>
                </a:path>
              </a:pathLst>
            </a:custGeom>
            <a:solidFill>
              <a:srgbClr val="4D9DFF"/>
            </a:solidFill>
            <a:ln>
              <a:noFill/>
            </a:ln>
          </p:spPr>
          <p:txBody>
            <a:bodyPr anchor="ctr"/>
            <a:lstStyle/>
            <a:p>
              <a:endParaRPr lang="zh-CN" altLang="en-US"/>
            </a:p>
          </p:txBody>
        </p:sp>
        <p:sp>
          <p:nvSpPr>
            <p:cNvPr id="1049391" name="î$ḷïdè"/>
            <p:cNvSpPr/>
            <p:nvPr>
              <p:custDataLst>
                <p:tags r:id="rId81"/>
              </p:custDataLst>
            </p:nvPr>
          </p:nvSpPr>
          <p:spPr bwMode="auto">
            <a:xfrm>
              <a:off x="7136142" y="4215724"/>
              <a:ext cx="69974" cy="37823"/>
            </a:xfrm>
            <a:custGeom>
              <a:avLst/>
              <a:gdLst>
                <a:gd name="T0" fmla="*/ 2147483646 w 11"/>
                <a:gd name="T1" fmla="*/ 2147483646 h 6"/>
                <a:gd name="T2" fmla="*/ 2147483646 w 11"/>
                <a:gd name="T3" fmla="*/ 2147483646 h 6"/>
                <a:gd name="T4" fmla="*/ 2147483646 w 11"/>
                <a:gd name="T5" fmla="*/ 2147483646 h 6"/>
                <a:gd name="T6" fmla="*/ 2147483646 w 11"/>
                <a:gd name="T7" fmla="*/ 2147483646 h 6"/>
                <a:gd name="T8" fmla="*/ 2147483646 w 11"/>
                <a:gd name="T9" fmla="*/ 2147483646 h 6"/>
                <a:gd name="T10" fmla="*/ 2147483646 w 11"/>
                <a:gd name="T11" fmla="*/ 2147483646 h 6"/>
                <a:gd name="T12" fmla="*/ 2147483646 w 11"/>
                <a:gd name="T13" fmla="*/ 2147483646 h 6"/>
                <a:gd name="T14" fmla="*/ 2147483646 w 11"/>
                <a:gd name="T15" fmla="*/ 2147483646 h 6"/>
                <a:gd name="T16" fmla="*/ 2147483646 w 11"/>
                <a:gd name="T17" fmla="*/ 2147483646 h 6"/>
                <a:gd name="T18" fmla="*/ 2147483646 w 11"/>
                <a:gd name="T19" fmla="*/ 2147483646 h 6"/>
                <a:gd name="T20" fmla="*/ 2147483646 w 11"/>
                <a:gd name="T21" fmla="*/ 0 h 6"/>
                <a:gd name="T22" fmla="*/ 2147483646 w 11"/>
                <a:gd name="T23" fmla="*/ 2147483646 h 6"/>
                <a:gd name="T24" fmla="*/ 2147483646 w 11"/>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6">
                  <a:moveTo>
                    <a:pt x="2" y="5"/>
                  </a:moveTo>
                  <a:cubicBezTo>
                    <a:pt x="3" y="5"/>
                    <a:pt x="4" y="6"/>
                    <a:pt x="5" y="6"/>
                  </a:cubicBezTo>
                  <a:cubicBezTo>
                    <a:pt x="4" y="6"/>
                    <a:pt x="4" y="6"/>
                    <a:pt x="4" y="6"/>
                  </a:cubicBezTo>
                  <a:cubicBezTo>
                    <a:pt x="5" y="6"/>
                    <a:pt x="5" y="6"/>
                    <a:pt x="5" y="6"/>
                  </a:cubicBezTo>
                  <a:cubicBezTo>
                    <a:pt x="11" y="3"/>
                    <a:pt x="11" y="3"/>
                    <a:pt x="11" y="3"/>
                  </a:cubicBezTo>
                  <a:cubicBezTo>
                    <a:pt x="10" y="2"/>
                    <a:pt x="10" y="2"/>
                    <a:pt x="10" y="2"/>
                  </a:cubicBezTo>
                  <a:cubicBezTo>
                    <a:pt x="5" y="5"/>
                    <a:pt x="5" y="5"/>
                    <a:pt x="5" y="5"/>
                  </a:cubicBezTo>
                  <a:cubicBezTo>
                    <a:pt x="5" y="5"/>
                    <a:pt x="4" y="5"/>
                    <a:pt x="3" y="5"/>
                  </a:cubicBezTo>
                  <a:cubicBezTo>
                    <a:pt x="2" y="4"/>
                    <a:pt x="2" y="4"/>
                    <a:pt x="4" y="3"/>
                  </a:cubicBezTo>
                  <a:cubicBezTo>
                    <a:pt x="7" y="1"/>
                    <a:pt x="7" y="1"/>
                    <a:pt x="7" y="1"/>
                  </a:cubicBezTo>
                  <a:cubicBezTo>
                    <a:pt x="6" y="0"/>
                    <a:pt x="6" y="0"/>
                    <a:pt x="6" y="0"/>
                  </a:cubicBezTo>
                  <a:cubicBezTo>
                    <a:pt x="3" y="2"/>
                    <a:pt x="3" y="2"/>
                    <a:pt x="3" y="2"/>
                  </a:cubicBezTo>
                  <a:cubicBezTo>
                    <a:pt x="1" y="3"/>
                    <a:pt x="0" y="4"/>
                    <a:pt x="2" y="5"/>
                  </a:cubicBezTo>
                  <a:close/>
                </a:path>
              </a:pathLst>
            </a:custGeom>
            <a:solidFill>
              <a:srgbClr val="4D9DFF"/>
            </a:solidFill>
            <a:ln>
              <a:noFill/>
            </a:ln>
          </p:spPr>
          <p:txBody>
            <a:bodyPr anchor="ctr"/>
            <a:lstStyle/>
            <a:p>
              <a:endParaRPr lang="zh-CN" altLang="en-US"/>
            </a:p>
          </p:txBody>
        </p:sp>
        <p:sp>
          <p:nvSpPr>
            <p:cNvPr id="1049392" name="ï$lïḑè"/>
            <p:cNvSpPr/>
            <p:nvPr>
              <p:custDataLst>
                <p:tags r:id="rId82"/>
              </p:custDataLst>
            </p:nvPr>
          </p:nvSpPr>
          <p:spPr bwMode="auto">
            <a:xfrm>
              <a:off x="7181530" y="4242200"/>
              <a:ext cx="62409" cy="37823"/>
            </a:xfrm>
            <a:custGeom>
              <a:avLst/>
              <a:gdLst>
                <a:gd name="T0" fmla="*/ 2147483646 w 10"/>
                <a:gd name="T1" fmla="*/ 2147483646 h 6"/>
                <a:gd name="T2" fmla="*/ 2147483646 w 10"/>
                <a:gd name="T3" fmla="*/ 2147483646 h 6"/>
                <a:gd name="T4" fmla="*/ 2147483646 w 10"/>
                <a:gd name="T5" fmla="*/ 2147483646 h 6"/>
                <a:gd name="T6" fmla="*/ 0 w 10"/>
                <a:gd name="T7" fmla="*/ 2147483646 h 6"/>
                <a:gd name="T8" fmla="*/ 0 w 10"/>
                <a:gd name="T9" fmla="*/ 2147483646 h 6"/>
                <a:gd name="T10" fmla="*/ 2147483646 w 10"/>
                <a:gd name="T11" fmla="*/ 2147483646 h 6"/>
                <a:gd name="T12" fmla="*/ 2147483646 w 10"/>
                <a:gd name="T13" fmla="*/ 2147483646 h 6"/>
                <a:gd name="T14" fmla="*/ 2147483646 w 10"/>
                <a:gd name="T15" fmla="*/ 2147483646 h 6"/>
                <a:gd name="T16" fmla="*/ 2147483646 w 10"/>
                <a:gd name="T17" fmla="*/ 2147483646 h 6"/>
                <a:gd name="T18" fmla="*/ 2147483646 w 10"/>
                <a:gd name="T19" fmla="*/ 2147483646 h 6"/>
                <a:gd name="T20" fmla="*/ 2147483646 w 10"/>
                <a:gd name="T21" fmla="*/ 2147483646 h 6"/>
                <a:gd name="T22" fmla="*/ 2147483646 w 10"/>
                <a:gd name="T23" fmla="*/ 2147483646 h 6"/>
                <a:gd name="T24" fmla="*/ 2147483646 w 10"/>
                <a:gd name="T25" fmla="*/ 2147483646 h 6"/>
                <a:gd name="T26" fmla="*/ 2147483646 w 10"/>
                <a:gd name="T27" fmla="*/ 2147483646 h 6"/>
                <a:gd name="T28" fmla="*/ 2147483646 w 10"/>
                <a:gd name="T29" fmla="*/ 214748364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 h="6">
                  <a:moveTo>
                    <a:pt x="4" y="3"/>
                  </a:moveTo>
                  <a:cubicBezTo>
                    <a:pt x="5" y="4"/>
                    <a:pt x="5" y="4"/>
                    <a:pt x="5" y="4"/>
                  </a:cubicBezTo>
                  <a:cubicBezTo>
                    <a:pt x="4" y="5"/>
                    <a:pt x="3" y="5"/>
                    <a:pt x="2" y="4"/>
                  </a:cubicBezTo>
                  <a:cubicBezTo>
                    <a:pt x="2" y="4"/>
                    <a:pt x="1" y="3"/>
                    <a:pt x="0" y="3"/>
                  </a:cubicBezTo>
                  <a:cubicBezTo>
                    <a:pt x="0" y="3"/>
                    <a:pt x="0" y="3"/>
                    <a:pt x="0" y="3"/>
                  </a:cubicBezTo>
                  <a:cubicBezTo>
                    <a:pt x="0" y="3"/>
                    <a:pt x="1" y="4"/>
                    <a:pt x="2" y="5"/>
                  </a:cubicBezTo>
                  <a:cubicBezTo>
                    <a:pt x="3" y="5"/>
                    <a:pt x="4" y="6"/>
                    <a:pt x="6" y="5"/>
                  </a:cubicBezTo>
                  <a:cubicBezTo>
                    <a:pt x="7" y="4"/>
                    <a:pt x="7" y="4"/>
                    <a:pt x="5" y="3"/>
                  </a:cubicBezTo>
                  <a:cubicBezTo>
                    <a:pt x="4" y="2"/>
                    <a:pt x="4" y="2"/>
                    <a:pt x="5" y="1"/>
                  </a:cubicBezTo>
                  <a:cubicBezTo>
                    <a:pt x="5" y="1"/>
                    <a:pt x="6" y="1"/>
                    <a:pt x="7" y="1"/>
                  </a:cubicBezTo>
                  <a:cubicBezTo>
                    <a:pt x="8" y="2"/>
                    <a:pt x="9" y="3"/>
                    <a:pt x="9" y="3"/>
                  </a:cubicBezTo>
                  <a:cubicBezTo>
                    <a:pt x="10" y="2"/>
                    <a:pt x="10" y="2"/>
                    <a:pt x="10" y="2"/>
                  </a:cubicBezTo>
                  <a:cubicBezTo>
                    <a:pt x="10" y="2"/>
                    <a:pt x="9" y="1"/>
                    <a:pt x="8" y="1"/>
                  </a:cubicBezTo>
                  <a:cubicBezTo>
                    <a:pt x="7" y="0"/>
                    <a:pt x="5" y="0"/>
                    <a:pt x="4" y="1"/>
                  </a:cubicBezTo>
                  <a:cubicBezTo>
                    <a:pt x="3" y="1"/>
                    <a:pt x="3" y="2"/>
                    <a:pt x="4" y="3"/>
                  </a:cubicBezTo>
                  <a:close/>
                </a:path>
              </a:pathLst>
            </a:custGeom>
            <a:solidFill>
              <a:srgbClr val="4D9DFF"/>
            </a:solidFill>
            <a:ln>
              <a:noFill/>
            </a:ln>
          </p:spPr>
          <p:txBody>
            <a:bodyPr anchor="ctr"/>
            <a:lstStyle/>
            <a:p>
              <a:endParaRPr lang="zh-CN" altLang="en-US"/>
            </a:p>
          </p:txBody>
        </p:sp>
        <p:sp>
          <p:nvSpPr>
            <p:cNvPr id="1049393" name="ïślïḓe"/>
            <p:cNvSpPr/>
            <p:nvPr>
              <p:custDataLst>
                <p:tags r:id="rId83"/>
              </p:custDataLst>
            </p:nvPr>
          </p:nvSpPr>
          <p:spPr bwMode="auto">
            <a:xfrm>
              <a:off x="7213679" y="4261112"/>
              <a:ext cx="86994" cy="37823"/>
            </a:xfrm>
            <a:custGeom>
              <a:avLst/>
              <a:gdLst>
                <a:gd name="T0" fmla="*/ 2147483646 w 14"/>
                <a:gd name="T1" fmla="*/ 2147483646 h 6"/>
                <a:gd name="T2" fmla="*/ 2147483646 w 14"/>
                <a:gd name="T3" fmla="*/ 2147483646 h 6"/>
                <a:gd name="T4" fmla="*/ 2147483646 w 14"/>
                <a:gd name="T5" fmla="*/ 2147483646 h 6"/>
                <a:gd name="T6" fmla="*/ 2147483646 w 14"/>
                <a:gd name="T7" fmla="*/ 2147483646 h 6"/>
                <a:gd name="T8" fmla="*/ 2147483646 w 14"/>
                <a:gd name="T9" fmla="*/ 2147483646 h 6"/>
                <a:gd name="T10" fmla="*/ 2147483646 w 14"/>
                <a:gd name="T11" fmla="*/ 2147483646 h 6"/>
                <a:gd name="T12" fmla="*/ 2147483646 w 14"/>
                <a:gd name="T13" fmla="*/ 2147483646 h 6"/>
                <a:gd name="T14" fmla="*/ 2147483646 w 14"/>
                <a:gd name="T15" fmla="*/ 2147483646 h 6"/>
                <a:gd name="T16" fmla="*/ 2147483646 w 14"/>
                <a:gd name="T17" fmla="*/ 2147483646 h 6"/>
                <a:gd name="T18" fmla="*/ 2147483646 w 14"/>
                <a:gd name="T19" fmla="*/ 2147483646 h 6"/>
                <a:gd name="T20" fmla="*/ 2147483646 w 14"/>
                <a:gd name="T21" fmla="*/ 2147483646 h 6"/>
                <a:gd name="T22" fmla="*/ 2147483646 w 14"/>
                <a:gd name="T23" fmla="*/ 2147483646 h 6"/>
                <a:gd name="T24" fmla="*/ 2147483646 w 14"/>
                <a:gd name="T25" fmla="*/ 2147483646 h 6"/>
                <a:gd name="T26" fmla="*/ 2147483646 w 14"/>
                <a:gd name="T27" fmla="*/ 2147483646 h 6"/>
                <a:gd name="T28" fmla="*/ 2147483646 w 14"/>
                <a:gd name="T29" fmla="*/ 2147483646 h 6"/>
                <a:gd name="T30" fmla="*/ 2147483646 w 14"/>
                <a:gd name="T31" fmla="*/ 2147483646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 h="6">
                  <a:moveTo>
                    <a:pt x="2" y="5"/>
                  </a:moveTo>
                  <a:cubicBezTo>
                    <a:pt x="3" y="5"/>
                    <a:pt x="5" y="6"/>
                    <a:pt x="5" y="6"/>
                  </a:cubicBezTo>
                  <a:cubicBezTo>
                    <a:pt x="4" y="6"/>
                    <a:pt x="4" y="6"/>
                    <a:pt x="4" y="6"/>
                  </a:cubicBezTo>
                  <a:cubicBezTo>
                    <a:pt x="5" y="6"/>
                    <a:pt x="5" y="6"/>
                    <a:pt x="5" y="6"/>
                  </a:cubicBezTo>
                  <a:cubicBezTo>
                    <a:pt x="14" y="1"/>
                    <a:pt x="14" y="1"/>
                    <a:pt x="14" y="1"/>
                  </a:cubicBezTo>
                  <a:cubicBezTo>
                    <a:pt x="13" y="1"/>
                    <a:pt x="13" y="1"/>
                    <a:pt x="13" y="1"/>
                  </a:cubicBezTo>
                  <a:cubicBezTo>
                    <a:pt x="10" y="2"/>
                    <a:pt x="10" y="2"/>
                    <a:pt x="10" y="2"/>
                  </a:cubicBezTo>
                  <a:cubicBezTo>
                    <a:pt x="10" y="2"/>
                    <a:pt x="9" y="2"/>
                    <a:pt x="9" y="1"/>
                  </a:cubicBezTo>
                  <a:cubicBezTo>
                    <a:pt x="7" y="0"/>
                    <a:pt x="5" y="1"/>
                    <a:pt x="3" y="2"/>
                  </a:cubicBezTo>
                  <a:cubicBezTo>
                    <a:pt x="0" y="3"/>
                    <a:pt x="1" y="4"/>
                    <a:pt x="2" y="5"/>
                  </a:cubicBezTo>
                  <a:close/>
                  <a:moveTo>
                    <a:pt x="8" y="2"/>
                  </a:moveTo>
                  <a:cubicBezTo>
                    <a:pt x="9" y="2"/>
                    <a:pt x="9" y="3"/>
                    <a:pt x="9" y="3"/>
                  </a:cubicBezTo>
                  <a:cubicBezTo>
                    <a:pt x="5" y="5"/>
                    <a:pt x="5" y="5"/>
                    <a:pt x="5" y="5"/>
                  </a:cubicBezTo>
                  <a:cubicBezTo>
                    <a:pt x="5" y="5"/>
                    <a:pt x="4" y="5"/>
                    <a:pt x="3" y="4"/>
                  </a:cubicBezTo>
                  <a:cubicBezTo>
                    <a:pt x="2" y="4"/>
                    <a:pt x="2" y="4"/>
                    <a:pt x="4" y="2"/>
                  </a:cubicBezTo>
                  <a:cubicBezTo>
                    <a:pt x="6" y="1"/>
                    <a:pt x="7" y="1"/>
                    <a:pt x="8" y="2"/>
                  </a:cubicBezTo>
                  <a:close/>
                </a:path>
              </a:pathLst>
            </a:custGeom>
            <a:solidFill>
              <a:srgbClr val="4D9DFF"/>
            </a:solidFill>
            <a:ln>
              <a:noFill/>
            </a:ln>
          </p:spPr>
          <p:txBody>
            <a:bodyPr anchor="ctr"/>
            <a:lstStyle/>
            <a:p>
              <a:endParaRPr lang="zh-CN" altLang="en-US"/>
            </a:p>
          </p:txBody>
        </p:sp>
        <p:sp>
          <p:nvSpPr>
            <p:cNvPr id="1049394" name="îṧḷïḑè"/>
            <p:cNvSpPr/>
            <p:nvPr>
              <p:custDataLst>
                <p:tags r:id="rId84"/>
              </p:custDataLst>
            </p:nvPr>
          </p:nvSpPr>
          <p:spPr bwMode="auto">
            <a:xfrm>
              <a:off x="7389558" y="4355670"/>
              <a:ext cx="83211" cy="43497"/>
            </a:xfrm>
            <a:custGeom>
              <a:avLst/>
              <a:gdLst>
                <a:gd name="T0" fmla="*/ 2147483646 w 13"/>
                <a:gd name="T1" fmla="*/ 2147483646 h 7"/>
                <a:gd name="T2" fmla="*/ 2147483646 w 13"/>
                <a:gd name="T3" fmla="*/ 2147483646 h 7"/>
                <a:gd name="T4" fmla="*/ 2147483646 w 13"/>
                <a:gd name="T5" fmla="*/ 2147483646 h 7"/>
                <a:gd name="T6" fmla="*/ 2147483646 w 13"/>
                <a:gd name="T7" fmla="*/ 2147483646 h 7"/>
                <a:gd name="T8" fmla="*/ 2147483646 w 13"/>
                <a:gd name="T9" fmla="*/ 2147483646 h 7"/>
                <a:gd name="T10" fmla="*/ 2147483646 w 13"/>
                <a:gd name="T11" fmla="*/ 2147483646 h 7"/>
                <a:gd name="T12" fmla="*/ 2147483646 w 13"/>
                <a:gd name="T13" fmla="*/ 2147483646 h 7"/>
                <a:gd name="T14" fmla="*/ 2147483646 w 13"/>
                <a:gd name="T15" fmla="*/ 2147483646 h 7"/>
                <a:gd name="T16" fmla="*/ 2147483646 w 13"/>
                <a:gd name="T17" fmla="*/ 2147483646 h 7"/>
                <a:gd name="T18" fmla="*/ 2147483646 w 13"/>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 h="7">
                  <a:moveTo>
                    <a:pt x="11" y="1"/>
                  </a:moveTo>
                  <a:cubicBezTo>
                    <a:pt x="9" y="0"/>
                    <a:pt x="7" y="0"/>
                    <a:pt x="3" y="2"/>
                  </a:cubicBezTo>
                  <a:cubicBezTo>
                    <a:pt x="0" y="4"/>
                    <a:pt x="1" y="5"/>
                    <a:pt x="2" y="6"/>
                  </a:cubicBezTo>
                  <a:cubicBezTo>
                    <a:pt x="4" y="7"/>
                    <a:pt x="6" y="7"/>
                    <a:pt x="9" y="6"/>
                  </a:cubicBezTo>
                  <a:cubicBezTo>
                    <a:pt x="13" y="4"/>
                    <a:pt x="12" y="2"/>
                    <a:pt x="11" y="1"/>
                  </a:cubicBezTo>
                  <a:close/>
                  <a:moveTo>
                    <a:pt x="8" y="5"/>
                  </a:moveTo>
                  <a:cubicBezTo>
                    <a:pt x="6" y="6"/>
                    <a:pt x="4" y="6"/>
                    <a:pt x="3" y="6"/>
                  </a:cubicBezTo>
                  <a:cubicBezTo>
                    <a:pt x="2" y="5"/>
                    <a:pt x="2" y="4"/>
                    <a:pt x="4" y="3"/>
                  </a:cubicBezTo>
                  <a:cubicBezTo>
                    <a:pt x="7" y="1"/>
                    <a:pt x="8" y="1"/>
                    <a:pt x="10" y="2"/>
                  </a:cubicBezTo>
                  <a:cubicBezTo>
                    <a:pt x="11" y="3"/>
                    <a:pt x="11" y="3"/>
                    <a:pt x="8" y="5"/>
                  </a:cubicBezTo>
                  <a:close/>
                </a:path>
              </a:pathLst>
            </a:custGeom>
            <a:solidFill>
              <a:srgbClr val="4D9DFF"/>
            </a:solidFill>
            <a:ln>
              <a:noFill/>
            </a:ln>
          </p:spPr>
          <p:txBody>
            <a:bodyPr anchor="ctr"/>
            <a:lstStyle/>
            <a:p>
              <a:endParaRPr lang="zh-CN" altLang="en-US"/>
            </a:p>
          </p:txBody>
        </p:sp>
        <p:sp>
          <p:nvSpPr>
            <p:cNvPr id="1049395" name="ï$1îḋe"/>
            <p:cNvSpPr/>
            <p:nvPr>
              <p:custDataLst>
                <p:tags r:id="rId85"/>
              </p:custDataLst>
            </p:nvPr>
          </p:nvSpPr>
          <p:spPr bwMode="auto">
            <a:xfrm>
              <a:off x="7332823" y="4323521"/>
              <a:ext cx="75647" cy="45388"/>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0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2147483646 w 12"/>
                <a:gd name="T21" fmla="*/ 2147483646 h 7"/>
                <a:gd name="T22" fmla="*/ 2147483646 w 12"/>
                <a:gd name="T23" fmla="*/ 2147483646 h 7"/>
                <a:gd name="T24" fmla="*/ 0 w 12"/>
                <a:gd name="T25" fmla="*/ 2147483646 h 7"/>
                <a:gd name="T26" fmla="*/ 2147483646 w 12"/>
                <a:gd name="T27" fmla="*/ 2147483646 h 7"/>
                <a:gd name="T28" fmla="*/ 2147483646 w 12"/>
                <a:gd name="T29" fmla="*/ 2147483646 h 7"/>
                <a:gd name="T30" fmla="*/ 2147483646 w 12"/>
                <a:gd name="T31" fmla="*/ 2147483646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 h="7">
                  <a:moveTo>
                    <a:pt x="7" y="3"/>
                  </a:moveTo>
                  <a:cubicBezTo>
                    <a:pt x="6" y="2"/>
                    <a:pt x="5" y="2"/>
                    <a:pt x="5" y="2"/>
                  </a:cubicBezTo>
                  <a:cubicBezTo>
                    <a:pt x="8" y="1"/>
                    <a:pt x="8" y="1"/>
                    <a:pt x="8" y="1"/>
                  </a:cubicBezTo>
                  <a:cubicBezTo>
                    <a:pt x="12" y="3"/>
                    <a:pt x="12" y="3"/>
                    <a:pt x="12" y="3"/>
                  </a:cubicBezTo>
                  <a:cubicBezTo>
                    <a:pt x="12" y="2"/>
                    <a:pt x="12" y="2"/>
                    <a:pt x="12" y="2"/>
                  </a:cubicBezTo>
                  <a:cubicBezTo>
                    <a:pt x="8" y="0"/>
                    <a:pt x="8" y="0"/>
                    <a:pt x="8" y="0"/>
                  </a:cubicBezTo>
                  <a:cubicBezTo>
                    <a:pt x="3" y="2"/>
                    <a:pt x="3" y="2"/>
                    <a:pt x="3" y="2"/>
                  </a:cubicBezTo>
                  <a:cubicBezTo>
                    <a:pt x="4" y="2"/>
                    <a:pt x="4" y="2"/>
                    <a:pt x="4" y="2"/>
                  </a:cubicBezTo>
                  <a:cubicBezTo>
                    <a:pt x="4" y="2"/>
                    <a:pt x="5" y="3"/>
                    <a:pt x="6" y="3"/>
                  </a:cubicBezTo>
                  <a:cubicBezTo>
                    <a:pt x="7" y="4"/>
                    <a:pt x="8" y="4"/>
                    <a:pt x="6" y="5"/>
                  </a:cubicBezTo>
                  <a:cubicBezTo>
                    <a:pt x="5" y="6"/>
                    <a:pt x="4" y="6"/>
                    <a:pt x="3" y="5"/>
                  </a:cubicBezTo>
                  <a:cubicBezTo>
                    <a:pt x="2" y="5"/>
                    <a:pt x="1" y="4"/>
                    <a:pt x="1" y="4"/>
                  </a:cubicBezTo>
                  <a:cubicBezTo>
                    <a:pt x="0" y="4"/>
                    <a:pt x="0" y="4"/>
                    <a:pt x="0" y="4"/>
                  </a:cubicBezTo>
                  <a:cubicBezTo>
                    <a:pt x="0" y="4"/>
                    <a:pt x="1" y="5"/>
                    <a:pt x="2" y="6"/>
                  </a:cubicBezTo>
                  <a:cubicBezTo>
                    <a:pt x="4" y="7"/>
                    <a:pt x="6" y="7"/>
                    <a:pt x="7" y="6"/>
                  </a:cubicBezTo>
                  <a:cubicBezTo>
                    <a:pt x="9" y="5"/>
                    <a:pt x="9" y="4"/>
                    <a:pt x="7" y="3"/>
                  </a:cubicBezTo>
                  <a:close/>
                </a:path>
              </a:pathLst>
            </a:custGeom>
            <a:solidFill>
              <a:srgbClr val="4D9DFF"/>
            </a:solidFill>
            <a:ln>
              <a:noFill/>
            </a:ln>
          </p:spPr>
          <p:txBody>
            <a:bodyPr anchor="ctr"/>
            <a:lstStyle/>
            <a:p>
              <a:endParaRPr lang="zh-CN" altLang="en-US"/>
            </a:p>
          </p:txBody>
        </p:sp>
        <p:sp>
          <p:nvSpPr>
            <p:cNvPr id="1049396" name="îşľiḍê"/>
            <p:cNvSpPr/>
            <p:nvPr>
              <p:custDataLst>
                <p:tags r:id="rId86"/>
              </p:custDataLst>
            </p:nvPr>
          </p:nvSpPr>
          <p:spPr bwMode="auto">
            <a:xfrm>
              <a:off x="7370646" y="4368909"/>
              <a:ext cx="18912" cy="11347"/>
            </a:xfrm>
            <a:custGeom>
              <a:avLst/>
              <a:gdLst>
                <a:gd name="T0" fmla="*/ 0 w 10"/>
                <a:gd name="T1" fmla="*/ 2147483646 h 6"/>
                <a:gd name="T2" fmla="*/ 2147483646 w 10"/>
                <a:gd name="T3" fmla="*/ 2147483646 h 6"/>
                <a:gd name="T4" fmla="*/ 2147483646 w 10"/>
                <a:gd name="T5" fmla="*/ 2147483646 h 6"/>
                <a:gd name="T6" fmla="*/ 2147483646 w 10"/>
                <a:gd name="T7" fmla="*/ 0 h 6"/>
                <a:gd name="T8" fmla="*/ 0 w 10"/>
                <a:gd name="T9" fmla="*/ 214748364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6">
                  <a:moveTo>
                    <a:pt x="0" y="3"/>
                  </a:moveTo>
                  <a:lnTo>
                    <a:pt x="4" y="6"/>
                  </a:lnTo>
                  <a:lnTo>
                    <a:pt x="10" y="3"/>
                  </a:lnTo>
                  <a:lnTo>
                    <a:pt x="7" y="0"/>
                  </a:lnTo>
                  <a:lnTo>
                    <a:pt x="0" y="3"/>
                  </a:lnTo>
                  <a:close/>
                </a:path>
              </a:pathLst>
            </a:custGeom>
            <a:solidFill>
              <a:srgbClr val="4D9DFF"/>
            </a:solidFill>
            <a:ln>
              <a:noFill/>
            </a:ln>
          </p:spPr>
          <p:txBody>
            <a:bodyPr anchor="ctr"/>
            <a:lstStyle/>
            <a:p>
              <a:endParaRPr lang="zh-CN" altLang="en-US"/>
            </a:p>
          </p:txBody>
        </p:sp>
        <p:sp>
          <p:nvSpPr>
            <p:cNvPr id="1049397" name="íŝḷîḍé"/>
            <p:cNvSpPr/>
            <p:nvPr>
              <p:custDataLst>
                <p:tags r:id="rId87"/>
              </p:custDataLst>
            </p:nvPr>
          </p:nvSpPr>
          <p:spPr bwMode="auto">
            <a:xfrm>
              <a:off x="7181530" y="4374582"/>
              <a:ext cx="56735" cy="37823"/>
            </a:xfrm>
            <a:custGeom>
              <a:avLst/>
              <a:gdLst>
                <a:gd name="T0" fmla="*/ 2147483646 w 30"/>
                <a:gd name="T1" fmla="*/ 2147483646 h 20"/>
                <a:gd name="T2" fmla="*/ 2147483646 w 30"/>
                <a:gd name="T3" fmla="*/ 2147483646 h 20"/>
                <a:gd name="T4" fmla="*/ 2147483646 w 30"/>
                <a:gd name="T5" fmla="*/ 2147483646 h 20"/>
                <a:gd name="T6" fmla="*/ 2147483646 w 30"/>
                <a:gd name="T7" fmla="*/ 0 h 20"/>
                <a:gd name="T8" fmla="*/ 2147483646 w 30"/>
                <a:gd name="T9" fmla="*/ 2147483646 h 20"/>
                <a:gd name="T10" fmla="*/ 2147483646 w 30"/>
                <a:gd name="T11" fmla="*/ 2147483646 h 20"/>
                <a:gd name="T12" fmla="*/ 0 w 30"/>
                <a:gd name="T13" fmla="*/ 2147483646 h 20"/>
                <a:gd name="T14" fmla="*/ 2147483646 w 30"/>
                <a:gd name="T15" fmla="*/ 2147483646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20">
                  <a:moveTo>
                    <a:pt x="3" y="20"/>
                  </a:moveTo>
                  <a:lnTo>
                    <a:pt x="30" y="3"/>
                  </a:lnTo>
                  <a:lnTo>
                    <a:pt x="27" y="3"/>
                  </a:lnTo>
                  <a:lnTo>
                    <a:pt x="13" y="0"/>
                  </a:lnTo>
                  <a:lnTo>
                    <a:pt x="10" y="3"/>
                  </a:lnTo>
                  <a:lnTo>
                    <a:pt x="23" y="3"/>
                  </a:lnTo>
                  <a:lnTo>
                    <a:pt x="0" y="17"/>
                  </a:lnTo>
                  <a:lnTo>
                    <a:pt x="3" y="20"/>
                  </a:lnTo>
                  <a:close/>
                </a:path>
              </a:pathLst>
            </a:custGeom>
            <a:solidFill>
              <a:srgbClr val="4D9DFF"/>
            </a:solidFill>
            <a:ln>
              <a:noFill/>
            </a:ln>
          </p:spPr>
          <p:txBody>
            <a:bodyPr anchor="ctr"/>
            <a:lstStyle/>
            <a:p>
              <a:endParaRPr lang="zh-CN" altLang="en-US"/>
            </a:p>
          </p:txBody>
        </p:sp>
        <p:sp>
          <p:nvSpPr>
            <p:cNvPr id="1049398" name="ïŝľïḍé"/>
            <p:cNvSpPr/>
            <p:nvPr>
              <p:custDataLst>
                <p:tags r:id="rId88"/>
              </p:custDataLst>
            </p:nvPr>
          </p:nvSpPr>
          <p:spPr bwMode="auto">
            <a:xfrm>
              <a:off x="7270414" y="4431317"/>
              <a:ext cx="75647" cy="43497"/>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8" y="0"/>
                    <a:pt x="6" y="0"/>
                    <a:pt x="3" y="2"/>
                  </a:cubicBezTo>
                  <a:cubicBezTo>
                    <a:pt x="0" y="3"/>
                    <a:pt x="0" y="5"/>
                    <a:pt x="2" y="6"/>
                  </a:cubicBezTo>
                  <a:cubicBezTo>
                    <a:pt x="4" y="7"/>
                    <a:pt x="6" y="7"/>
                    <a:pt x="9" y="5"/>
                  </a:cubicBezTo>
                  <a:cubicBezTo>
                    <a:pt x="12" y="3"/>
                    <a:pt x="12" y="2"/>
                    <a:pt x="10" y="1"/>
                  </a:cubicBezTo>
                  <a:close/>
                  <a:moveTo>
                    <a:pt x="8" y="4"/>
                  </a:moveTo>
                  <a:cubicBezTo>
                    <a:pt x="5" y="6"/>
                    <a:pt x="4" y="6"/>
                    <a:pt x="3" y="5"/>
                  </a:cubicBezTo>
                  <a:cubicBezTo>
                    <a:pt x="1" y="4"/>
                    <a:pt x="1" y="4"/>
                    <a:pt x="4" y="2"/>
                  </a:cubicBezTo>
                  <a:cubicBezTo>
                    <a:pt x="6" y="1"/>
                    <a:pt x="8" y="1"/>
                    <a:pt x="9" y="1"/>
                  </a:cubicBezTo>
                  <a:cubicBezTo>
                    <a:pt x="10" y="2"/>
                    <a:pt x="10" y="3"/>
                    <a:pt x="8" y="4"/>
                  </a:cubicBezTo>
                  <a:close/>
                </a:path>
              </a:pathLst>
            </a:custGeom>
            <a:solidFill>
              <a:srgbClr val="4D9DFF"/>
            </a:solidFill>
            <a:ln>
              <a:noFill/>
            </a:ln>
          </p:spPr>
          <p:txBody>
            <a:bodyPr anchor="ctr"/>
            <a:lstStyle/>
            <a:p>
              <a:endParaRPr lang="zh-CN" altLang="en-US"/>
            </a:p>
          </p:txBody>
        </p:sp>
        <p:sp>
          <p:nvSpPr>
            <p:cNvPr id="1049399" name="iṧḻîḑê"/>
            <p:cNvSpPr/>
            <p:nvPr>
              <p:custDataLst>
                <p:tags r:id="rId89"/>
              </p:custDataLst>
            </p:nvPr>
          </p:nvSpPr>
          <p:spPr bwMode="auto">
            <a:xfrm>
              <a:off x="7251502" y="4444555"/>
              <a:ext cx="11347" cy="5674"/>
            </a:xfrm>
            <a:custGeom>
              <a:avLst/>
              <a:gdLst>
                <a:gd name="T0" fmla="*/ 0 w 6"/>
                <a:gd name="T1" fmla="*/ 2147483646 h 3"/>
                <a:gd name="T2" fmla="*/ 2147483646 w 6"/>
                <a:gd name="T3" fmla="*/ 2147483646 h 3"/>
                <a:gd name="T4" fmla="*/ 2147483646 w 6"/>
                <a:gd name="T5" fmla="*/ 0 h 3"/>
                <a:gd name="T6" fmla="*/ 2147483646 w 6"/>
                <a:gd name="T7" fmla="*/ 0 h 3"/>
                <a:gd name="T8" fmla="*/ 0 w 6"/>
                <a:gd name="T9" fmla="*/ 2147483646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3">
                  <a:moveTo>
                    <a:pt x="0" y="3"/>
                  </a:moveTo>
                  <a:lnTo>
                    <a:pt x="3" y="3"/>
                  </a:lnTo>
                  <a:lnTo>
                    <a:pt x="6" y="0"/>
                  </a:lnTo>
                  <a:lnTo>
                    <a:pt x="3" y="0"/>
                  </a:lnTo>
                  <a:lnTo>
                    <a:pt x="0" y="3"/>
                  </a:lnTo>
                  <a:close/>
                </a:path>
              </a:pathLst>
            </a:custGeom>
            <a:solidFill>
              <a:srgbClr val="4D9DFF"/>
            </a:solidFill>
            <a:ln>
              <a:noFill/>
            </a:ln>
          </p:spPr>
          <p:txBody>
            <a:bodyPr anchor="ctr"/>
            <a:lstStyle/>
            <a:p>
              <a:endParaRPr lang="zh-CN" altLang="en-US"/>
            </a:p>
          </p:txBody>
        </p:sp>
        <p:sp>
          <p:nvSpPr>
            <p:cNvPr id="1049400" name="îšḷídê"/>
            <p:cNvSpPr/>
            <p:nvPr>
              <p:custDataLst>
                <p:tags r:id="rId90"/>
              </p:custDataLst>
            </p:nvPr>
          </p:nvSpPr>
          <p:spPr bwMode="auto">
            <a:xfrm>
              <a:off x="7206114" y="4393493"/>
              <a:ext cx="75647" cy="43497"/>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0 w 12"/>
                <a:gd name="T13" fmla="*/ 2147483646 h 7"/>
                <a:gd name="T14" fmla="*/ 2147483646 w 12"/>
                <a:gd name="T15" fmla="*/ 2147483646 h 7"/>
                <a:gd name="T16" fmla="*/ 2147483646 w 12"/>
                <a:gd name="T17" fmla="*/ 2147483646 h 7"/>
                <a:gd name="T18" fmla="*/ 2147483646 w 12"/>
                <a:gd name="T19" fmla="*/ 2147483646 h 7"/>
                <a:gd name="T20" fmla="*/ 2147483646 w 12"/>
                <a:gd name="T21" fmla="*/ 2147483646 h 7"/>
                <a:gd name="T22" fmla="*/ 2147483646 w 12"/>
                <a:gd name="T23" fmla="*/ 2147483646 h 7"/>
                <a:gd name="T24" fmla="*/ 2147483646 w 12"/>
                <a:gd name="T25" fmla="*/ 2147483646 h 7"/>
                <a:gd name="T26" fmla="*/ 2147483646 w 12"/>
                <a:gd name="T27" fmla="*/ 2147483646 h 7"/>
                <a:gd name="T28" fmla="*/ 2147483646 w 12"/>
                <a:gd name="T29" fmla="*/ 2147483646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 h="7">
                  <a:moveTo>
                    <a:pt x="10" y="1"/>
                  </a:moveTo>
                  <a:cubicBezTo>
                    <a:pt x="9" y="0"/>
                    <a:pt x="7" y="0"/>
                    <a:pt x="5" y="1"/>
                  </a:cubicBezTo>
                  <a:cubicBezTo>
                    <a:pt x="3" y="2"/>
                    <a:pt x="3" y="3"/>
                    <a:pt x="5" y="4"/>
                  </a:cubicBezTo>
                  <a:cubicBezTo>
                    <a:pt x="6" y="5"/>
                    <a:pt x="8" y="5"/>
                    <a:pt x="8" y="5"/>
                  </a:cubicBezTo>
                  <a:cubicBezTo>
                    <a:pt x="6" y="6"/>
                    <a:pt x="4" y="6"/>
                    <a:pt x="3" y="5"/>
                  </a:cubicBezTo>
                  <a:cubicBezTo>
                    <a:pt x="2" y="5"/>
                    <a:pt x="1" y="4"/>
                    <a:pt x="1" y="4"/>
                  </a:cubicBezTo>
                  <a:cubicBezTo>
                    <a:pt x="0" y="5"/>
                    <a:pt x="0" y="5"/>
                    <a:pt x="0" y="5"/>
                  </a:cubicBezTo>
                  <a:cubicBezTo>
                    <a:pt x="0" y="5"/>
                    <a:pt x="1" y="5"/>
                    <a:pt x="2" y="6"/>
                  </a:cubicBezTo>
                  <a:cubicBezTo>
                    <a:pt x="4" y="7"/>
                    <a:pt x="6" y="7"/>
                    <a:pt x="9" y="5"/>
                  </a:cubicBezTo>
                  <a:cubicBezTo>
                    <a:pt x="12" y="4"/>
                    <a:pt x="12" y="3"/>
                    <a:pt x="10" y="1"/>
                  </a:cubicBezTo>
                  <a:close/>
                  <a:moveTo>
                    <a:pt x="8" y="5"/>
                  </a:moveTo>
                  <a:cubicBezTo>
                    <a:pt x="8" y="5"/>
                    <a:pt x="7" y="4"/>
                    <a:pt x="6" y="4"/>
                  </a:cubicBezTo>
                  <a:cubicBezTo>
                    <a:pt x="5" y="3"/>
                    <a:pt x="5" y="3"/>
                    <a:pt x="6" y="2"/>
                  </a:cubicBezTo>
                  <a:cubicBezTo>
                    <a:pt x="7" y="1"/>
                    <a:pt x="8" y="1"/>
                    <a:pt x="9" y="2"/>
                  </a:cubicBezTo>
                  <a:cubicBezTo>
                    <a:pt x="11" y="3"/>
                    <a:pt x="10" y="4"/>
                    <a:pt x="8" y="5"/>
                  </a:cubicBezTo>
                  <a:close/>
                </a:path>
              </a:pathLst>
            </a:custGeom>
            <a:solidFill>
              <a:srgbClr val="4D9DFF"/>
            </a:solidFill>
            <a:ln>
              <a:noFill/>
            </a:ln>
          </p:spPr>
          <p:txBody>
            <a:bodyPr anchor="ctr"/>
            <a:lstStyle/>
            <a:p>
              <a:endParaRPr lang="zh-CN" altLang="en-US"/>
            </a:p>
          </p:txBody>
        </p:sp>
        <p:sp>
          <p:nvSpPr>
            <p:cNvPr id="1049401" name="ísḻiḋé"/>
            <p:cNvSpPr/>
            <p:nvPr>
              <p:custDataLst>
                <p:tags r:id="rId91"/>
              </p:custDataLst>
            </p:nvPr>
          </p:nvSpPr>
          <p:spPr bwMode="auto">
            <a:xfrm>
              <a:off x="6990521" y="4418079"/>
              <a:ext cx="26476" cy="13239"/>
            </a:xfrm>
            <a:custGeom>
              <a:avLst/>
              <a:gdLst>
                <a:gd name="T0" fmla="*/ 2147483646 w 14"/>
                <a:gd name="T1" fmla="*/ 2147483646 h 7"/>
                <a:gd name="T2" fmla="*/ 0 w 14"/>
                <a:gd name="T3" fmla="*/ 0 h 7"/>
                <a:gd name="T4" fmla="*/ 0 w 14"/>
                <a:gd name="T5" fmla="*/ 0 h 7"/>
                <a:gd name="T6" fmla="*/ 2147483646 w 14"/>
                <a:gd name="T7" fmla="*/ 2147483646 h 7"/>
                <a:gd name="T8" fmla="*/ 2147483646 w 14"/>
                <a:gd name="T9" fmla="*/ 2147483646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7">
                  <a:moveTo>
                    <a:pt x="14" y="7"/>
                  </a:moveTo>
                  <a:lnTo>
                    <a:pt x="0" y="0"/>
                  </a:lnTo>
                  <a:lnTo>
                    <a:pt x="11" y="7"/>
                  </a:lnTo>
                  <a:lnTo>
                    <a:pt x="14" y="7"/>
                  </a:lnTo>
                  <a:close/>
                </a:path>
              </a:pathLst>
            </a:custGeom>
            <a:solidFill>
              <a:srgbClr val="4D9DFF"/>
            </a:solidFill>
            <a:ln>
              <a:noFill/>
            </a:ln>
          </p:spPr>
          <p:txBody>
            <a:bodyPr anchor="ctr"/>
            <a:lstStyle/>
            <a:p>
              <a:endParaRPr lang="zh-CN" altLang="en-US"/>
            </a:p>
          </p:txBody>
        </p:sp>
        <p:sp>
          <p:nvSpPr>
            <p:cNvPr id="1049402" name="ïšḻíḑe"/>
            <p:cNvSpPr/>
            <p:nvPr>
              <p:custDataLst>
                <p:tags r:id="rId92"/>
              </p:custDataLst>
            </p:nvPr>
          </p:nvSpPr>
          <p:spPr bwMode="auto">
            <a:xfrm>
              <a:off x="7143706" y="4501290"/>
              <a:ext cx="75647" cy="43497"/>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8" y="0"/>
                    <a:pt x="6" y="0"/>
                    <a:pt x="3" y="2"/>
                  </a:cubicBezTo>
                  <a:cubicBezTo>
                    <a:pt x="0" y="4"/>
                    <a:pt x="0" y="5"/>
                    <a:pt x="2" y="6"/>
                  </a:cubicBezTo>
                  <a:cubicBezTo>
                    <a:pt x="4" y="7"/>
                    <a:pt x="6" y="7"/>
                    <a:pt x="9" y="5"/>
                  </a:cubicBezTo>
                  <a:cubicBezTo>
                    <a:pt x="12" y="4"/>
                    <a:pt x="12" y="2"/>
                    <a:pt x="10" y="1"/>
                  </a:cubicBezTo>
                  <a:close/>
                  <a:moveTo>
                    <a:pt x="8" y="5"/>
                  </a:moveTo>
                  <a:cubicBezTo>
                    <a:pt x="5" y="6"/>
                    <a:pt x="4" y="6"/>
                    <a:pt x="3" y="6"/>
                  </a:cubicBezTo>
                  <a:cubicBezTo>
                    <a:pt x="1" y="5"/>
                    <a:pt x="1" y="4"/>
                    <a:pt x="4" y="3"/>
                  </a:cubicBezTo>
                  <a:cubicBezTo>
                    <a:pt x="7" y="1"/>
                    <a:pt x="8" y="1"/>
                    <a:pt x="9" y="2"/>
                  </a:cubicBezTo>
                  <a:cubicBezTo>
                    <a:pt x="11" y="3"/>
                    <a:pt x="11" y="3"/>
                    <a:pt x="8" y="5"/>
                  </a:cubicBezTo>
                  <a:close/>
                </a:path>
              </a:pathLst>
            </a:custGeom>
            <a:solidFill>
              <a:srgbClr val="4D9DFF"/>
            </a:solidFill>
            <a:ln>
              <a:noFill/>
            </a:ln>
          </p:spPr>
          <p:txBody>
            <a:bodyPr anchor="ctr"/>
            <a:lstStyle/>
            <a:p>
              <a:endParaRPr lang="zh-CN" altLang="en-US"/>
            </a:p>
          </p:txBody>
        </p:sp>
        <p:sp>
          <p:nvSpPr>
            <p:cNvPr id="1049403" name="ísľiďê"/>
            <p:cNvSpPr/>
            <p:nvPr>
              <p:custDataLst>
                <p:tags r:id="rId93"/>
              </p:custDataLst>
            </p:nvPr>
          </p:nvSpPr>
          <p:spPr bwMode="auto">
            <a:xfrm>
              <a:off x="7124795" y="4512637"/>
              <a:ext cx="11347" cy="13239"/>
            </a:xfrm>
            <a:custGeom>
              <a:avLst/>
              <a:gdLst>
                <a:gd name="T0" fmla="*/ 0 w 6"/>
                <a:gd name="T1" fmla="*/ 2147483646 h 7"/>
                <a:gd name="T2" fmla="*/ 2147483646 w 6"/>
                <a:gd name="T3" fmla="*/ 2147483646 h 7"/>
                <a:gd name="T4" fmla="*/ 2147483646 w 6"/>
                <a:gd name="T5" fmla="*/ 2147483646 h 7"/>
                <a:gd name="T6" fmla="*/ 2147483646 w 6"/>
                <a:gd name="T7" fmla="*/ 0 h 7"/>
                <a:gd name="T8" fmla="*/ 0 w 6"/>
                <a:gd name="T9" fmla="*/ 2147483646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7">
                  <a:moveTo>
                    <a:pt x="0" y="4"/>
                  </a:moveTo>
                  <a:lnTo>
                    <a:pt x="3" y="7"/>
                  </a:lnTo>
                  <a:lnTo>
                    <a:pt x="6" y="4"/>
                  </a:lnTo>
                  <a:lnTo>
                    <a:pt x="3" y="0"/>
                  </a:lnTo>
                  <a:lnTo>
                    <a:pt x="0" y="4"/>
                  </a:lnTo>
                  <a:close/>
                </a:path>
              </a:pathLst>
            </a:custGeom>
            <a:solidFill>
              <a:srgbClr val="4D9DFF"/>
            </a:solidFill>
            <a:ln>
              <a:noFill/>
            </a:ln>
          </p:spPr>
          <p:txBody>
            <a:bodyPr anchor="ctr"/>
            <a:lstStyle/>
            <a:p>
              <a:endParaRPr lang="zh-CN" altLang="en-US"/>
            </a:p>
          </p:txBody>
        </p:sp>
        <p:sp>
          <p:nvSpPr>
            <p:cNvPr id="1049404" name="ïşḷíḑè"/>
            <p:cNvSpPr/>
            <p:nvPr>
              <p:custDataLst>
                <p:tags r:id="rId94"/>
              </p:custDataLst>
            </p:nvPr>
          </p:nvSpPr>
          <p:spPr bwMode="auto">
            <a:xfrm>
              <a:off x="7079407" y="4469140"/>
              <a:ext cx="83211" cy="43497"/>
            </a:xfrm>
            <a:custGeom>
              <a:avLst/>
              <a:gdLst>
                <a:gd name="T0" fmla="*/ 2147483646 w 13"/>
                <a:gd name="T1" fmla="*/ 2147483646 h 7"/>
                <a:gd name="T2" fmla="*/ 2147483646 w 13"/>
                <a:gd name="T3" fmla="*/ 2147483646 h 7"/>
                <a:gd name="T4" fmla="*/ 2147483646 w 13"/>
                <a:gd name="T5" fmla="*/ 2147483646 h 7"/>
                <a:gd name="T6" fmla="*/ 2147483646 w 13"/>
                <a:gd name="T7" fmla="*/ 2147483646 h 7"/>
                <a:gd name="T8" fmla="*/ 2147483646 w 13"/>
                <a:gd name="T9" fmla="*/ 2147483646 h 7"/>
                <a:gd name="T10" fmla="*/ 2147483646 w 13"/>
                <a:gd name="T11" fmla="*/ 0 h 7"/>
                <a:gd name="T12" fmla="*/ 2147483646 w 13"/>
                <a:gd name="T13" fmla="*/ 2147483646 h 7"/>
                <a:gd name="T14" fmla="*/ 2147483646 w 13"/>
                <a:gd name="T15" fmla="*/ 2147483646 h 7"/>
                <a:gd name="T16" fmla="*/ 2147483646 w 13"/>
                <a:gd name="T17" fmla="*/ 2147483646 h 7"/>
                <a:gd name="T18" fmla="*/ 2147483646 w 13"/>
                <a:gd name="T19" fmla="*/ 2147483646 h 7"/>
                <a:gd name="T20" fmla="*/ 2147483646 w 13"/>
                <a:gd name="T21" fmla="*/ 2147483646 h 7"/>
                <a:gd name="T22" fmla="*/ 2147483646 w 13"/>
                <a:gd name="T23" fmla="*/ 2147483646 h 7"/>
                <a:gd name="T24" fmla="*/ 0 w 13"/>
                <a:gd name="T25" fmla="*/ 2147483646 h 7"/>
                <a:gd name="T26" fmla="*/ 2147483646 w 13"/>
                <a:gd name="T27" fmla="*/ 2147483646 h 7"/>
                <a:gd name="T28" fmla="*/ 2147483646 w 13"/>
                <a:gd name="T29" fmla="*/ 2147483646 h 7"/>
                <a:gd name="T30" fmla="*/ 2147483646 w 13"/>
                <a:gd name="T31" fmla="*/ 2147483646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 h="7">
                  <a:moveTo>
                    <a:pt x="8" y="3"/>
                  </a:moveTo>
                  <a:cubicBezTo>
                    <a:pt x="7" y="2"/>
                    <a:pt x="6" y="2"/>
                    <a:pt x="5" y="2"/>
                  </a:cubicBezTo>
                  <a:cubicBezTo>
                    <a:pt x="8" y="1"/>
                    <a:pt x="8" y="1"/>
                    <a:pt x="8" y="1"/>
                  </a:cubicBezTo>
                  <a:cubicBezTo>
                    <a:pt x="12" y="3"/>
                    <a:pt x="12" y="3"/>
                    <a:pt x="12" y="3"/>
                  </a:cubicBezTo>
                  <a:cubicBezTo>
                    <a:pt x="13" y="2"/>
                    <a:pt x="13" y="2"/>
                    <a:pt x="13" y="2"/>
                  </a:cubicBezTo>
                  <a:cubicBezTo>
                    <a:pt x="8" y="0"/>
                    <a:pt x="8" y="0"/>
                    <a:pt x="8" y="0"/>
                  </a:cubicBezTo>
                  <a:cubicBezTo>
                    <a:pt x="4" y="2"/>
                    <a:pt x="4" y="2"/>
                    <a:pt x="4" y="2"/>
                  </a:cubicBezTo>
                  <a:cubicBezTo>
                    <a:pt x="4" y="2"/>
                    <a:pt x="4" y="2"/>
                    <a:pt x="4" y="2"/>
                  </a:cubicBezTo>
                  <a:cubicBezTo>
                    <a:pt x="5" y="2"/>
                    <a:pt x="6" y="3"/>
                    <a:pt x="7" y="3"/>
                  </a:cubicBezTo>
                  <a:cubicBezTo>
                    <a:pt x="8" y="4"/>
                    <a:pt x="8" y="4"/>
                    <a:pt x="7" y="5"/>
                  </a:cubicBezTo>
                  <a:cubicBezTo>
                    <a:pt x="6" y="6"/>
                    <a:pt x="4" y="6"/>
                    <a:pt x="3" y="5"/>
                  </a:cubicBezTo>
                  <a:cubicBezTo>
                    <a:pt x="2" y="5"/>
                    <a:pt x="1" y="4"/>
                    <a:pt x="1" y="4"/>
                  </a:cubicBezTo>
                  <a:cubicBezTo>
                    <a:pt x="0" y="4"/>
                    <a:pt x="0" y="4"/>
                    <a:pt x="0" y="4"/>
                  </a:cubicBezTo>
                  <a:cubicBezTo>
                    <a:pt x="0" y="4"/>
                    <a:pt x="1" y="5"/>
                    <a:pt x="3" y="6"/>
                  </a:cubicBezTo>
                  <a:cubicBezTo>
                    <a:pt x="4" y="7"/>
                    <a:pt x="6" y="7"/>
                    <a:pt x="8" y="6"/>
                  </a:cubicBezTo>
                  <a:cubicBezTo>
                    <a:pt x="10" y="5"/>
                    <a:pt x="9" y="4"/>
                    <a:pt x="8" y="3"/>
                  </a:cubicBezTo>
                  <a:close/>
                </a:path>
              </a:pathLst>
            </a:custGeom>
            <a:solidFill>
              <a:srgbClr val="4D9DFF"/>
            </a:solidFill>
            <a:ln>
              <a:noFill/>
            </a:ln>
          </p:spPr>
          <p:txBody>
            <a:bodyPr anchor="ctr"/>
            <a:lstStyle/>
            <a:p>
              <a:endParaRPr lang="zh-CN" altLang="en-US"/>
            </a:p>
          </p:txBody>
        </p:sp>
        <p:sp>
          <p:nvSpPr>
            <p:cNvPr id="1049405" name="íSlíḍé"/>
            <p:cNvSpPr/>
            <p:nvPr>
              <p:custDataLst>
                <p:tags r:id="rId95"/>
              </p:custDataLst>
            </p:nvPr>
          </p:nvSpPr>
          <p:spPr bwMode="auto">
            <a:xfrm>
              <a:off x="7035909" y="4444555"/>
              <a:ext cx="81321" cy="43497"/>
            </a:xfrm>
            <a:custGeom>
              <a:avLst/>
              <a:gdLst>
                <a:gd name="T0" fmla="*/ 2147483646 w 13"/>
                <a:gd name="T1" fmla="*/ 2147483646 h 7"/>
                <a:gd name="T2" fmla="*/ 2147483646 w 13"/>
                <a:gd name="T3" fmla="*/ 2147483646 h 7"/>
                <a:gd name="T4" fmla="*/ 2147483646 w 13"/>
                <a:gd name="T5" fmla="*/ 2147483646 h 7"/>
                <a:gd name="T6" fmla="*/ 2147483646 w 13"/>
                <a:gd name="T7" fmla="*/ 2147483646 h 7"/>
                <a:gd name="T8" fmla="*/ 2147483646 w 13"/>
                <a:gd name="T9" fmla="*/ 2147483646 h 7"/>
                <a:gd name="T10" fmla="*/ 2147483646 w 13"/>
                <a:gd name="T11" fmla="*/ 0 h 7"/>
                <a:gd name="T12" fmla="*/ 2147483646 w 13"/>
                <a:gd name="T13" fmla="*/ 0 h 7"/>
                <a:gd name="T14" fmla="*/ 2147483646 w 13"/>
                <a:gd name="T15" fmla="*/ 2147483646 h 7"/>
                <a:gd name="T16" fmla="*/ 2147483646 w 13"/>
                <a:gd name="T17" fmla="*/ 2147483646 h 7"/>
                <a:gd name="T18" fmla="*/ 2147483646 w 13"/>
                <a:gd name="T19" fmla="*/ 2147483646 h 7"/>
                <a:gd name="T20" fmla="*/ 2147483646 w 13"/>
                <a:gd name="T21" fmla="*/ 2147483646 h 7"/>
                <a:gd name="T22" fmla="*/ 0 w 13"/>
                <a:gd name="T23" fmla="*/ 2147483646 h 7"/>
                <a:gd name="T24" fmla="*/ 2147483646 w 13"/>
                <a:gd name="T25" fmla="*/ 2147483646 h 7"/>
                <a:gd name="T26" fmla="*/ 2147483646 w 13"/>
                <a:gd name="T27" fmla="*/ 2147483646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 h="7">
                  <a:moveTo>
                    <a:pt x="6" y="7"/>
                  </a:moveTo>
                  <a:cubicBezTo>
                    <a:pt x="2" y="4"/>
                    <a:pt x="2" y="4"/>
                    <a:pt x="2" y="4"/>
                  </a:cubicBezTo>
                  <a:cubicBezTo>
                    <a:pt x="6" y="4"/>
                    <a:pt x="6" y="4"/>
                    <a:pt x="6" y="4"/>
                  </a:cubicBezTo>
                  <a:cubicBezTo>
                    <a:pt x="9" y="4"/>
                    <a:pt x="10" y="4"/>
                    <a:pt x="11" y="4"/>
                  </a:cubicBezTo>
                  <a:cubicBezTo>
                    <a:pt x="13" y="3"/>
                    <a:pt x="12" y="2"/>
                    <a:pt x="11" y="1"/>
                  </a:cubicBezTo>
                  <a:cubicBezTo>
                    <a:pt x="10" y="0"/>
                    <a:pt x="8" y="0"/>
                    <a:pt x="8" y="0"/>
                  </a:cubicBezTo>
                  <a:cubicBezTo>
                    <a:pt x="7" y="0"/>
                    <a:pt x="7" y="0"/>
                    <a:pt x="7" y="0"/>
                  </a:cubicBezTo>
                  <a:cubicBezTo>
                    <a:pt x="7" y="0"/>
                    <a:pt x="9" y="1"/>
                    <a:pt x="10" y="1"/>
                  </a:cubicBezTo>
                  <a:cubicBezTo>
                    <a:pt x="11" y="2"/>
                    <a:pt x="11" y="2"/>
                    <a:pt x="10" y="3"/>
                  </a:cubicBezTo>
                  <a:cubicBezTo>
                    <a:pt x="9" y="4"/>
                    <a:pt x="8" y="4"/>
                    <a:pt x="6" y="4"/>
                  </a:cubicBezTo>
                  <a:cubicBezTo>
                    <a:pt x="1" y="4"/>
                    <a:pt x="1" y="4"/>
                    <a:pt x="1" y="4"/>
                  </a:cubicBezTo>
                  <a:cubicBezTo>
                    <a:pt x="0" y="4"/>
                    <a:pt x="0" y="4"/>
                    <a:pt x="0" y="4"/>
                  </a:cubicBezTo>
                  <a:cubicBezTo>
                    <a:pt x="5" y="7"/>
                    <a:pt x="5" y="7"/>
                    <a:pt x="5" y="7"/>
                  </a:cubicBezTo>
                  <a:lnTo>
                    <a:pt x="6" y="7"/>
                  </a:lnTo>
                  <a:close/>
                </a:path>
              </a:pathLst>
            </a:custGeom>
            <a:solidFill>
              <a:srgbClr val="4D9DFF"/>
            </a:solidFill>
            <a:ln>
              <a:noFill/>
            </a:ln>
          </p:spPr>
          <p:txBody>
            <a:bodyPr anchor="ctr"/>
            <a:lstStyle/>
            <a:p>
              <a:endParaRPr lang="zh-CN" altLang="en-US"/>
            </a:p>
          </p:txBody>
        </p:sp>
        <p:sp>
          <p:nvSpPr>
            <p:cNvPr id="1049406" name="iSḷïḋe"/>
            <p:cNvSpPr/>
            <p:nvPr>
              <p:custDataLst>
                <p:tags r:id="rId96"/>
              </p:custDataLst>
            </p:nvPr>
          </p:nvSpPr>
          <p:spPr bwMode="auto">
            <a:xfrm>
              <a:off x="6914875" y="4520202"/>
              <a:ext cx="83211" cy="37823"/>
            </a:xfrm>
            <a:custGeom>
              <a:avLst/>
              <a:gdLst>
                <a:gd name="T0" fmla="*/ 2147483646 w 13"/>
                <a:gd name="T1" fmla="*/ 2147483646 h 6"/>
                <a:gd name="T2" fmla="*/ 2147483646 w 13"/>
                <a:gd name="T3" fmla="*/ 2147483646 h 6"/>
                <a:gd name="T4" fmla="*/ 2147483646 w 13"/>
                <a:gd name="T5" fmla="*/ 2147483646 h 6"/>
                <a:gd name="T6" fmla="*/ 2147483646 w 13"/>
                <a:gd name="T7" fmla="*/ 2147483646 h 6"/>
                <a:gd name="T8" fmla="*/ 2147483646 w 13"/>
                <a:gd name="T9" fmla="*/ 2147483646 h 6"/>
                <a:gd name="T10" fmla="*/ 2147483646 w 13"/>
                <a:gd name="T11" fmla="*/ 2147483646 h 6"/>
                <a:gd name="T12" fmla="*/ 2147483646 w 13"/>
                <a:gd name="T13" fmla="*/ 2147483646 h 6"/>
                <a:gd name="T14" fmla="*/ 2147483646 w 13"/>
                <a:gd name="T15" fmla="*/ 2147483646 h 6"/>
                <a:gd name="T16" fmla="*/ 2147483646 w 13"/>
                <a:gd name="T17" fmla="*/ 2147483646 h 6"/>
                <a:gd name="T18" fmla="*/ 2147483646 w 13"/>
                <a:gd name="T19" fmla="*/ 2147483646 h 6"/>
                <a:gd name="T20" fmla="*/ 2147483646 w 13"/>
                <a:gd name="T21" fmla="*/ 2147483646 h 6"/>
                <a:gd name="T22" fmla="*/ 2147483646 w 13"/>
                <a:gd name="T23" fmla="*/ 2147483646 h 6"/>
                <a:gd name="T24" fmla="*/ 2147483646 w 13"/>
                <a:gd name="T25" fmla="*/ 2147483646 h 6"/>
                <a:gd name="T26" fmla="*/ 2147483646 w 13"/>
                <a:gd name="T27" fmla="*/ 2147483646 h 6"/>
                <a:gd name="T28" fmla="*/ 2147483646 w 13"/>
                <a:gd name="T29" fmla="*/ 214748364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 h="6">
                  <a:moveTo>
                    <a:pt x="13" y="2"/>
                  </a:moveTo>
                  <a:cubicBezTo>
                    <a:pt x="12" y="2"/>
                    <a:pt x="12" y="1"/>
                    <a:pt x="11" y="1"/>
                  </a:cubicBezTo>
                  <a:cubicBezTo>
                    <a:pt x="9" y="0"/>
                    <a:pt x="6" y="0"/>
                    <a:pt x="3" y="1"/>
                  </a:cubicBezTo>
                  <a:cubicBezTo>
                    <a:pt x="1" y="3"/>
                    <a:pt x="0" y="4"/>
                    <a:pt x="2" y="5"/>
                  </a:cubicBezTo>
                  <a:cubicBezTo>
                    <a:pt x="4" y="6"/>
                    <a:pt x="6" y="6"/>
                    <a:pt x="7" y="5"/>
                  </a:cubicBezTo>
                  <a:cubicBezTo>
                    <a:pt x="9" y="4"/>
                    <a:pt x="9" y="3"/>
                    <a:pt x="7" y="2"/>
                  </a:cubicBezTo>
                  <a:cubicBezTo>
                    <a:pt x="6" y="2"/>
                    <a:pt x="5" y="2"/>
                    <a:pt x="5" y="1"/>
                  </a:cubicBezTo>
                  <a:cubicBezTo>
                    <a:pt x="7" y="0"/>
                    <a:pt x="8" y="0"/>
                    <a:pt x="10" y="1"/>
                  </a:cubicBezTo>
                  <a:cubicBezTo>
                    <a:pt x="11" y="2"/>
                    <a:pt x="12" y="2"/>
                    <a:pt x="12" y="2"/>
                  </a:cubicBezTo>
                  <a:lnTo>
                    <a:pt x="13" y="2"/>
                  </a:lnTo>
                  <a:close/>
                  <a:moveTo>
                    <a:pt x="6" y="3"/>
                  </a:moveTo>
                  <a:cubicBezTo>
                    <a:pt x="7" y="3"/>
                    <a:pt x="8" y="4"/>
                    <a:pt x="7" y="5"/>
                  </a:cubicBezTo>
                  <a:cubicBezTo>
                    <a:pt x="5" y="5"/>
                    <a:pt x="4" y="5"/>
                    <a:pt x="3" y="5"/>
                  </a:cubicBezTo>
                  <a:cubicBezTo>
                    <a:pt x="1" y="4"/>
                    <a:pt x="2" y="3"/>
                    <a:pt x="4" y="2"/>
                  </a:cubicBezTo>
                  <a:cubicBezTo>
                    <a:pt x="4" y="2"/>
                    <a:pt x="5" y="2"/>
                    <a:pt x="6" y="3"/>
                  </a:cubicBezTo>
                  <a:close/>
                </a:path>
              </a:pathLst>
            </a:custGeom>
            <a:solidFill>
              <a:srgbClr val="4D9DFF"/>
            </a:solidFill>
            <a:ln>
              <a:noFill/>
            </a:ln>
          </p:spPr>
          <p:txBody>
            <a:bodyPr anchor="ctr"/>
            <a:lstStyle/>
            <a:p>
              <a:endParaRPr lang="zh-CN" altLang="en-US"/>
            </a:p>
          </p:txBody>
        </p:sp>
        <p:sp>
          <p:nvSpPr>
            <p:cNvPr id="1049407" name="îṧļïdé"/>
            <p:cNvSpPr/>
            <p:nvPr>
              <p:custDataLst>
                <p:tags r:id="rId97"/>
              </p:custDataLst>
            </p:nvPr>
          </p:nvSpPr>
          <p:spPr bwMode="auto">
            <a:xfrm>
              <a:off x="6971610" y="4550461"/>
              <a:ext cx="83211" cy="45388"/>
            </a:xfrm>
            <a:custGeom>
              <a:avLst/>
              <a:gdLst>
                <a:gd name="T0" fmla="*/ 2147483646 w 13"/>
                <a:gd name="T1" fmla="*/ 2147483646 h 7"/>
                <a:gd name="T2" fmla="*/ 2147483646 w 13"/>
                <a:gd name="T3" fmla="*/ 2147483646 h 7"/>
                <a:gd name="T4" fmla="*/ 2147483646 w 13"/>
                <a:gd name="T5" fmla="*/ 2147483646 h 7"/>
                <a:gd name="T6" fmla="*/ 2147483646 w 13"/>
                <a:gd name="T7" fmla="*/ 2147483646 h 7"/>
                <a:gd name="T8" fmla="*/ 2147483646 w 13"/>
                <a:gd name="T9" fmla="*/ 2147483646 h 7"/>
                <a:gd name="T10" fmla="*/ 2147483646 w 13"/>
                <a:gd name="T11" fmla="*/ 2147483646 h 7"/>
                <a:gd name="T12" fmla="*/ 2147483646 w 13"/>
                <a:gd name="T13" fmla="*/ 2147483646 h 7"/>
                <a:gd name="T14" fmla="*/ 2147483646 w 13"/>
                <a:gd name="T15" fmla="*/ 2147483646 h 7"/>
                <a:gd name="T16" fmla="*/ 2147483646 w 13"/>
                <a:gd name="T17" fmla="*/ 2147483646 h 7"/>
                <a:gd name="T18" fmla="*/ 2147483646 w 13"/>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 h="7">
                  <a:moveTo>
                    <a:pt x="11" y="1"/>
                  </a:moveTo>
                  <a:cubicBezTo>
                    <a:pt x="9" y="0"/>
                    <a:pt x="7" y="0"/>
                    <a:pt x="3" y="2"/>
                  </a:cubicBezTo>
                  <a:cubicBezTo>
                    <a:pt x="0" y="3"/>
                    <a:pt x="1" y="5"/>
                    <a:pt x="2" y="6"/>
                  </a:cubicBezTo>
                  <a:cubicBezTo>
                    <a:pt x="4" y="7"/>
                    <a:pt x="6" y="7"/>
                    <a:pt x="9" y="5"/>
                  </a:cubicBezTo>
                  <a:cubicBezTo>
                    <a:pt x="13" y="3"/>
                    <a:pt x="12" y="2"/>
                    <a:pt x="11" y="1"/>
                  </a:cubicBezTo>
                  <a:close/>
                  <a:moveTo>
                    <a:pt x="3" y="5"/>
                  </a:moveTo>
                  <a:cubicBezTo>
                    <a:pt x="2" y="4"/>
                    <a:pt x="2" y="4"/>
                    <a:pt x="4" y="2"/>
                  </a:cubicBezTo>
                  <a:cubicBezTo>
                    <a:pt x="7" y="1"/>
                    <a:pt x="8" y="1"/>
                    <a:pt x="10" y="1"/>
                  </a:cubicBezTo>
                  <a:cubicBezTo>
                    <a:pt x="11" y="2"/>
                    <a:pt x="11" y="3"/>
                    <a:pt x="8" y="4"/>
                  </a:cubicBezTo>
                  <a:cubicBezTo>
                    <a:pt x="6" y="6"/>
                    <a:pt x="4" y="6"/>
                    <a:pt x="3" y="5"/>
                  </a:cubicBezTo>
                  <a:close/>
                </a:path>
              </a:pathLst>
            </a:custGeom>
            <a:solidFill>
              <a:srgbClr val="4D9DFF"/>
            </a:solidFill>
            <a:ln>
              <a:noFill/>
            </a:ln>
          </p:spPr>
          <p:txBody>
            <a:bodyPr anchor="ctr"/>
            <a:lstStyle/>
            <a:p>
              <a:endParaRPr lang="zh-CN" altLang="en-US"/>
            </a:p>
          </p:txBody>
        </p:sp>
        <p:sp>
          <p:nvSpPr>
            <p:cNvPr id="1049408" name="ïŝlïḍé"/>
            <p:cNvSpPr/>
            <p:nvPr>
              <p:custDataLst>
                <p:tags r:id="rId98"/>
              </p:custDataLst>
            </p:nvPr>
          </p:nvSpPr>
          <p:spPr bwMode="auto">
            <a:xfrm>
              <a:off x="6952698" y="4563698"/>
              <a:ext cx="18912" cy="5674"/>
            </a:xfrm>
            <a:custGeom>
              <a:avLst/>
              <a:gdLst>
                <a:gd name="T0" fmla="*/ 0 w 10"/>
                <a:gd name="T1" fmla="*/ 2147483646 h 3"/>
                <a:gd name="T2" fmla="*/ 2147483646 w 10"/>
                <a:gd name="T3" fmla="*/ 2147483646 h 3"/>
                <a:gd name="T4" fmla="*/ 2147483646 w 10"/>
                <a:gd name="T5" fmla="*/ 0 h 3"/>
                <a:gd name="T6" fmla="*/ 2147483646 w 10"/>
                <a:gd name="T7" fmla="*/ 0 h 3"/>
                <a:gd name="T8" fmla="*/ 0 w 10"/>
                <a:gd name="T9" fmla="*/ 2147483646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3">
                  <a:moveTo>
                    <a:pt x="0" y="3"/>
                  </a:moveTo>
                  <a:lnTo>
                    <a:pt x="4" y="3"/>
                  </a:lnTo>
                  <a:lnTo>
                    <a:pt x="10" y="0"/>
                  </a:lnTo>
                  <a:lnTo>
                    <a:pt x="7" y="0"/>
                  </a:lnTo>
                  <a:lnTo>
                    <a:pt x="0" y="3"/>
                  </a:lnTo>
                  <a:close/>
                </a:path>
              </a:pathLst>
            </a:custGeom>
            <a:solidFill>
              <a:srgbClr val="4D9DFF"/>
            </a:solidFill>
            <a:ln>
              <a:noFill/>
            </a:ln>
          </p:spPr>
          <p:txBody>
            <a:bodyPr anchor="ctr"/>
            <a:lstStyle/>
            <a:p>
              <a:endParaRPr lang="zh-CN" altLang="en-US"/>
            </a:p>
          </p:txBody>
        </p:sp>
        <p:sp>
          <p:nvSpPr>
            <p:cNvPr id="1049409" name="îṩḻïḍe"/>
            <p:cNvSpPr/>
            <p:nvPr>
              <p:custDataLst>
                <p:tags r:id="rId99"/>
              </p:custDataLst>
            </p:nvPr>
          </p:nvSpPr>
          <p:spPr bwMode="auto">
            <a:xfrm>
              <a:off x="7016998" y="4576937"/>
              <a:ext cx="75647" cy="43497"/>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 h="7">
                  <a:moveTo>
                    <a:pt x="10" y="1"/>
                  </a:moveTo>
                  <a:cubicBezTo>
                    <a:pt x="9" y="0"/>
                    <a:pt x="7" y="0"/>
                    <a:pt x="3" y="2"/>
                  </a:cubicBezTo>
                  <a:cubicBezTo>
                    <a:pt x="0" y="3"/>
                    <a:pt x="0" y="5"/>
                    <a:pt x="2" y="6"/>
                  </a:cubicBezTo>
                  <a:cubicBezTo>
                    <a:pt x="4" y="7"/>
                    <a:pt x="6" y="7"/>
                    <a:pt x="9" y="5"/>
                  </a:cubicBezTo>
                  <a:cubicBezTo>
                    <a:pt x="12" y="3"/>
                    <a:pt x="12" y="2"/>
                    <a:pt x="10" y="1"/>
                  </a:cubicBezTo>
                  <a:close/>
                  <a:moveTo>
                    <a:pt x="8" y="4"/>
                  </a:moveTo>
                  <a:cubicBezTo>
                    <a:pt x="6" y="6"/>
                    <a:pt x="4" y="6"/>
                    <a:pt x="3" y="5"/>
                  </a:cubicBezTo>
                  <a:cubicBezTo>
                    <a:pt x="2" y="4"/>
                    <a:pt x="2" y="4"/>
                    <a:pt x="4" y="2"/>
                  </a:cubicBezTo>
                  <a:cubicBezTo>
                    <a:pt x="7" y="1"/>
                    <a:pt x="8" y="1"/>
                    <a:pt x="10" y="1"/>
                  </a:cubicBezTo>
                  <a:cubicBezTo>
                    <a:pt x="11" y="2"/>
                    <a:pt x="11" y="3"/>
                    <a:pt x="8" y="4"/>
                  </a:cubicBezTo>
                  <a:close/>
                </a:path>
              </a:pathLst>
            </a:custGeom>
            <a:solidFill>
              <a:srgbClr val="4D9DFF"/>
            </a:solidFill>
            <a:ln>
              <a:noFill/>
            </a:ln>
          </p:spPr>
          <p:txBody>
            <a:bodyPr anchor="ctr"/>
            <a:lstStyle/>
            <a:p>
              <a:endParaRPr lang="zh-CN" altLang="en-US"/>
            </a:p>
          </p:txBody>
        </p:sp>
        <p:sp>
          <p:nvSpPr>
            <p:cNvPr id="1049410" name="isļíḓe"/>
            <p:cNvSpPr/>
            <p:nvPr>
              <p:custDataLst>
                <p:tags r:id="rId100"/>
              </p:custDataLst>
            </p:nvPr>
          </p:nvSpPr>
          <p:spPr bwMode="auto">
            <a:xfrm>
              <a:off x="6801405" y="2509893"/>
              <a:ext cx="240178" cy="442533"/>
            </a:xfrm>
            <a:custGeom>
              <a:avLst/>
              <a:gdLst>
                <a:gd name="T0" fmla="*/ 2147483646 w 38"/>
                <a:gd name="T1" fmla="*/ 2147483646 h 70"/>
                <a:gd name="T2" fmla="*/ 0 w 38"/>
                <a:gd name="T3" fmla="*/ 2147483646 h 70"/>
                <a:gd name="T4" fmla="*/ 2147483646 w 38"/>
                <a:gd name="T5" fmla="*/ 2147483646 h 70"/>
                <a:gd name="T6" fmla="*/ 2147483646 w 38"/>
                <a:gd name="T7" fmla="*/ 2147483646 h 70"/>
                <a:gd name="T8" fmla="*/ 2147483646 w 38"/>
                <a:gd name="T9" fmla="*/ 2147483646 h 70"/>
                <a:gd name="T10" fmla="*/ 2147483646 w 38"/>
                <a:gd name="T11" fmla="*/ 2147483646 h 70"/>
                <a:gd name="T12" fmla="*/ 2147483646 w 38"/>
                <a:gd name="T13" fmla="*/ 2147483646 h 70"/>
                <a:gd name="T14" fmla="*/ 2147483646 w 38"/>
                <a:gd name="T15" fmla="*/ 2147483646 h 70"/>
                <a:gd name="T16" fmla="*/ 2147483646 w 38"/>
                <a:gd name="T17" fmla="*/ 2147483646 h 70"/>
                <a:gd name="T18" fmla="*/ 2147483646 w 38"/>
                <a:gd name="T19" fmla="*/ 2147483646 h 70"/>
                <a:gd name="T20" fmla="*/ 2147483646 w 38"/>
                <a:gd name="T21" fmla="*/ 2147483646 h 70"/>
                <a:gd name="T22" fmla="*/ 2147483646 w 38"/>
                <a:gd name="T23" fmla="*/ 2147483646 h 70"/>
                <a:gd name="T24" fmla="*/ 2147483646 w 38"/>
                <a:gd name="T25" fmla="*/ 2147483646 h 70"/>
                <a:gd name="T26" fmla="*/ 2147483646 w 38"/>
                <a:gd name="T27" fmla="*/ 2147483646 h 7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8" h="70">
                  <a:moveTo>
                    <a:pt x="19" y="6"/>
                  </a:moveTo>
                  <a:cubicBezTo>
                    <a:pt x="9" y="12"/>
                    <a:pt x="0" y="27"/>
                    <a:pt x="0" y="39"/>
                  </a:cubicBezTo>
                  <a:cubicBezTo>
                    <a:pt x="0" y="49"/>
                    <a:pt x="6" y="54"/>
                    <a:pt x="14" y="52"/>
                  </a:cubicBezTo>
                  <a:cubicBezTo>
                    <a:pt x="14" y="66"/>
                    <a:pt x="14" y="66"/>
                    <a:pt x="14" y="66"/>
                  </a:cubicBezTo>
                  <a:cubicBezTo>
                    <a:pt x="14" y="69"/>
                    <a:pt x="17" y="70"/>
                    <a:pt x="19" y="68"/>
                  </a:cubicBezTo>
                  <a:cubicBezTo>
                    <a:pt x="22" y="67"/>
                    <a:pt x="25" y="63"/>
                    <a:pt x="25" y="60"/>
                  </a:cubicBezTo>
                  <a:cubicBezTo>
                    <a:pt x="25" y="46"/>
                    <a:pt x="25" y="46"/>
                    <a:pt x="25" y="46"/>
                  </a:cubicBezTo>
                  <a:cubicBezTo>
                    <a:pt x="33" y="39"/>
                    <a:pt x="38" y="27"/>
                    <a:pt x="38" y="17"/>
                  </a:cubicBezTo>
                  <a:cubicBezTo>
                    <a:pt x="38" y="5"/>
                    <a:pt x="30" y="0"/>
                    <a:pt x="19" y="6"/>
                  </a:cubicBezTo>
                  <a:close/>
                  <a:moveTo>
                    <a:pt x="19" y="38"/>
                  </a:moveTo>
                  <a:cubicBezTo>
                    <a:pt x="15" y="41"/>
                    <a:pt x="11" y="39"/>
                    <a:pt x="11" y="33"/>
                  </a:cubicBezTo>
                  <a:cubicBezTo>
                    <a:pt x="11" y="28"/>
                    <a:pt x="14" y="21"/>
                    <a:pt x="19" y="18"/>
                  </a:cubicBezTo>
                  <a:cubicBezTo>
                    <a:pt x="24" y="15"/>
                    <a:pt x="28" y="18"/>
                    <a:pt x="28" y="23"/>
                  </a:cubicBezTo>
                  <a:cubicBezTo>
                    <a:pt x="28" y="29"/>
                    <a:pt x="24" y="35"/>
                    <a:pt x="19" y="38"/>
                  </a:cubicBezTo>
                  <a:close/>
                </a:path>
              </a:pathLst>
            </a:custGeom>
            <a:solidFill>
              <a:srgbClr val="FFD8BA"/>
            </a:solidFill>
            <a:ln w="11113" cap="flat">
              <a:solidFill>
                <a:srgbClr val="FF6F29"/>
              </a:solidFill>
              <a:prstDash val="solid"/>
              <a:round/>
            </a:ln>
          </p:spPr>
          <p:txBody>
            <a:bodyPr anchor="ctr"/>
            <a:lstStyle/>
            <a:p>
              <a:endParaRPr lang="zh-CN" altLang="en-US"/>
            </a:p>
          </p:txBody>
        </p:sp>
        <p:sp>
          <p:nvSpPr>
            <p:cNvPr id="1049411" name="íṡľíḋé"/>
            <p:cNvSpPr/>
            <p:nvPr>
              <p:custDataLst>
                <p:tags r:id="rId101"/>
              </p:custDataLst>
            </p:nvPr>
          </p:nvSpPr>
          <p:spPr bwMode="auto">
            <a:xfrm>
              <a:off x="4883764" y="2388859"/>
              <a:ext cx="1860906" cy="852916"/>
            </a:xfrm>
            <a:custGeom>
              <a:avLst/>
              <a:gdLst>
                <a:gd name="T0" fmla="*/ 2147483646 w 294"/>
                <a:gd name="T1" fmla="*/ 0 h 135"/>
                <a:gd name="T2" fmla="*/ 2147483646 w 294"/>
                <a:gd name="T3" fmla="*/ 2147483646 h 135"/>
                <a:gd name="T4" fmla="*/ 2147483646 w 294"/>
                <a:gd name="T5" fmla="*/ 2147483646 h 135"/>
                <a:gd name="T6" fmla="*/ 2147483646 w 294"/>
                <a:gd name="T7" fmla="*/ 2147483646 h 135"/>
                <a:gd name="T8" fmla="*/ 2147483646 w 294"/>
                <a:gd name="T9" fmla="*/ 2147483646 h 135"/>
                <a:gd name="T10" fmla="*/ 2147483646 w 294"/>
                <a:gd name="T11" fmla="*/ 2147483646 h 135"/>
                <a:gd name="T12" fmla="*/ 0 w 294"/>
                <a:gd name="T13" fmla="*/ 2147483646 h 135"/>
                <a:gd name="T14" fmla="*/ 0 w 294"/>
                <a:gd name="T15" fmla="*/ 2147483646 h 135"/>
                <a:gd name="T16" fmla="*/ 2147483646 w 294"/>
                <a:gd name="T17" fmla="*/ 0 h 1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4" h="135">
                  <a:moveTo>
                    <a:pt x="294" y="0"/>
                  </a:moveTo>
                  <a:cubicBezTo>
                    <a:pt x="294" y="7"/>
                    <a:pt x="294" y="15"/>
                    <a:pt x="294" y="22"/>
                  </a:cubicBezTo>
                  <a:cubicBezTo>
                    <a:pt x="294" y="24"/>
                    <a:pt x="293" y="25"/>
                    <a:pt x="291" y="27"/>
                  </a:cubicBezTo>
                  <a:cubicBezTo>
                    <a:pt x="107" y="133"/>
                    <a:pt x="107" y="133"/>
                    <a:pt x="107" y="133"/>
                  </a:cubicBezTo>
                  <a:cubicBezTo>
                    <a:pt x="102" y="135"/>
                    <a:pt x="96" y="135"/>
                    <a:pt x="92" y="133"/>
                  </a:cubicBezTo>
                  <a:cubicBezTo>
                    <a:pt x="3" y="81"/>
                    <a:pt x="3" y="81"/>
                    <a:pt x="3" y="81"/>
                  </a:cubicBezTo>
                  <a:cubicBezTo>
                    <a:pt x="1" y="80"/>
                    <a:pt x="0" y="79"/>
                    <a:pt x="0" y="77"/>
                  </a:cubicBezTo>
                  <a:cubicBezTo>
                    <a:pt x="0" y="69"/>
                    <a:pt x="0" y="62"/>
                    <a:pt x="0" y="54"/>
                  </a:cubicBezTo>
                  <a:cubicBezTo>
                    <a:pt x="0" y="56"/>
                    <a:pt x="294" y="1"/>
                    <a:pt x="294" y="0"/>
                  </a:cubicBezTo>
                  <a:close/>
                </a:path>
              </a:pathLst>
            </a:custGeom>
            <a:solidFill>
              <a:srgbClr val="E3F5D0"/>
            </a:solidFill>
            <a:ln w="15875" cap="flat">
              <a:solidFill>
                <a:srgbClr val="7CB53E"/>
              </a:solidFill>
              <a:prstDash val="solid"/>
              <a:round/>
            </a:ln>
          </p:spPr>
          <p:txBody>
            <a:bodyPr anchor="ctr"/>
            <a:lstStyle/>
            <a:p>
              <a:endParaRPr lang="zh-CN" altLang="en-US"/>
            </a:p>
          </p:txBody>
        </p:sp>
        <p:sp>
          <p:nvSpPr>
            <p:cNvPr id="1049412" name="íṩḻiḑe"/>
            <p:cNvSpPr/>
            <p:nvPr>
              <p:custDataLst>
                <p:tags r:id="rId102"/>
              </p:custDataLst>
            </p:nvPr>
          </p:nvSpPr>
          <p:spPr bwMode="auto">
            <a:xfrm>
              <a:off x="4878091" y="2016300"/>
              <a:ext cx="1872253" cy="1087420"/>
            </a:xfrm>
            <a:custGeom>
              <a:avLst/>
              <a:gdLst>
                <a:gd name="T0" fmla="*/ 2147483646 w 296"/>
                <a:gd name="T1" fmla="*/ 2147483646 h 172"/>
                <a:gd name="T2" fmla="*/ 2147483646 w 296"/>
                <a:gd name="T3" fmla="*/ 2147483646 h 172"/>
                <a:gd name="T4" fmla="*/ 2147483646 w 296"/>
                <a:gd name="T5" fmla="*/ 2147483646 h 172"/>
                <a:gd name="T6" fmla="*/ 2147483646 w 296"/>
                <a:gd name="T7" fmla="*/ 2147483646 h 172"/>
                <a:gd name="T8" fmla="*/ 2147483646 w 296"/>
                <a:gd name="T9" fmla="*/ 2147483646 h 172"/>
                <a:gd name="T10" fmla="*/ 2147483646 w 296"/>
                <a:gd name="T11" fmla="*/ 2147483646 h 172"/>
                <a:gd name="T12" fmla="*/ 2147483646 w 296"/>
                <a:gd name="T13" fmla="*/ 2147483646 h 172"/>
                <a:gd name="T14" fmla="*/ 2147483646 w 296"/>
                <a:gd name="T15" fmla="*/ 2147483646 h 172"/>
                <a:gd name="T16" fmla="*/ 2147483646 w 296"/>
                <a:gd name="T17" fmla="*/ 2147483646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6" h="172">
                  <a:moveTo>
                    <a:pt x="4" y="109"/>
                  </a:moveTo>
                  <a:cubicBezTo>
                    <a:pt x="188" y="3"/>
                    <a:pt x="188" y="3"/>
                    <a:pt x="188" y="3"/>
                  </a:cubicBezTo>
                  <a:cubicBezTo>
                    <a:pt x="192" y="0"/>
                    <a:pt x="199" y="0"/>
                    <a:pt x="203" y="3"/>
                  </a:cubicBezTo>
                  <a:cubicBezTo>
                    <a:pt x="292" y="54"/>
                    <a:pt x="292" y="54"/>
                    <a:pt x="292" y="54"/>
                  </a:cubicBezTo>
                  <a:cubicBezTo>
                    <a:pt x="296" y="57"/>
                    <a:pt x="296" y="61"/>
                    <a:pt x="292" y="63"/>
                  </a:cubicBezTo>
                  <a:cubicBezTo>
                    <a:pt x="108" y="169"/>
                    <a:pt x="108" y="169"/>
                    <a:pt x="108" y="169"/>
                  </a:cubicBezTo>
                  <a:cubicBezTo>
                    <a:pt x="103" y="172"/>
                    <a:pt x="97" y="172"/>
                    <a:pt x="92" y="169"/>
                  </a:cubicBezTo>
                  <a:cubicBezTo>
                    <a:pt x="4" y="118"/>
                    <a:pt x="4" y="118"/>
                    <a:pt x="4" y="118"/>
                  </a:cubicBezTo>
                  <a:cubicBezTo>
                    <a:pt x="0" y="115"/>
                    <a:pt x="0" y="111"/>
                    <a:pt x="4" y="109"/>
                  </a:cubicBezTo>
                  <a:close/>
                </a:path>
              </a:pathLst>
            </a:custGeom>
            <a:solidFill>
              <a:srgbClr val="FFFFFF"/>
            </a:solidFill>
            <a:ln w="15875" cap="flat">
              <a:solidFill>
                <a:srgbClr val="7CB53E"/>
              </a:solidFill>
              <a:prstDash val="solid"/>
              <a:round/>
            </a:ln>
          </p:spPr>
          <p:txBody>
            <a:bodyPr anchor="ctr"/>
            <a:lstStyle/>
            <a:p>
              <a:endParaRPr lang="zh-CN" altLang="en-US"/>
            </a:p>
          </p:txBody>
        </p:sp>
        <p:sp>
          <p:nvSpPr>
            <p:cNvPr id="1049413" name="iSḻíḑê"/>
            <p:cNvSpPr/>
            <p:nvPr>
              <p:custDataLst>
                <p:tags r:id="rId103"/>
              </p:custDataLst>
            </p:nvPr>
          </p:nvSpPr>
          <p:spPr bwMode="auto">
            <a:xfrm>
              <a:off x="5099357" y="2148682"/>
              <a:ext cx="1429720" cy="822657"/>
            </a:xfrm>
            <a:custGeom>
              <a:avLst/>
              <a:gdLst>
                <a:gd name="T0" fmla="*/ 2147483646 w 226"/>
                <a:gd name="T1" fmla="*/ 2147483646 h 130"/>
                <a:gd name="T2" fmla="*/ 2147483646 w 226"/>
                <a:gd name="T3" fmla="*/ 2147483646 h 130"/>
                <a:gd name="T4" fmla="*/ 2147483646 w 226"/>
                <a:gd name="T5" fmla="*/ 2147483646 h 130"/>
                <a:gd name="T6" fmla="*/ 2147483646 w 226"/>
                <a:gd name="T7" fmla="*/ 2147483646 h 130"/>
                <a:gd name="T8" fmla="*/ 2147483646 w 226"/>
                <a:gd name="T9" fmla="*/ 2147483646 h 130"/>
                <a:gd name="T10" fmla="*/ 2147483646 w 226"/>
                <a:gd name="T11" fmla="*/ 2147483646 h 130"/>
                <a:gd name="T12" fmla="*/ 2147483646 w 226"/>
                <a:gd name="T13" fmla="*/ 2147483646 h 130"/>
                <a:gd name="T14" fmla="*/ 2147483646 w 226"/>
                <a:gd name="T15" fmla="*/ 2147483646 h 130"/>
                <a:gd name="T16" fmla="*/ 2147483646 w 226"/>
                <a:gd name="T17" fmla="*/ 2147483646 h 130"/>
                <a:gd name="T18" fmla="*/ 2147483646 w 226"/>
                <a:gd name="T19" fmla="*/ 2147483646 h 130"/>
                <a:gd name="T20" fmla="*/ 2147483646 w 226"/>
                <a:gd name="T21" fmla="*/ 0 h 130"/>
                <a:gd name="T22" fmla="*/ 2147483646 w 226"/>
                <a:gd name="T23" fmla="*/ 0 h 130"/>
                <a:gd name="T24" fmla="*/ 2147483646 w 226"/>
                <a:gd name="T25" fmla="*/ 2147483646 h 130"/>
                <a:gd name="T26" fmla="*/ 2147483646 w 226"/>
                <a:gd name="T27" fmla="*/ 2147483646 h 130"/>
                <a:gd name="T28" fmla="*/ 2147483646 w 226"/>
                <a:gd name="T29" fmla="*/ 2147483646 h 130"/>
                <a:gd name="T30" fmla="*/ 2147483646 w 226"/>
                <a:gd name="T31" fmla="*/ 2147483646 h 130"/>
                <a:gd name="T32" fmla="*/ 2147483646 w 226"/>
                <a:gd name="T33" fmla="*/ 2147483646 h 130"/>
                <a:gd name="T34" fmla="*/ 2147483646 w 226"/>
                <a:gd name="T35" fmla="*/ 2147483646 h 130"/>
                <a:gd name="T36" fmla="*/ 2147483646 w 226"/>
                <a:gd name="T37" fmla="*/ 2147483646 h 130"/>
                <a:gd name="T38" fmla="*/ 2147483646 w 226"/>
                <a:gd name="T39" fmla="*/ 2147483646 h 130"/>
                <a:gd name="T40" fmla="*/ 2147483646 w 226"/>
                <a:gd name="T41" fmla="*/ 2147483646 h 130"/>
                <a:gd name="T42" fmla="*/ 2147483646 w 226"/>
                <a:gd name="T43" fmla="*/ 2147483646 h 1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 h="130">
                  <a:moveTo>
                    <a:pt x="2" y="102"/>
                  </a:moveTo>
                  <a:cubicBezTo>
                    <a:pt x="49" y="129"/>
                    <a:pt x="49" y="129"/>
                    <a:pt x="49" y="129"/>
                  </a:cubicBezTo>
                  <a:cubicBezTo>
                    <a:pt x="50" y="130"/>
                    <a:pt x="51" y="130"/>
                    <a:pt x="53" y="130"/>
                  </a:cubicBezTo>
                  <a:cubicBezTo>
                    <a:pt x="60" y="126"/>
                    <a:pt x="70" y="126"/>
                    <a:pt x="77" y="130"/>
                  </a:cubicBezTo>
                  <a:cubicBezTo>
                    <a:pt x="79" y="130"/>
                    <a:pt x="80" y="130"/>
                    <a:pt x="81" y="129"/>
                  </a:cubicBezTo>
                  <a:cubicBezTo>
                    <a:pt x="224" y="47"/>
                    <a:pt x="224" y="47"/>
                    <a:pt x="224" y="47"/>
                  </a:cubicBezTo>
                  <a:cubicBezTo>
                    <a:pt x="225" y="46"/>
                    <a:pt x="225" y="45"/>
                    <a:pt x="224" y="45"/>
                  </a:cubicBezTo>
                  <a:cubicBezTo>
                    <a:pt x="219" y="41"/>
                    <a:pt x="219" y="35"/>
                    <a:pt x="224" y="31"/>
                  </a:cubicBezTo>
                  <a:cubicBezTo>
                    <a:pt x="226" y="30"/>
                    <a:pt x="225" y="29"/>
                    <a:pt x="224" y="28"/>
                  </a:cubicBezTo>
                  <a:cubicBezTo>
                    <a:pt x="177" y="1"/>
                    <a:pt x="177" y="1"/>
                    <a:pt x="177" y="1"/>
                  </a:cubicBezTo>
                  <a:cubicBezTo>
                    <a:pt x="175" y="0"/>
                    <a:pt x="174" y="0"/>
                    <a:pt x="172" y="0"/>
                  </a:cubicBezTo>
                  <a:cubicBezTo>
                    <a:pt x="165" y="4"/>
                    <a:pt x="155" y="4"/>
                    <a:pt x="148" y="0"/>
                  </a:cubicBezTo>
                  <a:cubicBezTo>
                    <a:pt x="147" y="0"/>
                    <a:pt x="145" y="0"/>
                    <a:pt x="144" y="1"/>
                  </a:cubicBezTo>
                  <a:cubicBezTo>
                    <a:pt x="2" y="83"/>
                    <a:pt x="2" y="83"/>
                    <a:pt x="2" y="83"/>
                  </a:cubicBezTo>
                  <a:cubicBezTo>
                    <a:pt x="0" y="84"/>
                    <a:pt x="0" y="85"/>
                    <a:pt x="1" y="85"/>
                  </a:cubicBezTo>
                  <a:cubicBezTo>
                    <a:pt x="7" y="89"/>
                    <a:pt x="7" y="95"/>
                    <a:pt x="1" y="99"/>
                  </a:cubicBezTo>
                  <a:cubicBezTo>
                    <a:pt x="0" y="100"/>
                    <a:pt x="0" y="101"/>
                    <a:pt x="2" y="102"/>
                  </a:cubicBezTo>
                  <a:close/>
                  <a:moveTo>
                    <a:pt x="82" y="47"/>
                  </a:moveTo>
                  <a:cubicBezTo>
                    <a:pt x="99" y="38"/>
                    <a:pt x="126" y="38"/>
                    <a:pt x="143" y="47"/>
                  </a:cubicBezTo>
                  <a:cubicBezTo>
                    <a:pt x="160" y="57"/>
                    <a:pt x="160" y="73"/>
                    <a:pt x="143" y="83"/>
                  </a:cubicBezTo>
                  <a:cubicBezTo>
                    <a:pt x="126" y="92"/>
                    <a:pt x="99" y="92"/>
                    <a:pt x="82" y="83"/>
                  </a:cubicBezTo>
                  <a:cubicBezTo>
                    <a:pt x="65" y="73"/>
                    <a:pt x="65" y="57"/>
                    <a:pt x="82" y="47"/>
                  </a:cubicBezTo>
                  <a:close/>
                </a:path>
              </a:pathLst>
            </a:custGeom>
            <a:solidFill>
              <a:srgbClr val="7CB53E"/>
            </a:solidFill>
            <a:ln>
              <a:noFill/>
            </a:ln>
          </p:spPr>
          <p:txBody>
            <a:bodyPr anchor="ctr"/>
            <a:lstStyle/>
            <a:p>
              <a:endParaRPr lang="zh-CN" altLang="en-US"/>
            </a:p>
          </p:txBody>
        </p:sp>
        <p:sp>
          <p:nvSpPr>
            <p:cNvPr id="1049414" name="iṥḷïďê"/>
            <p:cNvSpPr/>
            <p:nvPr>
              <p:custDataLst>
                <p:tags r:id="rId104"/>
              </p:custDataLst>
            </p:nvPr>
          </p:nvSpPr>
          <p:spPr bwMode="auto">
            <a:xfrm>
              <a:off x="5320624" y="2717922"/>
              <a:ext cx="215593" cy="126709"/>
            </a:xfrm>
            <a:custGeom>
              <a:avLst/>
              <a:gdLst>
                <a:gd name="T0" fmla="*/ 2147483646 w 34"/>
                <a:gd name="T1" fmla="*/ 2147483646 h 20"/>
                <a:gd name="T2" fmla="*/ 2147483646 w 34"/>
                <a:gd name="T3" fmla="*/ 2147483646 h 20"/>
                <a:gd name="T4" fmla="*/ 2147483646 w 34"/>
                <a:gd name="T5" fmla="*/ 2147483646 h 20"/>
                <a:gd name="T6" fmla="*/ 2147483646 w 34"/>
                <a:gd name="T7" fmla="*/ 2147483646 h 20"/>
                <a:gd name="T8" fmla="*/ 2147483646 w 3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6" y="4"/>
                  </a:moveTo>
                  <a:cubicBezTo>
                    <a:pt x="12" y="0"/>
                    <a:pt x="22" y="0"/>
                    <a:pt x="28" y="4"/>
                  </a:cubicBezTo>
                  <a:cubicBezTo>
                    <a:pt x="34" y="7"/>
                    <a:pt x="34" y="13"/>
                    <a:pt x="28" y="17"/>
                  </a:cubicBezTo>
                  <a:cubicBezTo>
                    <a:pt x="22" y="20"/>
                    <a:pt x="12" y="20"/>
                    <a:pt x="6" y="17"/>
                  </a:cubicBezTo>
                  <a:cubicBezTo>
                    <a:pt x="0" y="13"/>
                    <a:pt x="0" y="7"/>
                    <a:pt x="6" y="4"/>
                  </a:cubicBezTo>
                  <a:close/>
                </a:path>
              </a:pathLst>
            </a:custGeom>
            <a:solidFill>
              <a:srgbClr val="E3F5D0"/>
            </a:solidFill>
            <a:ln>
              <a:noFill/>
            </a:ln>
          </p:spPr>
          <p:txBody>
            <a:bodyPr anchor="ctr"/>
            <a:lstStyle/>
            <a:p>
              <a:endParaRPr lang="zh-CN" altLang="en-US"/>
            </a:p>
          </p:txBody>
        </p:sp>
        <p:sp>
          <p:nvSpPr>
            <p:cNvPr id="1049415" name="îsļîḓe"/>
            <p:cNvSpPr/>
            <p:nvPr>
              <p:custDataLst>
                <p:tags r:id="rId105"/>
              </p:custDataLst>
            </p:nvPr>
          </p:nvSpPr>
          <p:spPr bwMode="auto">
            <a:xfrm>
              <a:off x="6086545" y="2275389"/>
              <a:ext cx="221267" cy="126709"/>
            </a:xfrm>
            <a:custGeom>
              <a:avLst/>
              <a:gdLst>
                <a:gd name="T0" fmla="*/ 2147483646 w 35"/>
                <a:gd name="T1" fmla="*/ 2147483646 h 20"/>
                <a:gd name="T2" fmla="*/ 2147483646 w 35"/>
                <a:gd name="T3" fmla="*/ 2147483646 h 20"/>
                <a:gd name="T4" fmla="*/ 2147483646 w 35"/>
                <a:gd name="T5" fmla="*/ 2147483646 h 20"/>
                <a:gd name="T6" fmla="*/ 2147483646 w 35"/>
                <a:gd name="T7" fmla="*/ 2147483646 h 20"/>
                <a:gd name="T8" fmla="*/ 2147483646 w 35"/>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0">
                  <a:moveTo>
                    <a:pt x="6" y="3"/>
                  </a:moveTo>
                  <a:cubicBezTo>
                    <a:pt x="13" y="0"/>
                    <a:pt x="23" y="0"/>
                    <a:pt x="29" y="3"/>
                  </a:cubicBezTo>
                  <a:cubicBezTo>
                    <a:pt x="35" y="7"/>
                    <a:pt x="35" y="13"/>
                    <a:pt x="29" y="16"/>
                  </a:cubicBezTo>
                  <a:cubicBezTo>
                    <a:pt x="22" y="20"/>
                    <a:pt x="13" y="20"/>
                    <a:pt x="6" y="16"/>
                  </a:cubicBezTo>
                  <a:cubicBezTo>
                    <a:pt x="0" y="13"/>
                    <a:pt x="0" y="7"/>
                    <a:pt x="6" y="3"/>
                  </a:cubicBezTo>
                  <a:close/>
                </a:path>
              </a:pathLst>
            </a:custGeom>
            <a:solidFill>
              <a:srgbClr val="E3F5D0"/>
            </a:solidFill>
            <a:ln>
              <a:noFill/>
            </a:ln>
          </p:spPr>
          <p:txBody>
            <a:bodyPr anchor="ctr"/>
            <a:lstStyle/>
            <a:p>
              <a:endParaRPr lang="zh-CN" altLang="en-US"/>
            </a:p>
          </p:txBody>
        </p:sp>
        <p:sp>
          <p:nvSpPr>
            <p:cNvPr id="1049416" name="îśḻíḑé"/>
            <p:cNvSpPr/>
            <p:nvPr>
              <p:custDataLst>
                <p:tags r:id="rId106"/>
              </p:custDataLst>
            </p:nvPr>
          </p:nvSpPr>
          <p:spPr bwMode="auto">
            <a:xfrm>
              <a:off x="5674271" y="2458833"/>
              <a:ext cx="272328" cy="177769"/>
            </a:xfrm>
            <a:custGeom>
              <a:avLst/>
              <a:gdLst>
                <a:gd name="T0" fmla="*/ 2147483646 w 43"/>
                <a:gd name="T1" fmla="*/ 2147483646 h 28"/>
                <a:gd name="T2" fmla="*/ 2147483646 w 43"/>
                <a:gd name="T3" fmla="*/ 2147483646 h 28"/>
                <a:gd name="T4" fmla="*/ 2147483646 w 43"/>
                <a:gd name="T5" fmla="*/ 2147483646 h 28"/>
                <a:gd name="T6" fmla="*/ 2147483646 w 43"/>
                <a:gd name="T7" fmla="*/ 2147483646 h 28"/>
                <a:gd name="T8" fmla="*/ 2147483646 w 43"/>
                <a:gd name="T9" fmla="*/ 2147483646 h 28"/>
                <a:gd name="T10" fmla="*/ 2147483646 w 43"/>
                <a:gd name="T11" fmla="*/ 2147483646 h 28"/>
                <a:gd name="T12" fmla="*/ 2147483646 w 43"/>
                <a:gd name="T13" fmla="*/ 0 h 28"/>
                <a:gd name="T14" fmla="*/ 2147483646 w 43"/>
                <a:gd name="T15" fmla="*/ 2147483646 h 28"/>
                <a:gd name="T16" fmla="*/ 2147483646 w 43"/>
                <a:gd name="T17" fmla="*/ 2147483646 h 28"/>
                <a:gd name="T18" fmla="*/ 2147483646 w 43"/>
                <a:gd name="T19" fmla="*/ 2147483646 h 28"/>
                <a:gd name="T20" fmla="*/ 2147483646 w 43"/>
                <a:gd name="T21" fmla="*/ 2147483646 h 28"/>
                <a:gd name="T22" fmla="*/ 2147483646 w 43"/>
                <a:gd name="T23" fmla="*/ 2147483646 h 28"/>
                <a:gd name="T24" fmla="*/ 2147483646 w 43"/>
                <a:gd name="T25" fmla="*/ 2147483646 h 28"/>
                <a:gd name="T26" fmla="*/ 2147483646 w 43"/>
                <a:gd name="T27" fmla="*/ 2147483646 h 28"/>
                <a:gd name="T28" fmla="*/ 2147483646 w 43"/>
                <a:gd name="T29" fmla="*/ 2147483646 h 28"/>
                <a:gd name="T30" fmla="*/ 2147483646 w 43"/>
                <a:gd name="T31" fmla="*/ 2147483646 h 28"/>
                <a:gd name="T32" fmla="*/ 2147483646 w 43"/>
                <a:gd name="T33" fmla="*/ 2147483646 h 28"/>
                <a:gd name="T34" fmla="*/ 2147483646 w 43"/>
                <a:gd name="T35" fmla="*/ 2147483646 h 28"/>
                <a:gd name="T36" fmla="*/ 2147483646 w 43"/>
                <a:gd name="T37" fmla="*/ 2147483646 h 28"/>
                <a:gd name="T38" fmla="*/ 2147483646 w 43"/>
                <a:gd name="T39" fmla="*/ 2147483646 h 28"/>
                <a:gd name="T40" fmla="*/ 2147483646 w 43"/>
                <a:gd name="T41" fmla="*/ 2147483646 h 28"/>
                <a:gd name="T42" fmla="*/ 2147483646 w 43"/>
                <a:gd name="T43" fmla="*/ 2147483646 h 28"/>
                <a:gd name="T44" fmla="*/ 2147483646 w 43"/>
                <a:gd name="T45" fmla="*/ 2147483646 h 28"/>
                <a:gd name="T46" fmla="*/ 2147483646 w 43"/>
                <a:gd name="T47" fmla="*/ 2147483646 h 28"/>
                <a:gd name="T48" fmla="*/ 2147483646 w 43"/>
                <a:gd name="T49" fmla="*/ 2147483646 h 28"/>
                <a:gd name="T50" fmla="*/ 2147483646 w 43"/>
                <a:gd name="T51" fmla="*/ 2147483646 h 28"/>
                <a:gd name="T52" fmla="*/ 2147483646 w 43"/>
                <a:gd name="T53" fmla="*/ 2147483646 h 28"/>
                <a:gd name="T54" fmla="*/ 2147483646 w 43"/>
                <a:gd name="T55" fmla="*/ 2147483646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3" h="28">
                  <a:moveTo>
                    <a:pt x="37" y="12"/>
                  </a:moveTo>
                  <a:cubicBezTo>
                    <a:pt x="32" y="10"/>
                    <a:pt x="29" y="10"/>
                    <a:pt x="21" y="12"/>
                  </a:cubicBezTo>
                  <a:cubicBezTo>
                    <a:pt x="15" y="8"/>
                    <a:pt x="15" y="8"/>
                    <a:pt x="15" y="8"/>
                  </a:cubicBezTo>
                  <a:cubicBezTo>
                    <a:pt x="18" y="6"/>
                    <a:pt x="21" y="5"/>
                    <a:pt x="22" y="5"/>
                  </a:cubicBezTo>
                  <a:cubicBezTo>
                    <a:pt x="17" y="2"/>
                    <a:pt x="17" y="2"/>
                    <a:pt x="17" y="2"/>
                  </a:cubicBezTo>
                  <a:cubicBezTo>
                    <a:pt x="17" y="2"/>
                    <a:pt x="14" y="3"/>
                    <a:pt x="11" y="4"/>
                  </a:cubicBezTo>
                  <a:cubicBezTo>
                    <a:pt x="6" y="0"/>
                    <a:pt x="6" y="0"/>
                    <a:pt x="6" y="0"/>
                  </a:cubicBezTo>
                  <a:cubicBezTo>
                    <a:pt x="3" y="2"/>
                    <a:pt x="3" y="2"/>
                    <a:pt x="3" y="2"/>
                  </a:cubicBezTo>
                  <a:cubicBezTo>
                    <a:pt x="8" y="6"/>
                    <a:pt x="8" y="6"/>
                    <a:pt x="8" y="6"/>
                  </a:cubicBezTo>
                  <a:cubicBezTo>
                    <a:pt x="7" y="6"/>
                    <a:pt x="7" y="6"/>
                    <a:pt x="7" y="6"/>
                  </a:cubicBezTo>
                  <a:cubicBezTo>
                    <a:pt x="2" y="10"/>
                    <a:pt x="0" y="13"/>
                    <a:pt x="6" y="17"/>
                  </a:cubicBezTo>
                  <a:cubicBezTo>
                    <a:pt x="10" y="19"/>
                    <a:pt x="15" y="19"/>
                    <a:pt x="22" y="17"/>
                  </a:cubicBezTo>
                  <a:cubicBezTo>
                    <a:pt x="29" y="22"/>
                    <a:pt x="29" y="22"/>
                    <a:pt x="29" y="22"/>
                  </a:cubicBezTo>
                  <a:cubicBezTo>
                    <a:pt x="26" y="23"/>
                    <a:pt x="22" y="25"/>
                    <a:pt x="22" y="25"/>
                  </a:cubicBezTo>
                  <a:cubicBezTo>
                    <a:pt x="26" y="28"/>
                    <a:pt x="26" y="28"/>
                    <a:pt x="26" y="28"/>
                  </a:cubicBezTo>
                  <a:cubicBezTo>
                    <a:pt x="26" y="28"/>
                    <a:pt x="29" y="26"/>
                    <a:pt x="33" y="25"/>
                  </a:cubicBezTo>
                  <a:cubicBezTo>
                    <a:pt x="37" y="28"/>
                    <a:pt x="37" y="28"/>
                    <a:pt x="37" y="28"/>
                  </a:cubicBezTo>
                  <a:cubicBezTo>
                    <a:pt x="41" y="26"/>
                    <a:pt x="41" y="26"/>
                    <a:pt x="41" y="26"/>
                  </a:cubicBezTo>
                  <a:cubicBezTo>
                    <a:pt x="36" y="23"/>
                    <a:pt x="36" y="23"/>
                    <a:pt x="36" y="23"/>
                  </a:cubicBezTo>
                  <a:cubicBezTo>
                    <a:pt x="42" y="20"/>
                    <a:pt x="43" y="16"/>
                    <a:pt x="37" y="12"/>
                  </a:cubicBezTo>
                  <a:close/>
                  <a:moveTo>
                    <a:pt x="11" y="13"/>
                  </a:moveTo>
                  <a:cubicBezTo>
                    <a:pt x="10" y="12"/>
                    <a:pt x="10" y="11"/>
                    <a:pt x="12" y="9"/>
                  </a:cubicBezTo>
                  <a:cubicBezTo>
                    <a:pt x="17" y="13"/>
                    <a:pt x="17" y="13"/>
                    <a:pt x="17" y="13"/>
                  </a:cubicBezTo>
                  <a:cubicBezTo>
                    <a:pt x="14" y="14"/>
                    <a:pt x="13" y="14"/>
                    <a:pt x="11" y="13"/>
                  </a:cubicBezTo>
                  <a:close/>
                  <a:moveTo>
                    <a:pt x="32" y="20"/>
                  </a:moveTo>
                  <a:cubicBezTo>
                    <a:pt x="26" y="16"/>
                    <a:pt x="26" y="16"/>
                    <a:pt x="26" y="16"/>
                  </a:cubicBezTo>
                  <a:cubicBezTo>
                    <a:pt x="29" y="15"/>
                    <a:pt x="30" y="15"/>
                    <a:pt x="32" y="16"/>
                  </a:cubicBezTo>
                  <a:cubicBezTo>
                    <a:pt x="34" y="17"/>
                    <a:pt x="34" y="18"/>
                    <a:pt x="32" y="20"/>
                  </a:cubicBezTo>
                  <a:close/>
                </a:path>
              </a:pathLst>
            </a:custGeom>
            <a:solidFill>
              <a:srgbClr val="7CB53E"/>
            </a:solidFill>
            <a:ln>
              <a:noFill/>
            </a:ln>
          </p:spPr>
          <p:txBody>
            <a:bodyPr anchor="ctr"/>
            <a:lstStyle/>
            <a:p>
              <a:endParaRPr lang="zh-CN" altLang="en-US"/>
            </a:p>
          </p:txBody>
        </p:sp>
        <p:sp>
          <p:nvSpPr>
            <p:cNvPr id="1049417" name="iṥľïḍê"/>
            <p:cNvSpPr/>
            <p:nvPr>
              <p:custDataLst>
                <p:tags r:id="rId107"/>
              </p:custDataLst>
            </p:nvPr>
          </p:nvSpPr>
          <p:spPr bwMode="auto">
            <a:xfrm>
              <a:off x="4910240" y="2186505"/>
              <a:ext cx="1866580" cy="852916"/>
            </a:xfrm>
            <a:custGeom>
              <a:avLst/>
              <a:gdLst>
                <a:gd name="T0" fmla="*/ 2147483646 w 295"/>
                <a:gd name="T1" fmla="*/ 0 h 135"/>
                <a:gd name="T2" fmla="*/ 2147483646 w 295"/>
                <a:gd name="T3" fmla="*/ 2147483646 h 135"/>
                <a:gd name="T4" fmla="*/ 2147483646 w 295"/>
                <a:gd name="T5" fmla="*/ 2147483646 h 135"/>
                <a:gd name="T6" fmla="*/ 2147483646 w 295"/>
                <a:gd name="T7" fmla="*/ 2147483646 h 135"/>
                <a:gd name="T8" fmla="*/ 2147483646 w 295"/>
                <a:gd name="T9" fmla="*/ 2147483646 h 135"/>
                <a:gd name="T10" fmla="*/ 2147483646 w 295"/>
                <a:gd name="T11" fmla="*/ 2147483646 h 135"/>
                <a:gd name="T12" fmla="*/ 0 w 295"/>
                <a:gd name="T13" fmla="*/ 2147483646 h 135"/>
                <a:gd name="T14" fmla="*/ 0 w 295"/>
                <a:gd name="T15" fmla="*/ 2147483646 h 135"/>
                <a:gd name="T16" fmla="*/ 2147483646 w 295"/>
                <a:gd name="T17" fmla="*/ 0 h 1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5" h="135">
                  <a:moveTo>
                    <a:pt x="295" y="0"/>
                  </a:moveTo>
                  <a:cubicBezTo>
                    <a:pt x="295" y="7"/>
                    <a:pt x="295" y="15"/>
                    <a:pt x="295" y="22"/>
                  </a:cubicBezTo>
                  <a:cubicBezTo>
                    <a:pt x="295" y="24"/>
                    <a:pt x="294" y="25"/>
                    <a:pt x="291" y="27"/>
                  </a:cubicBezTo>
                  <a:cubicBezTo>
                    <a:pt x="107" y="133"/>
                    <a:pt x="107" y="133"/>
                    <a:pt x="107" y="133"/>
                  </a:cubicBezTo>
                  <a:cubicBezTo>
                    <a:pt x="103" y="135"/>
                    <a:pt x="96" y="135"/>
                    <a:pt x="92" y="133"/>
                  </a:cubicBezTo>
                  <a:cubicBezTo>
                    <a:pt x="4" y="81"/>
                    <a:pt x="4" y="81"/>
                    <a:pt x="4" y="81"/>
                  </a:cubicBezTo>
                  <a:cubicBezTo>
                    <a:pt x="1" y="80"/>
                    <a:pt x="0" y="79"/>
                    <a:pt x="0" y="77"/>
                  </a:cubicBezTo>
                  <a:cubicBezTo>
                    <a:pt x="0" y="69"/>
                    <a:pt x="0" y="62"/>
                    <a:pt x="0" y="54"/>
                  </a:cubicBezTo>
                  <a:cubicBezTo>
                    <a:pt x="0" y="56"/>
                    <a:pt x="295" y="1"/>
                    <a:pt x="295" y="0"/>
                  </a:cubicBezTo>
                  <a:close/>
                </a:path>
              </a:pathLst>
            </a:custGeom>
            <a:solidFill>
              <a:srgbClr val="E3F5D0"/>
            </a:solidFill>
            <a:ln w="15875" cap="flat">
              <a:solidFill>
                <a:srgbClr val="7CB53E"/>
              </a:solidFill>
              <a:prstDash val="solid"/>
              <a:round/>
            </a:ln>
          </p:spPr>
          <p:txBody>
            <a:bodyPr anchor="ctr"/>
            <a:lstStyle/>
            <a:p>
              <a:endParaRPr lang="zh-CN" altLang="en-US"/>
            </a:p>
          </p:txBody>
        </p:sp>
        <p:sp>
          <p:nvSpPr>
            <p:cNvPr id="1049418" name="îṡḻîḓè"/>
            <p:cNvSpPr/>
            <p:nvPr>
              <p:custDataLst>
                <p:tags r:id="rId108"/>
              </p:custDataLst>
            </p:nvPr>
          </p:nvSpPr>
          <p:spPr bwMode="auto">
            <a:xfrm>
              <a:off x="4902676" y="1813945"/>
              <a:ext cx="1879818" cy="1087420"/>
            </a:xfrm>
            <a:custGeom>
              <a:avLst/>
              <a:gdLst>
                <a:gd name="T0" fmla="*/ 2147483646 w 297"/>
                <a:gd name="T1" fmla="*/ 2147483646 h 172"/>
                <a:gd name="T2" fmla="*/ 2147483646 w 297"/>
                <a:gd name="T3" fmla="*/ 2147483646 h 172"/>
                <a:gd name="T4" fmla="*/ 2147483646 w 297"/>
                <a:gd name="T5" fmla="*/ 2147483646 h 172"/>
                <a:gd name="T6" fmla="*/ 2147483646 w 297"/>
                <a:gd name="T7" fmla="*/ 2147483646 h 172"/>
                <a:gd name="T8" fmla="*/ 2147483646 w 297"/>
                <a:gd name="T9" fmla="*/ 2147483646 h 172"/>
                <a:gd name="T10" fmla="*/ 2147483646 w 297"/>
                <a:gd name="T11" fmla="*/ 2147483646 h 172"/>
                <a:gd name="T12" fmla="*/ 2147483646 w 297"/>
                <a:gd name="T13" fmla="*/ 2147483646 h 172"/>
                <a:gd name="T14" fmla="*/ 2147483646 w 297"/>
                <a:gd name="T15" fmla="*/ 2147483646 h 172"/>
                <a:gd name="T16" fmla="*/ 2147483646 w 297"/>
                <a:gd name="T17" fmla="*/ 2147483646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7" h="172">
                  <a:moveTo>
                    <a:pt x="5" y="109"/>
                  </a:moveTo>
                  <a:cubicBezTo>
                    <a:pt x="189" y="3"/>
                    <a:pt x="189" y="3"/>
                    <a:pt x="189" y="3"/>
                  </a:cubicBezTo>
                  <a:cubicBezTo>
                    <a:pt x="193" y="0"/>
                    <a:pt x="200" y="0"/>
                    <a:pt x="204" y="3"/>
                  </a:cubicBezTo>
                  <a:cubicBezTo>
                    <a:pt x="292" y="54"/>
                    <a:pt x="292" y="54"/>
                    <a:pt x="292" y="54"/>
                  </a:cubicBezTo>
                  <a:cubicBezTo>
                    <a:pt x="297" y="57"/>
                    <a:pt x="297" y="61"/>
                    <a:pt x="292" y="63"/>
                  </a:cubicBezTo>
                  <a:cubicBezTo>
                    <a:pt x="108" y="169"/>
                    <a:pt x="108" y="169"/>
                    <a:pt x="108" y="169"/>
                  </a:cubicBezTo>
                  <a:cubicBezTo>
                    <a:pt x="104" y="172"/>
                    <a:pt x="97" y="172"/>
                    <a:pt x="93" y="169"/>
                  </a:cubicBezTo>
                  <a:cubicBezTo>
                    <a:pt x="4" y="118"/>
                    <a:pt x="4" y="118"/>
                    <a:pt x="4" y="118"/>
                  </a:cubicBezTo>
                  <a:cubicBezTo>
                    <a:pt x="0" y="115"/>
                    <a:pt x="0" y="111"/>
                    <a:pt x="5" y="109"/>
                  </a:cubicBezTo>
                  <a:close/>
                </a:path>
              </a:pathLst>
            </a:custGeom>
            <a:solidFill>
              <a:srgbClr val="FFFFFF"/>
            </a:solidFill>
            <a:ln w="15875" cap="flat">
              <a:solidFill>
                <a:srgbClr val="7CB53E"/>
              </a:solidFill>
              <a:prstDash val="solid"/>
              <a:round/>
            </a:ln>
          </p:spPr>
          <p:txBody>
            <a:bodyPr anchor="ctr"/>
            <a:lstStyle/>
            <a:p>
              <a:endParaRPr lang="zh-CN" altLang="en-US"/>
            </a:p>
          </p:txBody>
        </p:sp>
        <p:sp>
          <p:nvSpPr>
            <p:cNvPr id="1049419" name="išļïde"/>
            <p:cNvSpPr/>
            <p:nvPr>
              <p:custDataLst>
                <p:tags r:id="rId109"/>
              </p:custDataLst>
            </p:nvPr>
          </p:nvSpPr>
          <p:spPr bwMode="auto">
            <a:xfrm>
              <a:off x="5131507" y="1946326"/>
              <a:ext cx="1424047" cy="822657"/>
            </a:xfrm>
            <a:custGeom>
              <a:avLst/>
              <a:gdLst>
                <a:gd name="T0" fmla="*/ 2147483646 w 225"/>
                <a:gd name="T1" fmla="*/ 2147483646 h 130"/>
                <a:gd name="T2" fmla="*/ 2147483646 w 225"/>
                <a:gd name="T3" fmla="*/ 2147483646 h 130"/>
                <a:gd name="T4" fmla="*/ 2147483646 w 225"/>
                <a:gd name="T5" fmla="*/ 2147483646 h 130"/>
                <a:gd name="T6" fmla="*/ 2147483646 w 225"/>
                <a:gd name="T7" fmla="*/ 2147483646 h 130"/>
                <a:gd name="T8" fmla="*/ 2147483646 w 225"/>
                <a:gd name="T9" fmla="*/ 2147483646 h 130"/>
                <a:gd name="T10" fmla="*/ 2147483646 w 225"/>
                <a:gd name="T11" fmla="*/ 2147483646 h 130"/>
                <a:gd name="T12" fmla="*/ 2147483646 w 225"/>
                <a:gd name="T13" fmla="*/ 2147483646 h 130"/>
                <a:gd name="T14" fmla="*/ 2147483646 w 225"/>
                <a:gd name="T15" fmla="*/ 2147483646 h 130"/>
                <a:gd name="T16" fmla="*/ 2147483646 w 225"/>
                <a:gd name="T17" fmla="*/ 2147483646 h 130"/>
                <a:gd name="T18" fmla="*/ 2147483646 w 225"/>
                <a:gd name="T19" fmla="*/ 2147483646 h 130"/>
                <a:gd name="T20" fmla="*/ 2147483646 w 225"/>
                <a:gd name="T21" fmla="*/ 0 h 130"/>
                <a:gd name="T22" fmla="*/ 2147483646 w 225"/>
                <a:gd name="T23" fmla="*/ 0 h 130"/>
                <a:gd name="T24" fmla="*/ 2147483646 w 225"/>
                <a:gd name="T25" fmla="*/ 2147483646 h 130"/>
                <a:gd name="T26" fmla="*/ 2147483646 w 225"/>
                <a:gd name="T27" fmla="*/ 2147483646 h 130"/>
                <a:gd name="T28" fmla="*/ 2147483646 w 225"/>
                <a:gd name="T29" fmla="*/ 2147483646 h 130"/>
                <a:gd name="T30" fmla="*/ 2147483646 w 225"/>
                <a:gd name="T31" fmla="*/ 2147483646 h 130"/>
                <a:gd name="T32" fmla="*/ 2147483646 w 225"/>
                <a:gd name="T33" fmla="*/ 2147483646 h 130"/>
                <a:gd name="T34" fmla="*/ 2147483646 w 225"/>
                <a:gd name="T35" fmla="*/ 2147483646 h 130"/>
                <a:gd name="T36" fmla="*/ 2147483646 w 225"/>
                <a:gd name="T37" fmla="*/ 2147483646 h 130"/>
                <a:gd name="T38" fmla="*/ 2147483646 w 225"/>
                <a:gd name="T39" fmla="*/ 2147483646 h 130"/>
                <a:gd name="T40" fmla="*/ 2147483646 w 225"/>
                <a:gd name="T41" fmla="*/ 2147483646 h 130"/>
                <a:gd name="T42" fmla="*/ 2147483646 w 225"/>
                <a:gd name="T43" fmla="*/ 2147483646 h 1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5" h="130">
                  <a:moveTo>
                    <a:pt x="1" y="102"/>
                  </a:moveTo>
                  <a:cubicBezTo>
                    <a:pt x="49" y="129"/>
                    <a:pt x="49" y="129"/>
                    <a:pt x="49" y="129"/>
                  </a:cubicBezTo>
                  <a:cubicBezTo>
                    <a:pt x="50" y="130"/>
                    <a:pt x="51" y="130"/>
                    <a:pt x="53" y="129"/>
                  </a:cubicBezTo>
                  <a:cubicBezTo>
                    <a:pt x="60" y="126"/>
                    <a:pt x="70" y="126"/>
                    <a:pt x="77" y="129"/>
                  </a:cubicBezTo>
                  <a:cubicBezTo>
                    <a:pt x="78" y="130"/>
                    <a:pt x="80" y="130"/>
                    <a:pt x="81" y="129"/>
                  </a:cubicBezTo>
                  <a:cubicBezTo>
                    <a:pt x="224" y="47"/>
                    <a:pt x="224" y="47"/>
                    <a:pt x="224" y="47"/>
                  </a:cubicBezTo>
                  <a:cubicBezTo>
                    <a:pt x="225" y="46"/>
                    <a:pt x="225" y="45"/>
                    <a:pt x="224" y="45"/>
                  </a:cubicBezTo>
                  <a:cubicBezTo>
                    <a:pt x="219" y="41"/>
                    <a:pt x="219" y="35"/>
                    <a:pt x="224" y="31"/>
                  </a:cubicBezTo>
                  <a:cubicBezTo>
                    <a:pt x="225" y="29"/>
                    <a:pt x="225" y="29"/>
                    <a:pt x="224" y="28"/>
                  </a:cubicBezTo>
                  <a:cubicBezTo>
                    <a:pt x="176" y="1"/>
                    <a:pt x="176" y="1"/>
                    <a:pt x="176" y="1"/>
                  </a:cubicBezTo>
                  <a:cubicBezTo>
                    <a:pt x="175" y="0"/>
                    <a:pt x="174" y="0"/>
                    <a:pt x="172" y="0"/>
                  </a:cubicBezTo>
                  <a:cubicBezTo>
                    <a:pt x="165" y="4"/>
                    <a:pt x="155" y="4"/>
                    <a:pt x="148" y="0"/>
                  </a:cubicBezTo>
                  <a:cubicBezTo>
                    <a:pt x="147" y="0"/>
                    <a:pt x="145" y="0"/>
                    <a:pt x="144" y="1"/>
                  </a:cubicBezTo>
                  <a:cubicBezTo>
                    <a:pt x="1" y="83"/>
                    <a:pt x="1" y="83"/>
                    <a:pt x="1" y="83"/>
                  </a:cubicBezTo>
                  <a:cubicBezTo>
                    <a:pt x="0" y="84"/>
                    <a:pt x="0" y="85"/>
                    <a:pt x="1" y="85"/>
                  </a:cubicBezTo>
                  <a:cubicBezTo>
                    <a:pt x="6" y="89"/>
                    <a:pt x="6" y="95"/>
                    <a:pt x="1" y="99"/>
                  </a:cubicBezTo>
                  <a:cubicBezTo>
                    <a:pt x="0" y="100"/>
                    <a:pt x="0" y="101"/>
                    <a:pt x="1" y="102"/>
                  </a:cubicBezTo>
                  <a:close/>
                  <a:moveTo>
                    <a:pt x="82" y="47"/>
                  </a:moveTo>
                  <a:cubicBezTo>
                    <a:pt x="99" y="38"/>
                    <a:pt x="126" y="38"/>
                    <a:pt x="143" y="47"/>
                  </a:cubicBezTo>
                  <a:cubicBezTo>
                    <a:pt x="160" y="57"/>
                    <a:pt x="160" y="73"/>
                    <a:pt x="143" y="83"/>
                  </a:cubicBezTo>
                  <a:cubicBezTo>
                    <a:pt x="126" y="92"/>
                    <a:pt x="99" y="92"/>
                    <a:pt x="82" y="83"/>
                  </a:cubicBezTo>
                  <a:cubicBezTo>
                    <a:pt x="65" y="73"/>
                    <a:pt x="65" y="57"/>
                    <a:pt x="82" y="47"/>
                  </a:cubicBezTo>
                  <a:close/>
                </a:path>
              </a:pathLst>
            </a:custGeom>
            <a:solidFill>
              <a:srgbClr val="7CB53E"/>
            </a:solidFill>
            <a:ln>
              <a:noFill/>
            </a:ln>
          </p:spPr>
          <p:txBody>
            <a:bodyPr anchor="ctr"/>
            <a:lstStyle/>
            <a:p>
              <a:endParaRPr lang="zh-CN" altLang="en-US"/>
            </a:p>
          </p:txBody>
        </p:sp>
        <p:sp>
          <p:nvSpPr>
            <p:cNvPr id="1049420" name="íṩľíḑe"/>
            <p:cNvSpPr/>
            <p:nvPr>
              <p:custDataLst>
                <p:tags r:id="rId110"/>
              </p:custDataLst>
            </p:nvPr>
          </p:nvSpPr>
          <p:spPr bwMode="auto">
            <a:xfrm>
              <a:off x="5345208" y="2515568"/>
              <a:ext cx="223157" cy="126709"/>
            </a:xfrm>
            <a:custGeom>
              <a:avLst/>
              <a:gdLst>
                <a:gd name="T0" fmla="*/ 2147483646 w 35"/>
                <a:gd name="T1" fmla="*/ 2147483646 h 20"/>
                <a:gd name="T2" fmla="*/ 2147483646 w 35"/>
                <a:gd name="T3" fmla="*/ 2147483646 h 20"/>
                <a:gd name="T4" fmla="*/ 2147483646 w 35"/>
                <a:gd name="T5" fmla="*/ 2147483646 h 20"/>
                <a:gd name="T6" fmla="*/ 2147483646 w 35"/>
                <a:gd name="T7" fmla="*/ 2147483646 h 20"/>
                <a:gd name="T8" fmla="*/ 2147483646 w 35"/>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0">
                  <a:moveTo>
                    <a:pt x="7" y="4"/>
                  </a:moveTo>
                  <a:cubicBezTo>
                    <a:pt x="13" y="0"/>
                    <a:pt x="23" y="0"/>
                    <a:pt x="29" y="4"/>
                  </a:cubicBezTo>
                  <a:cubicBezTo>
                    <a:pt x="35" y="7"/>
                    <a:pt x="35" y="13"/>
                    <a:pt x="29" y="17"/>
                  </a:cubicBezTo>
                  <a:cubicBezTo>
                    <a:pt x="22" y="20"/>
                    <a:pt x="13" y="20"/>
                    <a:pt x="6" y="17"/>
                  </a:cubicBezTo>
                  <a:cubicBezTo>
                    <a:pt x="0" y="13"/>
                    <a:pt x="0" y="7"/>
                    <a:pt x="7" y="4"/>
                  </a:cubicBezTo>
                  <a:close/>
                </a:path>
              </a:pathLst>
            </a:custGeom>
            <a:solidFill>
              <a:srgbClr val="E3F5D0"/>
            </a:solidFill>
            <a:ln>
              <a:noFill/>
            </a:ln>
          </p:spPr>
          <p:txBody>
            <a:bodyPr anchor="ctr"/>
            <a:lstStyle/>
            <a:p>
              <a:endParaRPr lang="zh-CN" altLang="en-US"/>
            </a:p>
          </p:txBody>
        </p:sp>
        <p:sp>
          <p:nvSpPr>
            <p:cNvPr id="1049421" name="ïšḷïḑè"/>
            <p:cNvSpPr/>
            <p:nvPr>
              <p:custDataLst>
                <p:tags r:id="rId111"/>
              </p:custDataLst>
            </p:nvPr>
          </p:nvSpPr>
          <p:spPr bwMode="auto">
            <a:xfrm>
              <a:off x="6118695" y="2073035"/>
              <a:ext cx="221267" cy="126709"/>
            </a:xfrm>
            <a:custGeom>
              <a:avLst/>
              <a:gdLst>
                <a:gd name="T0" fmla="*/ 2147483646 w 35"/>
                <a:gd name="T1" fmla="*/ 2147483646 h 20"/>
                <a:gd name="T2" fmla="*/ 2147483646 w 35"/>
                <a:gd name="T3" fmla="*/ 2147483646 h 20"/>
                <a:gd name="T4" fmla="*/ 2147483646 w 35"/>
                <a:gd name="T5" fmla="*/ 2147483646 h 20"/>
                <a:gd name="T6" fmla="*/ 2147483646 w 35"/>
                <a:gd name="T7" fmla="*/ 2147483646 h 20"/>
                <a:gd name="T8" fmla="*/ 2147483646 w 35"/>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0">
                  <a:moveTo>
                    <a:pt x="6" y="3"/>
                  </a:moveTo>
                  <a:cubicBezTo>
                    <a:pt x="12" y="0"/>
                    <a:pt x="22" y="0"/>
                    <a:pt x="28" y="3"/>
                  </a:cubicBezTo>
                  <a:cubicBezTo>
                    <a:pt x="35" y="7"/>
                    <a:pt x="35" y="13"/>
                    <a:pt x="28" y="16"/>
                  </a:cubicBezTo>
                  <a:cubicBezTo>
                    <a:pt x="22" y="20"/>
                    <a:pt x="12" y="20"/>
                    <a:pt x="6" y="16"/>
                  </a:cubicBezTo>
                  <a:cubicBezTo>
                    <a:pt x="0" y="13"/>
                    <a:pt x="0" y="7"/>
                    <a:pt x="6" y="3"/>
                  </a:cubicBezTo>
                  <a:close/>
                </a:path>
              </a:pathLst>
            </a:custGeom>
            <a:solidFill>
              <a:srgbClr val="E3F5D0"/>
            </a:solidFill>
            <a:ln>
              <a:noFill/>
            </a:ln>
          </p:spPr>
          <p:txBody>
            <a:bodyPr anchor="ctr"/>
            <a:lstStyle/>
            <a:p>
              <a:endParaRPr lang="zh-CN" altLang="en-US"/>
            </a:p>
          </p:txBody>
        </p:sp>
        <p:sp>
          <p:nvSpPr>
            <p:cNvPr id="1049422" name="iŝľide"/>
            <p:cNvSpPr/>
            <p:nvPr>
              <p:custDataLst>
                <p:tags r:id="rId112"/>
              </p:custDataLst>
            </p:nvPr>
          </p:nvSpPr>
          <p:spPr bwMode="auto">
            <a:xfrm>
              <a:off x="5706421" y="2256477"/>
              <a:ext cx="272328" cy="177769"/>
            </a:xfrm>
            <a:custGeom>
              <a:avLst/>
              <a:gdLst>
                <a:gd name="T0" fmla="*/ 2147483646 w 43"/>
                <a:gd name="T1" fmla="*/ 2147483646 h 28"/>
                <a:gd name="T2" fmla="*/ 2147483646 w 43"/>
                <a:gd name="T3" fmla="*/ 2147483646 h 28"/>
                <a:gd name="T4" fmla="*/ 2147483646 w 43"/>
                <a:gd name="T5" fmla="*/ 2147483646 h 28"/>
                <a:gd name="T6" fmla="*/ 2147483646 w 43"/>
                <a:gd name="T7" fmla="*/ 2147483646 h 28"/>
                <a:gd name="T8" fmla="*/ 2147483646 w 43"/>
                <a:gd name="T9" fmla="*/ 2147483646 h 28"/>
                <a:gd name="T10" fmla="*/ 2147483646 w 43"/>
                <a:gd name="T11" fmla="*/ 2147483646 h 28"/>
                <a:gd name="T12" fmla="*/ 2147483646 w 43"/>
                <a:gd name="T13" fmla="*/ 0 h 28"/>
                <a:gd name="T14" fmla="*/ 2147483646 w 43"/>
                <a:gd name="T15" fmla="*/ 2147483646 h 28"/>
                <a:gd name="T16" fmla="*/ 2147483646 w 43"/>
                <a:gd name="T17" fmla="*/ 2147483646 h 28"/>
                <a:gd name="T18" fmla="*/ 2147483646 w 43"/>
                <a:gd name="T19" fmla="*/ 2147483646 h 28"/>
                <a:gd name="T20" fmla="*/ 2147483646 w 43"/>
                <a:gd name="T21" fmla="*/ 2147483646 h 28"/>
                <a:gd name="T22" fmla="*/ 2147483646 w 43"/>
                <a:gd name="T23" fmla="*/ 2147483646 h 28"/>
                <a:gd name="T24" fmla="*/ 2147483646 w 43"/>
                <a:gd name="T25" fmla="*/ 2147483646 h 28"/>
                <a:gd name="T26" fmla="*/ 2147483646 w 43"/>
                <a:gd name="T27" fmla="*/ 2147483646 h 28"/>
                <a:gd name="T28" fmla="*/ 2147483646 w 43"/>
                <a:gd name="T29" fmla="*/ 2147483646 h 28"/>
                <a:gd name="T30" fmla="*/ 2147483646 w 43"/>
                <a:gd name="T31" fmla="*/ 2147483646 h 28"/>
                <a:gd name="T32" fmla="*/ 2147483646 w 43"/>
                <a:gd name="T33" fmla="*/ 2147483646 h 28"/>
                <a:gd name="T34" fmla="*/ 2147483646 w 43"/>
                <a:gd name="T35" fmla="*/ 2147483646 h 28"/>
                <a:gd name="T36" fmla="*/ 2147483646 w 43"/>
                <a:gd name="T37" fmla="*/ 2147483646 h 28"/>
                <a:gd name="T38" fmla="*/ 2147483646 w 43"/>
                <a:gd name="T39" fmla="*/ 2147483646 h 28"/>
                <a:gd name="T40" fmla="*/ 2147483646 w 43"/>
                <a:gd name="T41" fmla="*/ 2147483646 h 28"/>
                <a:gd name="T42" fmla="*/ 2147483646 w 43"/>
                <a:gd name="T43" fmla="*/ 2147483646 h 28"/>
                <a:gd name="T44" fmla="*/ 2147483646 w 43"/>
                <a:gd name="T45" fmla="*/ 2147483646 h 28"/>
                <a:gd name="T46" fmla="*/ 2147483646 w 43"/>
                <a:gd name="T47" fmla="*/ 2147483646 h 28"/>
                <a:gd name="T48" fmla="*/ 2147483646 w 43"/>
                <a:gd name="T49" fmla="*/ 2147483646 h 28"/>
                <a:gd name="T50" fmla="*/ 2147483646 w 43"/>
                <a:gd name="T51" fmla="*/ 2147483646 h 28"/>
                <a:gd name="T52" fmla="*/ 2147483646 w 43"/>
                <a:gd name="T53" fmla="*/ 2147483646 h 28"/>
                <a:gd name="T54" fmla="*/ 2147483646 w 43"/>
                <a:gd name="T55" fmla="*/ 2147483646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3" h="28">
                  <a:moveTo>
                    <a:pt x="37" y="12"/>
                  </a:moveTo>
                  <a:cubicBezTo>
                    <a:pt x="32" y="10"/>
                    <a:pt x="29" y="10"/>
                    <a:pt x="21" y="12"/>
                  </a:cubicBezTo>
                  <a:cubicBezTo>
                    <a:pt x="15" y="8"/>
                    <a:pt x="15" y="8"/>
                    <a:pt x="15" y="8"/>
                  </a:cubicBezTo>
                  <a:cubicBezTo>
                    <a:pt x="18" y="6"/>
                    <a:pt x="21" y="5"/>
                    <a:pt x="21" y="5"/>
                  </a:cubicBezTo>
                  <a:cubicBezTo>
                    <a:pt x="17" y="2"/>
                    <a:pt x="17" y="2"/>
                    <a:pt x="17" y="2"/>
                  </a:cubicBezTo>
                  <a:cubicBezTo>
                    <a:pt x="17" y="2"/>
                    <a:pt x="14" y="3"/>
                    <a:pt x="11" y="4"/>
                  </a:cubicBezTo>
                  <a:cubicBezTo>
                    <a:pt x="6" y="0"/>
                    <a:pt x="6" y="0"/>
                    <a:pt x="6" y="0"/>
                  </a:cubicBezTo>
                  <a:cubicBezTo>
                    <a:pt x="2" y="2"/>
                    <a:pt x="2" y="2"/>
                    <a:pt x="2" y="2"/>
                  </a:cubicBezTo>
                  <a:cubicBezTo>
                    <a:pt x="8" y="6"/>
                    <a:pt x="8" y="6"/>
                    <a:pt x="8" y="6"/>
                  </a:cubicBezTo>
                  <a:cubicBezTo>
                    <a:pt x="7" y="6"/>
                    <a:pt x="7" y="6"/>
                    <a:pt x="7" y="6"/>
                  </a:cubicBezTo>
                  <a:cubicBezTo>
                    <a:pt x="1" y="10"/>
                    <a:pt x="0" y="13"/>
                    <a:pt x="6" y="17"/>
                  </a:cubicBezTo>
                  <a:cubicBezTo>
                    <a:pt x="10" y="19"/>
                    <a:pt x="15" y="19"/>
                    <a:pt x="22" y="17"/>
                  </a:cubicBezTo>
                  <a:cubicBezTo>
                    <a:pt x="29" y="22"/>
                    <a:pt x="29" y="22"/>
                    <a:pt x="29" y="22"/>
                  </a:cubicBezTo>
                  <a:cubicBezTo>
                    <a:pt x="26" y="23"/>
                    <a:pt x="22" y="25"/>
                    <a:pt x="22" y="25"/>
                  </a:cubicBezTo>
                  <a:cubicBezTo>
                    <a:pt x="26" y="28"/>
                    <a:pt x="26" y="28"/>
                    <a:pt x="26" y="28"/>
                  </a:cubicBezTo>
                  <a:cubicBezTo>
                    <a:pt x="26" y="28"/>
                    <a:pt x="29" y="26"/>
                    <a:pt x="33" y="25"/>
                  </a:cubicBezTo>
                  <a:cubicBezTo>
                    <a:pt x="37" y="28"/>
                    <a:pt x="37" y="28"/>
                    <a:pt x="37" y="28"/>
                  </a:cubicBezTo>
                  <a:cubicBezTo>
                    <a:pt x="40" y="26"/>
                    <a:pt x="40" y="26"/>
                    <a:pt x="40" y="26"/>
                  </a:cubicBezTo>
                  <a:cubicBezTo>
                    <a:pt x="36" y="23"/>
                    <a:pt x="36" y="23"/>
                    <a:pt x="36" y="23"/>
                  </a:cubicBezTo>
                  <a:cubicBezTo>
                    <a:pt x="42" y="20"/>
                    <a:pt x="43" y="16"/>
                    <a:pt x="37" y="12"/>
                  </a:cubicBezTo>
                  <a:close/>
                  <a:moveTo>
                    <a:pt x="11" y="13"/>
                  </a:moveTo>
                  <a:cubicBezTo>
                    <a:pt x="9" y="12"/>
                    <a:pt x="10" y="11"/>
                    <a:pt x="12" y="9"/>
                  </a:cubicBezTo>
                  <a:cubicBezTo>
                    <a:pt x="17" y="13"/>
                    <a:pt x="17" y="13"/>
                    <a:pt x="17" y="13"/>
                  </a:cubicBezTo>
                  <a:cubicBezTo>
                    <a:pt x="14" y="14"/>
                    <a:pt x="12" y="14"/>
                    <a:pt x="11" y="13"/>
                  </a:cubicBezTo>
                  <a:close/>
                  <a:moveTo>
                    <a:pt x="32" y="20"/>
                  </a:moveTo>
                  <a:cubicBezTo>
                    <a:pt x="26" y="16"/>
                    <a:pt x="26" y="16"/>
                    <a:pt x="26" y="16"/>
                  </a:cubicBezTo>
                  <a:cubicBezTo>
                    <a:pt x="29" y="15"/>
                    <a:pt x="30" y="15"/>
                    <a:pt x="32" y="16"/>
                  </a:cubicBezTo>
                  <a:cubicBezTo>
                    <a:pt x="34" y="17"/>
                    <a:pt x="34" y="18"/>
                    <a:pt x="32" y="20"/>
                  </a:cubicBezTo>
                  <a:close/>
                </a:path>
              </a:pathLst>
            </a:custGeom>
            <a:solidFill>
              <a:srgbClr val="7CB53E"/>
            </a:solidFill>
            <a:ln>
              <a:noFill/>
            </a:ln>
          </p:spPr>
          <p:txBody>
            <a:bodyPr anchor="ctr"/>
            <a:lstStyle/>
            <a:p>
              <a:endParaRPr lang="zh-CN" altLang="en-US"/>
            </a:p>
          </p:txBody>
        </p:sp>
        <p:sp>
          <p:nvSpPr>
            <p:cNvPr id="1049423" name="íṩ1ïḋé"/>
            <p:cNvSpPr/>
            <p:nvPr>
              <p:custDataLst>
                <p:tags r:id="rId113"/>
              </p:custDataLst>
            </p:nvPr>
          </p:nvSpPr>
          <p:spPr bwMode="auto">
            <a:xfrm>
              <a:off x="4821356" y="2021973"/>
              <a:ext cx="1859015" cy="860480"/>
            </a:xfrm>
            <a:custGeom>
              <a:avLst/>
              <a:gdLst>
                <a:gd name="T0" fmla="*/ 2147483646 w 294"/>
                <a:gd name="T1" fmla="*/ 0 h 136"/>
                <a:gd name="T2" fmla="*/ 2147483646 w 294"/>
                <a:gd name="T3" fmla="*/ 2147483646 h 136"/>
                <a:gd name="T4" fmla="*/ 2147483646 w 294"/>
                <a:gd name="T5" fmla="*/ 2147483646 h 136"/>
                <a:gd name="T6" fmla="*/ 2147483646 w 294"/>
                <a:gd name="T7" fmla="*/ 2147483646 h 136"/>
                <a:gd name="T8" fmla="*/ 2147483646 w 294"/>
                <a:gd name="T9" fmla="*/ 2147483646 h 136"/>
                <a:gd name="T10" fmla="*/ 2147483646 w 294"/>
                <a:gd name="T11" fmla="*/ 2147483646 h 136"/>
                <a:gd name="T12" fmla="*/ 0 w 294"/>
                <a:gd name="T13" fmla="*/ 2147483646 h 136"/>
                <a:gd name="T14" fmla="*/ 0 w 294"/>
                <a:gd name="T15" fmla="*/ 2147483646 h 136"/>
                <a:gd name="T16" fmla="*/ 2147483646 w 294"/>
                <a:gd name="T17" fmla="*/ 0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4" h="136">
                  <a:moveTo>
                    <a:pt x="294" y="0"/>
                  </a:moveTo>
                  <a:cubicBezTo>
                    <a:pt x="294" y="7"/>
                    <a:pt x="294" y="15"/>
                    <a:pt x="294" y="23"/>
                  </a:cubicBezTo>
                  <a:cubicBezTo>
                    <a:pt x="294" y="24"/>
                    <a:pt x="293" y="26"/>
                    <a:pt x="291" y="27"/>
                  </a:cubicBezTo>
                  <a:cubicBezTo>
                    <a:pt x="107" y="133"/>
                    <a:pt x="107" y="133"/>
                    <a:pt x="107" y="133"/>
                  </a:cubicBezTo>
                  <a:cubicBezTo>
                    <a:pt x="103" y="136"/>
                    <a:pt x="96" y="136"/>
                    <a:pt x="92" y="133"/>
                  </a:cubicBezTo>
                  <a:cubicBezTo>
                    <a:pt x="3" y="82"/>
                    <a:pt x="3" y="82"/>
                    <a:pt x="3" y="82"/>
                  </a:cubicBezTo>
                  <a:cubicBezTo>
                    <a:pt x="1" y="80"/>
                    <a:pt x="0" y="79"/>
                    <a:pt x="0" y="77"/>
                  </a:cubicBezTo>
                  <a:cubicBezTo>
                    <a:pt x="0" y="70"/>
                    <a:pt x="0" y="62"/>
                    <a:pt x="0" y="55"/>
                  </a:cubicBezTo>
                  <a:cubicBezTo>
                    <a:pt x="0" y="56"/>
                    <a:pt x="294" y="1"/>
                    <a:pt x="294" y="0"/>
                  </a:cubicBezTo>
                  <a:close/>
                </a:path>
              </a:pathLst>
            </a:custGeom>
            <a:solidFill>
              <a:srgbClr val="E3F5D0"/>
            </a:solidFill>
            <a:ln w="15875" cap="flat">
              <a:solidFill>
                <a:srgbClr val="7CB53E"/>
              </a:solidFill>
              <a:prstDash val="solid"/>
              <a:round/>
            </a:ln>
          </p:spPr>
          <p:txBody>
            <a:bodyPr anchor="ctr"/>
            <a:lstStyle/>
            <a:p>
              <a:endParaRPr lang="zh-CN" altLang="en-US"/>
            </a:p>
          </p:txBody>
        </p:sp>
        <p:sp>
          <p:nvSpPr>
            <p:cNvPr id="1049424" name="iSľíḋê"/>
            <p:cNvSpPr/>
            <p:nvPr>
              <p:custDataLst>
                <p:tags r:id="rId114"/>
              </p:custDataLst>
            </p:nvPr>
          </p:nvSpPr>
          <p:spPr bwMode="auto">
            <a:xfrm>
              <a:off x="4813792" y="1655087"/>
              <a:ext cx="1874145" cy="1081746"/>
            </a:xfrm>
            <a:custGeom>
              <a:avLst/>
              <a:gdLst>
                <a:gd name="T0" fmla="*/ 2147483646 w 296"/>
                <a:gd name="T1" fmla="*/ 2147483646 h 171"/>
                <a:gd name="T2" fmla="*/ 2147483646 w 296"/>
                <a:gd name="T3" fmla="*/ 2147483646 h 171"/>
                <a:gd name="T4" fmla="*/ 2147483646 w 296"/>
                <a:gd name="T5" fmla="*/ 2147483646 h 171"/>
                <a:gd name="T6" fmla="*/ 2147483646 w 296"/>
                <a:gd name="T7" fmla="*/ 2147483646 h 171"/>
                <a:gd name="T8" fmla="*/ 2147483646 w 296"/>
                <a:gd name="T9" fmla="*/ 2147483646 h 171"/>
                <a:gd name="T10" fmla="*/ 2147483646 w 296"/>
                <a:gd name="T11" fmla="*/ 2147483646 h 171"/>
                <a:gd name="T12" fmla="*/ 2147483646 w 296"/>
                <a:gd name="T13" fmla="*/ 2147483646 h 171"/>
                <a:gd name="T14" fmla="*/ 2147483646 w 296"/>
                <a:gd name="T15" fmla="*/ 2147483646 h 171"/>
                <a:gd name="T16" fmla="*/ 2147483646 w 296"/>
                <a:gd name="T17" fmla="*/ 2147483646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6" h="171">
                  <a:moveTo>
                    <a:pt x="4" y="108"/>
                  </a:moveTo>
                  <a:cubicBezTo>
                    <a:pt x="188" y="2"/>
                    <a:pt x="188" y="2"/>
                    <a:pt x="188" y="2"/>
                  </a:cubicBezTo>
                  <a:cubicBezTo>
                    <a:pt x="192" y="0"/>
                    <a:pt x="199" y="0"/>
                    <a:pt x="203" y="2"/>
                  </a:cubicBezTo>
                  <a:cubicBezTo>
                    <a:pt x="292" y="54"/>
                    <a:pt x="292" y="54"/>
                    <a:pt x="292" y="54"/>
                  </a:cubicBezTo>
                  <a:cubicBezTo>
                    <a:pt x="296" y="56"/>
                    <a:pt x="296" y="60"/>
                    <a:pt x="292" y="62"/>
                  </a:cubicBezTo>
                  <a:cubicBezTo>
                    <a:pt x="108" y="169"/>
                    <a:pt x="108" y="169"/>
                    <a:pt x="108" y="169"/>
                  </a:cubicBezTo>
                  <a:cubicBezTo>
                    <a:pt x="104" y="171"/>
                    <a:pt x="97" y="171"/>
                    <a:pt x="93" y="169"/>
                  </a:cubicBezTo>
                  <a:cubicBezTo>
                    <a:pt x="4" y="117"/>
                    <a:pt x="4" y="117"/>
                    <a:pt x="4" y="117"/>
                  </a:cubicBezTo>
                  <a:cubicBezTo>
                    <a:pt x="0" y="115"/>
                    <a:pt x="0" y="111"/>
                    <a:pt x="4" y="108"/>
                  </a:cubicBezTo>
                  <a:close/>
                </a:path>
              </a:pathLst>
            </a:custGeom>
            <a:solidFill>
              <a:srgbClr val="FFFFFF"/>
            </a:solidFill>
            <a:ln w="15875" cap="flat">
              <a:solidFill>
                <a:srgbClr val="7CB53E"/>
              </a:solidFill>
              <a:prstDash val="solid"/>
              <a:round/>
            </a:ln>
          </p:spPr>
          <p:txBody>
            <a:bodyPr anchor="ctr"/>
            <a:lstStyle/>
            <a:p>
              <a:endParaRPr lang="zh-CN" altLang="en-US"/>
            </a:p>
          </p:txBody>
        </p:sp>
        <p:sp>
          <p:nvSpPr>
            <p:cNvPr id="1049425" name="íš1ïde"/>
            <p:cNvSpPr/>
            <p:nvPr>
              <p:custDataLst>
                <p:tags r:id="rId115"/>
              </p:custDataLst>
            </p:nvPr>
          </p:nvSpPr>
          <p:spPr bwMode="auto">
            <a:xfrm>
              <a:off x="5035057" y="1781796"/>
              <a:ext cx="1431612" cy="828330"/>
            </a:xfrm>
            <a:custGeom>
              <a:avLst/>
              <a:gdLst>
                <a:gd name="T0" fmla="*/ 2147483646 w 226"/>
                <a:gd name="T1" fmla="*/ 2147483646 h 131"/>
                <a:gd name="T2" fmla="*/ 2147483646 w 226"/>
                <a:gd name="T3" fmla="*/ 2147483646 h 131"/>
                <a:gd name="T4" fmla="*/ 2147483646 w 226"/>
                <a:gd name="T5" fmla="*/ 2147483646 h 131"/>
                <a:gd name="T6" fmla="*/ 2147483646 w 226"/>
                <a:gd name="T7" fmla="*/ 2147483646 h 131"/>
                <a:gd name="T8" fmla="*/ 2147483646 w 226"/>
                <a:gd name="T9" fmla="*/ 2147483646 h 131"/>
                <a:gd name="T10" fmla="*/ 2147483646 w 226"/>
                <a:gd name="T11" fmla="*/ 2147483646 h 131"/>
                <a:gd name="T12" fmla="*/ 2147483646 w 226"/>
                <a:gd name="T13" fmla="*/ 2147483646 h 131"/>
                <a:gd name="T14" fmla="*/ 2147483646 w 226"/>
                <a:gd name="T15" fmla="*/ 2147483646 h 131"/>
                <a:gd name="T16" fmla="*/ 2147483646 w 226"/>
                <a:gd name="T17" fmla="*/ 2147483646 h 131"/>
                <a:gd name="T18" fmla="*/ 2147483646 w 226"/>
                <a:gd name="T19" fmla="*/ 2147483646 h 131"/>
                <a:gd name="T20" fmla="*/ 2147483646 w 226"/>
                <a:gd name="T21" fmla="*/ 2147483646 h 131"/>
                <a:gd name="T22" fmla="*/ 2147483646 w 226"/>
                <a:gd name="T23" fmla="*/ 2147483646 h 131"/>
                <a:gd name="T24" fmla="*/ 2147483646 w 226"/>
                <a:gd name="T25" fmla="*/ 2147483646 h 131"/>
                <a:gd name="T26" fmla="*/ 2147483646 w 226"/>
                <a:gd name="T27" fmla="*/ 2147483646 h 131"/>
                <a:gd name="T28" fmla="*/ 2147483646 w 226"/>
                <a:gd name="T29" fmla="*/ 2147483646 h 131"/>
                <a:gd name="T30" fmla="*/ 2147483646 w 226"/>
                <a:gd name="T31" fmla="*/ 2147483646 h 131"/>
                <a:gd name="T32" fmla="*/ 2147483646 w 226"/>
                <a:gd name="T33" fmla="*/ 2147483646 h 131"/>
                <a:gd name="T34" fmla="*/ 2147483646 w 226"/>
                <a:gd name="T35" fmla="*/ 2147483646 h 131"/>
                <a:gd name="T36" fmla="*/ 2147483646 w 226"/>
                <a:gd name="T37" fmla="*/ 2147483646 h 131"/>
                <a:gd name="T38" fmla="*/ 2147483646 w 226"/>
                <a:gd name="T39" fmla="*/ 2147483646 h 131"/>
                <a:gd name="T40" fmla="*/ 2147483646 w 226"/>
                <a:gd name="T41" fmla="*/ 2147483646 h 131"/>
                <a:gd name="T42" fmla="*/ 2147483646 w 226"/>
                <a:gd name="T43" fmla="*/ 2147483646 h 1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 h="131">
                  <a:moveTo>
                    <a:pt x="2" y="102"/>
                  </a:moveTo>
                  <a:cubicBezTo>
                    <a:pt x="49" y="129"/>
                    <a:pt x="49" y="129"/>
                    <a:pt x="49" y="129"/>
                  </a:cubicBezTo>
                  <a:cubicBezTo>
                    <a:pt x="50" y="130"/>
                    <a:pt x="51" y="131"/>
                    <a:pt x="53" y="130"/>
                  </a:cubicBezTo>
                  <a:cubicBezTo>
                    <a:pt x="60" y="127"/>
                    <a:pt x="70" y="127"/>
                    <a:pt x="77" y="130"/>
                  </a:cubicBezTo>
                  <a:cubicBezTo>
                    <a:pt x="79" y="130"/>
                    <a:pt x="80" y="130"/>
                    <a:pt x="82" y="129"/>
                  </a:cubicBezTo>
                  <a:cubicBezTo>
                    <a:pt x="224" y="47"/>
                    <a:pt x="224" y="47"/>
                    <a:pt x="224" y="47"/>
                  </a:cubicBezTo>
                  <a:cubicBezTo>
                    <a:pt x="225" y="47"/>
                    <a:pt x="225" y="46"/>
                    <a:pt x="224" y="45"/>
                  </a:cubicBezTo>
                  <a:cubicBezTo>
                    <a:pt x="219" y="41"/>
                    <a:pt x="219" y="35"/>
                    <a:pt x="224" y="31"/>
                  </a:cubicBezTo>
                  <a:cubicBezTo>
                    <a:pt x="226" y="30"/>
                    <a:pt x="225" y="29"/>
                    <a:pt x="224" y="28"/>
                  </a:cubicBezTo>
                  <a:cubicBezTo>
                    <a:pt x="177" y="1"/>
                    <a:pt x="177" y="1"/>
                    <a:pt x="177" y="1"/>
                  </a:cubicBezTo>
                  <a:cubicBezTo>
                    <a:pt x="175" y="0"/>
                    <a:pt x="174" y="0"/>
                    <a:pt x="173" y="1"/>
                  </a:cubicBezTo>
                  <a:cubicBezTo>
                    <a:pt x="165" y="4"/>
                    <a:pt x="155" y="4"/>
                    <a:pt x="148" y="1"/>
                  </a:cubicBezTo>
                  <a:cubicBezTo>
                    <a:pt x="147" y="0"/>
                    <a:pt x="145" y="0"/>
                    <a:pt x="144" y="1"/>
                  </a:cubicBezTo>
                  <a:cubicBezTo>
                    <a:pt x="2" y="83"/>
                    <a:pt x="2" y="83"/>
                    <a:pt x="2" y="83"/>
                  </a:cubicBezTo>
                  <a:cubicBezTo>
                    <a:pt x="1" y="84"/>
                    <a:pt x="0" y="85"/>
                    <a:pt x="1" y="86"/>
                  </a:cubicBezTo>
                  <a:cubicBezTo>
                    <a:pt x="7" y="90"/>
                    <a:pt x="7" y="95"/>
                    <a:pt x="1" y="100"/>
                  </a:cubicBezTo>
                  <a:cubicBezTo>
                    <a:pt x="0" y="101"/>
                    <a:pt x="0" y="101"/>
                    <a:pt x="2" y="102"/>
                  </a:cubicBezTo>
                  <a:close/>
                  <a:moveTo>
                    <a:pt x="82" y="48"/>
                  </a:moveTo>
                  <a:cubicBezTo>
                    <a:pt x="99" y="38"/>
                    <a:pt x="127" y="38"/>
                    <a:pt x="143" y="48"/>
                  </a:cubicBezTo>
                  <a:cubicBezTo>
                    <a:pt x="160" y="57"/>
                    <a:pt x="160" y="73"/>
                    <a:pt x="143" y="83"/>
                  </a:cubicBezTo>
                  <a:cubicBezTo>
                    <a:pt x="126" y="93"/>
                    <a:pt x="99" y="93"/>
                    <a:pt x="82" y="83"/>
                  </a:cubicBezTo>
                  <a:cubicBezTo>
                    <a:pt x="65" y="73"/>
                    <a:pt x="66" y="57"/>
                    <a:pt x="82" y="48"/>
                  </a:cubicBezTo>
                  <a:close/>
                </a:path>
              </a:pathLst>
            </a:custGeom>
            <a:solidFill>
              <a:srgbClr val="7CB53E"/>
            </a:solidFill>
            <a:ln>
              <a:noFill/>
            </a:ln>
          </p:spPr>
          <p:txBody>
            <a:bodyPr anchor="ctr"/>
            <a:lstStyle/>
            <a:p>
              <a:endParaRPr lang="zh-CN" altLang="en-US"/>
            </a:p>
          </p:txBody>
        </p:sp>
        <p:sp>
          <p:nvSpPr>
            <p:cNvPr id="1049426" name="íṣḻíďé"/>
            <p:cNvSpPr/>
            <p:nvPr>
              <p:custDataLst>
                <p:tags r:id="rId116"/>
              </p:custDataLst>
            </p:nvPr>
          </p:nvSpPr>
          <p:spPr bwMode="auto">
            <a:xfrm>
              <a:off x="5258215" y="2351036"/>
              <a:ext cx="213702" cy="126709"/>
            </a:xfrm>
            <a:custGeom>
              <a:avLst/>
              <a:gdLst>
                <a:gd name="T0" fmla="*/ 2147483646 w 34"/>
                <a:gd name="T1" fmla="*/ 2147483646 h 20"/>
                <a:gd name="T2" fmla="*/ 2147483646 w 34"/>
                <a:gd name="T3" fmla="*/ 2147483646 h 20"/>
                <a:gd name="T4" fmla="*/ 2147483646 w 34"/>
                <a:gd name="T5" fmla="*/ 2147483646 h 20"/>
                <a:gd name="T6" fmla="*/ 2147483646 w 34"/>
                <a:gd name="T7" fmla="*/ 2147483646 h 20"/>
                <a:gd name="T8" fmla="*/ 2147483646 w 3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6" y="4"/>
                  </a:moveTo>
                  <a:cubicBezTo>
                    <a:pt x="12" y="0"/>
                    <a:pt x="22" y="0"/>
                    <a:pt x="28" y="4"/>
                  </a:cubicBezTo>
                  <a:cubicBezTo>
                    <a:pt x="34" y="8"/>
                    <a:pt x="34" y="13"/>
                    <a:pt x="28" y="17"/>
                  </a:cubicBezTo>
                  <a:cubicBezTo>
                    <a:pt x="22" y="20"/>
                    <a:pt x="12" y="20"/>
                    <a:pt x="6" y="17"/>
                  </a:cubicBezTo>
                  <a:cubicBezTo>
                    <a:pt x="0" y="13"/>
                    <a:pt x="0" y="8"/>
                    <a:pt x="6" y="4"/>
                  </a:cubicBezTo>
                  <a:close/>
                </a:path>
              </a:pathLst>
            </a:custGeom>
            <a:solidFill>
              <a:srgbClr val="E3F5D0"/>
            </a:solidFill>
            <a:ln>
              <a:noFill/>
            </a:ln>
          </p:spPr>
          <p:txBody>
            <a:bodyPr anchor="ctr"/>
            <a:lstStyle/>
            <a:p>
              <a:endParaRPr lang="zh-CN" altLang="en-US"/>
            </a:p>
          </p:txBody>
        </p:sp>
        <p:sp>
          <p:nvSpPr>
            <p:cNvPr id="1049427" name="iŝḻîḍe"/>
            <p:cNvSpPr/>
            <p:nvPr>
              <p:custDataLst>
                <p:tags r:id="rId117"/>
              </p:custDataLst>
            </p:nvPr>
          </p:nvSpPr>
          <p:spPr bwMode="auto">
            <a:xfrm>
              <a:off x="6029810" y="1908503"/>
              <a:ext cx="215593" cy="126709"/>
            </a:xfrm>
            <a:custGeom>
              <a:avLst/>
              <a:gdLst>
                <a:gd name="T0" fmla="*/ 2147483646 w 34"/>
                <a:gd name="T1" fmla="*/ 2147483646 h 20"/>
                <a:gd name="T2" fmla="*/ 2147483646 w 34"/>
                <a:gd name="T3" fmla="*/ 2147483646 h 20"/>
                <a:gd name="T4" fmla="*/ 2147483646 w 34"/>
                <a:gd name="T5" fmla="*/ 2147483646 h 20"/>
                <a:gd name="T6" fmla="*/ 2147483646 w 34"/>
                <a:gd name="T7" fmla="*/ 2147483646 h 20"/>
                <a:gd name="T8" fmla="*/ 2147483646 w 3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6" y="4"/>
                  </a:moveTo>
                  <a:cubicBezTo>
                    <a:pt x="12" y="0"/>
                    <a:pt x="22" y="0"/>
                    <a:pt x="28" y="4"/>
                  </a:cubicBezTo>
                  <a:cubicBezTo>
                    <a:pt x="34" y="7"/>
                    <a:pt x="34" y="13"/>
                    <a:pt x="28" y="16"/>
                  </a:cubicBezTo>
                  <a:cubicBezTo>
                    <a:pt x="22" y="20"/>
                    <a:pt x="12" y="20"/>
                    <a:pt x="6" y="16"/>
                  </a:cubicBezTo>
                  <a:cubicBezTo>
                    <a:pt x="0" y="13"/>
                    <a:pt x="0" y="7"/>
                    <a:pt x="6" y="4"/>
                  </a:cubicBezTo>
                  <a:close/>
                </a:path>
              </a:pathLst>
            </a:custGeom>
            <a:solidFill>
              <a:srgbClr val="E3F5D0"/>
            </a:solidFill>
            <a:ln>
              <a:noFill/>
            </a:ln>
          </p:spPr>
          <p:txBody>
            <a:bodyPr anchor="ctr"/>
            <a:lstStyle/>
            <a:p>
              <a:endParaRPr lang="zh-CN" altLang="en-US"/>
            </a:p>
          </p:txBody>
        </p:sp>
        <p:sp>
          <p:nvSpPr>
            <p:cNvPr id="1049428" name="ïSḷîḍé"/>
            <p:cNvSpPr/>
            <p:nvPr>
              <p:custDataLst>
                <p:tags r:id="rId118"/>
              </p:custDataLst>
            </p:nvPr>
          </p:nvSpPr>
          <p:spPr bwMode="auto">
            <a:xfrm>
              <a:off x="5611863" y="2097620"/>
              <a:ext cx="272328" cy="172097"/>
            </a:xfrm>
            <a:custGeom>
              <a:avLst/>
              <a:gdLst>
                <a:gd name="T0" fmla="*/ 2147483646 w 43"/>
                <a:gd name="T1" fmla="*/ 2147483646 h 27"/>
                <a:gd name="T2" fmla="*/ 2147483646 w 43"/>
                <a:gd name="T3" fmla="*/ 2147483646 h 27"/>
                <a:gd name="T4" fmla="*/ 2147483646 w 43"/>
                <a:gd name="T5" fmla="*/ 2147483646 h 27"/>
                <a:gd name="T6" fmla="*/ 2147483646 w 43"/>
                <a:gd name="T7" fmla="*/ 2147483646 h 27"/>
                <a:gd name="T8" fmla="*/ 2147483646 w 43"/>
                <a:gd name="T9" fmla="*/ 2147483646 h 27"/>
                <a:gd name="T10" fmla="*/ 2147483646 w 43"/>
                <a:gd name="T11" fmla="*/ 2147483646 h 27"/>
                <a:gd name="T12" fmla="*/ 2147483646 w 43"/>
                <a:gd name="T13" fmla="*/ 0 h 27"/>
                <a:gd name="T14" fmla="*/ 2147483646 w 43"/>
                <a:gd name="T15" fmla="*/ 2147483646 h 27"/>
                <a:gd name="T16" fmla="*/ 2147483646 w 43"/>
                <a:gd name="T17" fmla="*/ 2147483646 h 27"/>
                <a:gd name="T18" fmla="*/ 2147483646 w 43"/>
                <a:gd name="T19" fmla="*/ 2147483646 h 27"/>
                <a:gd name="T20" fmla="*/ 2147483646 w 43"/>
                <a:gd name="T21" fmla="*/ 2147483646 h 27"/>
                <a:gd name="T22" fmla="*/ 2147483646 w 43"/>
                <a:gd name="T23" fmla="*/ 2147483646 h 27"/>
                <a:gd name="T24" fmla="*/ 2147483646 w 43"/>
                <a:gd name="T25" fmla="*/ 2147483646 h 27"/>
                <a:gd name="T26" fmla="*/ 2147483646 w 43"/>
                <a:gd name="T27" fmla="*/ 2147483646 h 27"/>
                <a:gd name="T28" fmla="*/ 2147483646 w 43"/>
                <a:gd name="T29" fmla="*/ 2147483646 h 27"/>
                <a:gd name="T30" fmla="*/ 2147483646 w 43"/>
                <a:gd name="T31" fmla="*/ 2147483646 h 27"/>
                <a:gd name="T32" fmla="*/ 2147483646 w 43"/>
                <a:gd name="T33" fmla="*/ 2147483646 h 27"/>
                <a:gd name="T34" fmla="*/ 2147483646 w 43"/>
                <a:gd name="T35" fmla="*/ 2147483646 h 27"/>
                <a:gd name="T36" fmla="*/ 2147483646 w 43"/>
                <a:gd name="T37" fmla="*/ 2147483646 h 27"/>
                <a:gd name="T38" fmla="*/ 2147483646 w 43"/>
                <a:gd name="T39" fmla="*/ 2147483646 h 27"/>
                <a:gd name="T40" fmla="*/ 2147483646 w 43"/>
                <a:gd name="T41" fmla="*/ 2147483646 h 27"/>
                <a:gd name="T42" fmla="*/ 2147483646 w 43"/>
                <a:gd name="T43" fmla="*/ 2147483646 h 27"/>
                <a:gd name="T44" fmla="*/ 2147483646 w 43"/>
                <a:gd name="T45" fmla="*/ 2147483646 h 27"/>
                <a:gd name="T46" fmla="*/ 2147483646 w 43"/>
                <a:gd name="T47" fmla="*/ 2147483646 h 27"/>
                <a:gd name="T48" fmla="*/ 2147483646 w 43"/>
                <a:gd name="T49" fmla="*/ 2147483646 h 27"/>
                <a:gd name="T50" fmla="*/ 2147483646 w 43"/>
                <a:gd name="T51" fmla="*/ 2147483646 h 27"/>
                <a:gd name="T52" fmla="*/ 2147483646 w 43"/>
                <a:gd name="T53" fmla="*/ 2147483646 h 27"/>
                <a:gd name="T54" fmla="*/ 2147483646 w 43"/>
                <a:gd name="T55" fmla="*/ 2147483646 h 2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3" h="27">
                  <a:moveTo>
                    <a:pt x="37" y="12"/>
                  </a:moveTo>
                  <a:cubicBezTo>
                    <a:pt x="33" y="9"/>
                    <a:pt x="29" y="9"/>
                    <a:pt x="22" y="11"/>
                  </a:cubicBezTo>
                  <a:cubicBezTo>
                    <a:pt x="16" y="7"/>
                    <a:pt x="16" y="7"/>
                    <a:pt x="16" y="7"/>
                  </a:cubicBezTo>
                  <a:cubicBezTo>
                    <a:pt x="18" y="5"/>
                    <a:pt x="22" y="4"/>
                    <a:pt x="22" y="4"/>
                  </a:cubicBezTo>
                  <a:cubicBezTo>
                    <a:pt x="18" y="1"/>
                    <a:pt x="18" y="1"/>
                    <a:pt x="18" y="1"/>
                  </a:cubicBezTo>
                  <a:cubicBezTo>
                    <a:pt x="18" y="1"/>
                    <a:pt x="14" y="2"/>
                    <a:pt x="11" y="4"/>
                  </a:cubicBezTo>
                  <a:cubicBezTo>
                    <a:pt x="6" y="0"/>
                    <a:pt x="6" y="0"/>
                    <a:pt x="6" y="0"/>
                  </a:cubicBezTo>
                  <a:cubicBezTo>
                    <a:pt x="3" y="1"/>
                    <a:pt x="3" y="1"/>
                    <a:pt x="3" y="1"/>
                  </a:cubicBezTo>
                  <a:cubicBezTo>
                    <a:pt x="8" y="5"/>
                    <a:pt x="8" y="5"/>
                    <a:pt x="8" y="5"/>
                  </a:cubicBezTo>
                  <a:cubicBezTo>
                    <a:pt x="7" y="6"/>
                    <a:pt x="7" y="6"/>
                    <a:pt x="7" y="6"/>
                  </a:cubicBezTo>
                  <a:cubicBezTo>
                    <a:pt x="2" y="9"/>
                    <a:pt x="0" y="13"/>
                    <a:pt x="6" y="16"/>
                  </a:cubicBezTo>
                  <a:cubicBezTo>
                    <a:pt x="11" y="18"/>
                    <a:pt x="15" y="18"/>
                    <a:pt x="22" y="16"/>
                  </a:cubicBezTo>
                  <a:cubicBezTo>
                    <a:pt x="29" y="21"/>
                    <a:pt x="29" y="21"/>
                    <a:pt x="29" y="21"/>
                  </a:cubicBezTo>
                  <a:cubicBezTo>
                    <a:pt x="26" y="22"/>
                    <a:pt x="22" y="24"/>
                    <a:pt x="22" y="24"/>
                  </a:cubicBezTo>
                  <a:cubicBezTo>
                    <a:pt x="26" y="27"/>
                    <a:pt x="26" y="27"/>
                    <a:pt x="26" y="27"/>
                  </a:cubicBezTo>
                  <a:cubicBezTo>
                    <a:pt x="26" y="27"/>
                    <a:pt x="30" y="26"/>
                    <a:pt x="33" y="24"/>
                  </a:cubicBezTo>
                  <a:cubicBezTo>
                    <a:pt x="37" y="27"/>
                    <a:pt x="37" y="27"/>
                    <a:pt x="37" y="27"/>
                  </a:cubicBezTo>
                  <a:cubicBezTo>
                    <a:pt x="41" y="26"/>
                    <a:pt x="41" y="26"/>
                    <a:pt x="41" y="26"/>
                  </a:cubicBezTo>
                  <a:cubicBezTo>
                    <a:pt x="37" y="22"/>
                    <a:pt x="37" y="22"/>
                    <a:pt x="37" y="22"/>
                  </a:cubicBezTo>
                  <a:cubicBezTo>
                    <a:pt x="42" y="19"/>
                    <a:pt x="43" y="15"/>
                    <a:pt x="37" y="12"/>
                  </a:cubicBezTo>
                  <a:close/>
                  <a:moveTo>
                    <a:pt x="11" y="12"/>
                  </a:moveTo>
                  <a:cubicBezTo>
                    <a:pt x="10" y="11"/>
                    <a:pt x="10" y="10"/>
                    <a:pt x="12" y="9"/>
                  </a:cubicBezTo>
                  <a:cubicBezTo>
                    <a:pt x="18" y="12"/>
                    <a:pt x="18" y="12"/>
                    <a:pt x="18" y="12"/>
                  </a:cubicBezTo>
                  <a:cubicBezTo>
                    <a:pt x="14" y="13"/>
                    <a:pt x="13" y="13"/>
                    <a:pt x="11" y="12"/>
                  </a:cubicBezTo>
                  <a:close/>
                  <a:moveTo>
                    <a:pt x="32" y="19"/>
                  </a:moveTo>
                  <a:cubicBezTo>
                    <a:pt x="26" y="15"/>
                    <a:pt x="26" y="15"/>
                    <a:pt x="26" y="15"/>
                  </a:cubicBezTo>
                  <a:cubicBezTo>
                    <a:pt x="29" y="14"/>
                    <a:pt x="31" y="14"/>
                    <a:pt x="32" y="15"/>
                  </a:cubicBezTo>
                  <a:cubicBezTo>
                    <a:pt x="34" y="16"/>
                    <a:pt x="34" y="18"/>
                    <a:pt x="32" y="19"/>
                  </a:cubicBezTo>
                  <a:close/>
                </a:path>
              </a:pathLst>
            </a:custGeom>
            <a:solidFill>
              <a:srgbClr val="7CB53E"/>
            </a:solidFill>
            <a:ln>
              <a:noFill/>
            </a:ln>
          </p:spPr>
          <p:txBody>
            <a:bodyPr anchor="ctr"/>
            <a:lstStyle/>
            <a:p>
              <a:endParaRPr lang="zh-CN" altLang="en-US"/>
            </a:p>
          </p:txBody>
        </p:sp>
        <p:sp>
          <p:nvSpPr>
            <p:cNvPr id="1049429" name="iṣlïḍé"/>
            <p:cNvSpPr/>
            <p:nvPr>
              <p:custDataLst>
                <p:tags r:id="rId119"/>
              </p:custDataLst>
            </p:nvPr>
          </p:nvSpPr>
          <p:spPr bwMode="auto">
            <a:xfrm>
              <a:off x="4959411" y="1876354"/>
              <a:ext cx="1860906" cy="860480"/>
            </a:xfrm>
            <a:custGeom>
              <a:avLst/>
              <a:gdLst>
                <a:gd name="T0" fmla="*/ 2147483646 w 294"/>
                <a:gd name="T1" fmla="*/ 0 h 136"/>
                <a:gd name="T2" fmla="*/ 2147483646 w 294"/>
                <a:gd name="T3" fmla="*/ 2147483646 h 136"/>
                <a:gd name="T4" fmla="*/ 2147483646 w 294"/>
                <a:gd name="T5" fmla="*/ 2147483646 h 136"/>
                <a:gd name="T6" fmla="*/ 2147483646 w 294"/>
                <a:gd name="T7" fmla="*/ 2147483646 h 136"/>
                <a:gd name="T8" fmla="*/ 2147483646 w 294"/>
                <a:gd name="T9" fmla="*/ 2147483646 h 136"/>
                <a:gd name="T10" fmla="*/ 2147483646 w 294"/>
                <a:gd name="T11" fmla="*/ 2147483646 h 136"/>
                <a:gd name="T12" fmla="*/ 0 w 294"/>
                <a:gd name="T13" fmla="*/ 2147483646 h 136"/>
                <a:gd name="T14" fmla="*/ 0 w 294"/>
                <a:gd name="T15" fmla="*/ 2147483646 h 136"/>
                <a:gd name="T16" fmla="*/ 2147483646 w 294"/>
                <a:gd name="T17" fmla="*/ 0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4" h="136">
                  <a:moveTo>
                    <a:pt x="294" y="0"/>
                  </a:moveTo>
                  <a:cubicBezTo>
                    <a:pt x="294" y="8"/>
                    <a:pt x="294" y="15"/>
                    <a:pt x="294" y="23"/>
                  </a:cubicBezTo>
                  <a:cubicBezTo>
                    <a:pt x="294" y="24"/>
                    <a:pt x="293" y="26"/>
                    <a:pt x="291" y="27"/>
                  </a:cubicBezTo>
                  <a:cubicBezTo>
                    <a:pt x="107" y="133"/>
                    <a:pt x="107" y="133"/>
                    <a:pt x="107" y="133"/>
                  </a:cubicBezTo>
                  <a:cubicBezTo>
                    <a:pt x="102" y="136"/>
                    <a:pt x="96" y="136"/>
                    <a:pt x="92" y="133"/>
                  </a:cubicBezTo>
                  <a:cubicBezTo>
                    <a:pt x="3" y="82"/>
                    <a:pt x="3" y="82"/>
                    <a:pt x="3" y="82"/>
                  </a:cubicBezTo>
                  <a:cubicBezTo>
                    <a:pt x="1" y="81"/>
                    <a:pt x="0" y="79"/>
                    <a:pt x="0" y="77"/>
                  </a:cubicBezTo>
                  <a:cubicBezTo>
                    <a:pt x="0" y="70"/>
                    <a:pt x="0" y="62"/>
                    <a:pt x="0" y="55"/>
                  </a:cubicBezTo>
                  <a:cubicBezTo>
                    <a:pt x="0" y="56"/>
                    <a:pt x="294" y="2"/>
                    <a:pt x="294" y="0"/>
                  </a:cubicBezTo>
                  <a:close/>
                </a:path>
              </a:pathLst>
            </a:custGeom>
            <a:solidFill>
              <a:srgbClr val="E3F5D0"/>
            </a:solidFill>
            <a:ln w="15875" cap="flat">
              <a:solidFill>
                <a:srgbClr val="7CB53E"/>
              </a:solidFill>
              <a:prstDash val="solid"/>
              <a:round/>
            </a:ln>
          </p:spPr>
          <p:txBody>
            <a:bodyPr anchor="ctr"/>
            <a:lstStyle/>
            <a:p>
              <a:endParaRPr lang="zh-CN" altLang="en-US"/>
            </a:p>
          </p:txBody>
        </p:sp>
        <p:sp>
          <p:nvSpPr>
            <p:cNvPr id="1049430" name="ïṥļïḍé"/>
            <p:cNvSpPr/>
            <p:nvPr>
              <p:custDataLst>
                <p:tags r:id="rId120"/>
              </p:custDataLst>
            </p:nvPr>
          </p:nvSpPr>
          <p:spPr bwMode="auto">
            <a:xfrm>
              <a:off x="4953738" y="1509468"/>
              <a:ext cx="1872253" cy="1081746"/>
            </a:xfrm>
            <a:custGeom>
              <a:avLst/>
              <a:gdLst>
                <a:gd name="T0" fmla="*/ 2147483646 w 296"/>
                <a:gd name="T1" fmla="*/ 2147483646 h 171"/>
                <a:gd name="T2" fmla="*/ 2147483646 w 296"/>
                <a:gd name="T3" fmla="*/ 2147483646 h 171"/>
                <a:gd name="T4" fmla="*/ 2147483646 w 296"/>
                <a:gd name="T5" fmla="*/ 2147483646 h 171"/>
                <a:gd name="T6" fmla="*/ 2147483646 w 296"/>
                <a:gd name="T7" fmla="*/ 2147483646 h 171"/>
                <a:gd name="T8" fmla="*/ 2147483646 w 296"/>
                <a:gd name="T9" fmla="*/ 2147483646 h 171"/>
                <a:gd name="T10" fmla="*/ 2147483646 w 296"/>
                <a:gd name="T11" fmla="*/ 2147483646 h 171"/>
                <a:gd name="T12" fmla="*/ 2147483646 w 296"/>
                <a:gd name="T13" fmla="*/ 2147483646 h 171"/>
                <a:gd name="T14" fmla="*/ 2147483646 w 296"/>
                <a:gd name="T15" fmla="*/ 2147483646 h 171"/>
                <a:gd name="T16" fmla="*/ 2147483646 w 296"/>
                <a:gd name="T17" fmla="*/ 2147483646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6" h="171">
                  <a:moveTo>
                    <a:pt x="4" y="108"/>
                  </a:moveTo>
                  <a:cubicBezTo>
                    <a:pt x="188" y="2"/>
                    <a:pt x="188" y="2"/>
                    <a:pt x="188" y="2"/>
                  </a:cubicBezTo>
                  <a:cubicBezTo>
                    <a:pt x="192" y="0"/>
                    <a:pt x="199" y="0"/>
                    <a:pt x="203" y="2"/>
                  </a:cubicBezTo>
                  <a:cubicBezTo>
                    <a:pt x="292" y="54"/>
                    <a:pt x="292" y="54"/>
                    <a:pt x="292" y="54"/>
                  </a:cubicBezTo>
                  <a:cubicBezTo>
                    <a:pt x="296" y="56"/>
                    <a:pt x="296" y="60"/>
                    <a:pt x="292" y="62"/>
                  </a:cubicBezTo>
                  <a:cubicBezTo>
                    <a:pt x="108" y="169"/>
                    <a:pt x="108" y="169"/>
                    <a:pt x="108" y="169"/>
                  </a:cubicBezTo>
                  <a:cubicBezTo>
                    <a:pt x="103" y="171"/>
                    <a:pt x="97" y="171"/>
                    <a:pt x="92" y="169"/>
                  </a:cubicBezTo>
                  <a:cubicBezTo>
                    <a:pt x="4" y="117"/>
                    <a:pt x="4" y="117"/>
                    <a:pt x="4" y="117"/>
                  </a:cubicBezTo>
                  <a:cubicBezTo>
                    <a:pt x="0" y="115"/>
                    <a:pt x="0" y="111"/>
                    <a:pt x="4" y="108"/>
                  </a:cubicBezTo>
                  <a:close/>
                </a:path>
              </a:pathLst>
            </a:custGeom>
            <a:solidFill>
              <a:srgbClr val="FFFFFF"/>
            </a:solidFill>
            <a:ln w="15875" cap="flat">
              <a:solidFill>
                <a:srgbClr val="7CB53E"/>
              </a:solidFill>
              <a:prstDash val="solid"/>
              <a:round/>
            </a:ln>
          </p:spPr>
          <p:txBody>
            <a:bodyPr anchor="ctr"/>
            <a:lstStyle/>
            <a:p>
              <a:endParaRPr lang="zh-CN" altLang="en-US"/>
            </a:p>
          </p:txBody>
        </p:sp>
        <p:sp>
          <p:nvSpPr>
            <p:cNvPr id="1049431" name="iṩļíďè"/>
            <p:cNvSpPr/>
            <p:nvPr>
              <p:custDataLst>
                <p:tags r:id="rId121"/>
              </p:custDataLst>
            </p:nvPr>
          </p:nvSpPr>
          <p:spPr bwMode="auto">
            <a:xfrm>
              <a:off x="5175003" y="1636175"/>
              <a:ext cx="1429720" cy="828330"/>
            </a:xfrm>
            <a:custGeom>
              <a:avLst/>
              <a:gdLst>
                <a:gd name="T0" fmla="*/ 2147483646 w 226"/>
                <a:gd name="T1" fmla="*/ 2147483646 h 131"/>
                <a:gd name="T2" fmla="*/ 2147483646 w 226"/>
                <a:gd name="T3" fmla="*/ 2147483646 h 131"/>
                <a:gd name="T4" fmla="*/ 2147483646 w 226"/>
                <a:gd name="T5" fmla="*/ 2147483646 h 131"/>
                <a:gd name="T6" fmla="*/ 2147483646 w 226"/>
                <a:gd name="T7" fmla="*/ 2147483646 h 131"/>
                <a:gd name="T8" fmla="*/ 2147483646 w 226"/>
                <a:gd name="T9" fmla="*/ 2147483646 h 131"/>
                <a:gd name="T10" fmla="*/ 2147483646 w 226"/>
                <a:gd name="T11" fmla="*/ 2147483646 h 131"/>
                <a:gd name="T12" fmla="*/ 2147483646 w 226"/>
                <a:gd name="T13" fmla="*/ 2147483646 h 131"/>
                <a:gd name="T14" fmla="*/ 2147483646 w 226"/>
                <a:gd name="T15" fmla="*/ 2147483646 h 131"/>
                <a:gd name="T16" fmla="*/ 2147483646 w 226"/>
                <a:gd name="T17" fmla="*/ 2147483646 h 131"/>
                <a:gd name="T18" fmla="*/ 2147483646 w 226"/>
                <a:gd name="T19" fmla="*/ 2147483646 h 131"/>
                <a:gd name="T20" fmla="*/ 2147483646 w 226"/>
                <a:gd name="T21" fmla="*/ 2147483646 h 131"/>
                <a:gd name="T22" fmla="*/ 2147483646 w 226"/>
                <a:gd name="T23" fmla="*/ 2147483646 h 131"/>
                <a:gd name="T24" fmla="*/ 2147483646 w 226"/>
                <a:gd name="T25" fmla="*/ 2147483646 h 131"/>
                <a:gd name="T26" fmla="*/ 2147483646 w 226"/>
                <a:gd name="T27" fmla="*/ 2147483646 h 131"/>
                <a:gd name="T28" fmla="*/ 2147483646 w 226"/>
                <a:gd name="T29" fmla="*/ 2147483646 h 131"/>
                <a:gd name="T30" fmla="*/ 2147483646 w 226"/>
                <a:gd name="T31" fmla="*/ 2147483646 h 131"/>
                <a:gd name="T32" fmla="*/ 2147483646 w 226"/>
                <a:gd name="T33" fmla="*/ 2147483646 h 131"/>
                <a:gd name="T34" fmla="*/ 2147483646 w 226"/>
                <a:gd name="T35" fmla="*/ 2147483646 h 131"/>
                <a:gd name="T36" fmla="*/ 2147483646 w 226"/>
                <a:gd name="T37" fmla="*/ 2147483646 h 131"/>
                <a:gd name="T38" fmla="*/ 2147483646 w 226"/>
                <a:gd name="T39" fmla="*/ 2147483646 h 131"/>
                <a:gd name="T40" fmla="*/ 2147483646 w 226"/>
                <a:gd name="T41" fmla="*/ 2147483646 h 131"/>
                <a:gd name="T42" fmla="*/ 2147483646 w 226"/>
                <a:gd name="T43" fmla="*/ 2147483646 h 1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 h="131">
                  <a:moveTo>
                    <a:pt x="2" y="102"/>
                  </a:moveTo>
                  <a:cubicBezTo>
                    <a:pt x="49" y="130"/>
                    <a:pt x="49" y="130"/>
                    <a:pt x="49" y="130"/>
                  </a:cubicBezTo>
                  <a:cubicBezTo>
                    <a:pt x="50" y="130"/>
                    <a:pt x="51" y="131"/>
                    <a:pt x="53" y="130"/>
                  </a:cubicBezTo>
                  <a:cubicBezTo>
                    <a:pt x="60" y="127"/>
                    <a:pt x="70" y="127"/>
                    <a:pt x="77" y="130"/>
                  </a:cubicBezTo>
                  <a:cubicBezTo>
                    <a:pt x="79" y="130"/>
                    <a:pt x="80" y="130"/>
                    <a:pt x="81" y="130"/>
                  </a:cubicBezTo>
                  <a:cubicBezTo>
                    <a:pt x="224" y="48"/>
                    <a:pt x="224" y="48"/>
                    <a:pt x="224" y="48"/>
                  </a:cubicBezTo>
                  <a:cubicBezTo>
                    <a:pt x="225" y="47"/>
                    <a:pt x="225" y="46"/>
                    <a:pt x="224" y="45"/>
                  </a:cubicBezTo>
                  <a:cubicBezTo>
                    <a:pt x="219" y="41"/>
                    <a:pt x="219" y="35"/>
                    <a:pt x="224" y="31"/>
                  </a:cubicBezTo>
                  <a:cubicBezTo>
                    <a:pt x="226" y="30"/>
                    <a:pt x="225" y="29"/>
                    <a:pt x="224" y="29"/>
                  </a:cubicBezTo>
                  <a:cubicBezTo>
                    <a:pt x="177" y="1"/>
                    <a:pt x="177" y="1"/>
                    <a:pt x="177" y="1"/>
                  </a:cubicBezTo>
                  <a:cubicBezTo>
                    <a:pt x="175" y="0"/>
                    <a:pt x="174" y="0"/>
                    <a:pt x="172" y="1"/>
                  </a:cubicBezTo>
                  <a:cubicBezTo>
                    <a:pt x="165" y="4"/>
                    <a:pt x="155" y="4"/>
                    <a:pt x="148" y="1"/>
                  </a:cubicBezTo>
                  <a:cubicBezTo>
                    <a:pt x="147" y="0"/>
                    <a:pt x="145" y="0"/>
                    <a:pt x="144" y="1"/>
                  </a:cubicBezTo>
                  <a:cubicBezTo>
                    <a:pt x="2" y="83"/>
                    <a:pt x="2" y="83"/>
                    <a:pt x="2" y="83"/>
                  </a:cubicBezTo>
                  <a:cubicBezTo>
                    <a:pt x="0" y="84"/>
                    <a:pt x="0" y="85"/>
                    <a:pt x="1" y="86"/>
                  </a:cubicBezTo>
                  <a:cubicBezTo>
                    <a:pt x="7" y="90"/>
                    <a:pt x="7" y="96"/>
                    <a:pt x="1" y="100"/>
                  </a:cubicBezTo>
                  <a:cubicBezTo>
                    <a:pt x="0" y="101"/>
                    <a:pt x="0" y="101"/>
                    <a:pt x="2" y="102"/>
                  </a:cubicBezTo>
                  <a:close/>
                  <a:moveTo>
                    <a:pt x="82" y="48"/>
                  </a:moveTo>
                  <a:cubicBezTo>
                    <a:pt x="99" y="38"/>
                    <a:pt x="127" y="38"/>
                    <a:pt x="143" y="48"/>
                  </a:cubicBezTo>
                  <a:cubicBezTo>
                    <a:pt x="160" y="58"/>
                    <a:pt x="160" y="73"/>
                    <a:pt x="143" y="83"/>
                  </a:cubicBezTo>
                  <a:cubicBezTo>
                    <a:pt x="126" y="93"/>
                    <a:pt x="99" y="93"/>
                    <a:pt x="82" y="83"/>
                  </a:cubicBezTo>
                  <a:cubicBezTo>
                    <a:pt x="65" y="73"/>
                    <a:pt x="65" y="58"/>
                    <a:pt x="82" y="48"/>
                  </a:cubicBezTo>
                  <a:close/>
                </a:path>
              </a:pathLst>
            </a:custGeom>
            <a:solidFill>
              <a:srgbClr val="7CB53E"/>
            </a:solidFill>
            <a:ln>
              <a:noFill/>
            </a:ln>
          </p:spPr>
          <p:txBody>
            <a:bodyPr anchor="ctr"/>
            <a:lstStyle/>
            <a:p>
              <a:endParaRPr lang="zh-CN" altLang="en-US"/>
            </a:p>
          </p:txBody>
        </p:sp>
        <p:sp>
          <p:nvSpPr>
            <p:cNvPr id="1049432" name="isļîḑé"/>
            <p:cNvSpPr/>
            <p:nvPr>
              <p:custDataLst>
                <p:tags r:id="rId122"/>
              </p:custDataLst>
            </p:nvPr>
          </p:nvSpPr>
          <p:spPr bwMode="auto">
            <a:xfrm>
              <a:off x="5396270" y="2212981"/>
              <a:ext cx="215593" cy="124817"/>
            </a:xfrm>
            <a:custGeom>
              <a:avLst/>
              <a:gdLst>
                <a:gd name="T0" fmla="*/ 2147483646 w 34"/>
                <a:gd name="T1" fmla="*/ 2147483646 h 20"/>
                <a:gd name="T2" fmla="*/ 2147483646 w 34"/>
                <a:gd name="T3" fmla="*/ 2147483646 h 20"/>
                <a:gd name="T4" fmla="*/ 2147483646 w 34"/>
                <a:gd name="T5" fmla="*/ 2147483646 h 20"/>
                <a:gd name="T6" fmla="*/ 2147483646 w 34"/>
                <a:gd name="T7" fmla="*/ 2147483646 h 20"/>
                <a:gd name="T8" fmla="*/ 2147483646 w 3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6" y="3"/>
                  </a:moveTo>
                  <a:cubicBezTo>
                    <a:pt x="12" y="0"/>
                    <a:pt x="22" y="0"/>
                    <a:pt x="28" y="3"/>
                  </a:cubicBezTo>
                  <a:cubicBezTo>
                    <a:pt x="34" y="7"/>
                    <a:pt x="34" y="12"/>
                    <a:pt x="28" y="16"/>
                  </a:cubicBezTo>
                  <a:cubicBezTo>
                    <a:pt x="22" y="20"/>
                    <a:pt x="12" y="20"/>
                    <a:pt x="6" y="16"/>
                  </a:cubicBezTo>
                  <a:cubicBezTo>
                    <a:pt x="0" y="12"/>
                    <a:pt x="0" y="7"/>
                    <a:pt x="6" y="3"/>
                  </a:cubicBezTo>
                  <a:close/>
                </a:path>
              </a:pathLst>
            </a:custGeom>
            <a:solidFill>
              <a:srgbClr val="E3F5D0"/>
            </a:solidFill>
            <a:ln>
              <a:noFill/>
            </a:ln>
          </p:spPr>
          <p:txBody>
            <a:bodyPr anchor="ctr"/>
            <a:lstStyle/>
            <a:p>
              <a:endParaRPr lang="zh-CN" altLang="en-US"/>
            </a:p>
          </p:txBody>
        </p:sp>
        <p:sp>
          <p:nvSpPr>
            <p:cNvPr id="1049433" name="îṩļíḍè"/>
            <p:cNvSpPr/>
            <p:nvPr>
              <p:custDataLst>
                <p:tags r:id="rId123"/>
              </p:custDataLst>
            </p:nvPr>
          </p:nvSpPr>
          <p:spPr bwMode="auto">
            <a:xfrm>
              <a:off x="6162191" y="1762884"/>
              <a:ext cx="221267" cy="126709"/>
            </a:xfrm>
            <a:custGeom>
              <a:avLst/>
              <a:gdLst>
                <a:gd name="T0" fmla="*/ 2147483646 w 35"/>
                <a:gd name="T1" fmla="*/ 2147483646 h 20"/>
                <a:gd name="T2" fmla="*/ 2147483646 w 35"/>
                <a:gd name="T3" fmla="*/ 2147483646 h 20"/>
                <a:gd name="T4" fmla="*/ 2147483646 w 35"/>
                <a:gd name="T5" fmla="*/ 2147483646 h 20"/>
                <a:gd name="T6" fmla="*/ 2147483646 w 35"/>
                <a:gd name="T7" fmla="*/ 2147483646 h 20"/>
                <a:gd name="T8" fmla="*/ 2147483646 w 35"/>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0">
                  <a:moveTo>
                    <a:pt x="7" y="4"/>
                  </a:moveTo>
                  <a:cubicBezTo>
                    <a:pt x="13" y="0"/>
                    <a:pt x="23" y="0"/>
                    <a:pt x="29" y="4"/>
                  </a:cubicBezTo>
                  <a:cubicBezTo>
                    <a:pt x="35" y="7"/>
                    <a:pt x="35" y="13"/>
                    <a:pt x="29" y="17"/>
                  </a:cubicBezTo>
                  <a:cubicBezTo>
                    <a:pt x="22" y="20"/>
                    <a:pt x="13" y="20"/>
                    <a:pt x="6" y="17"/>
                  </a:cubicBezTo>
                  <a:cubicBezTo>
                    <a:pt x="0" y="13"/>
                    <a:pt x="0" y="7"/>
                    <a:pt x="7" y="4"/>
                  </a:cubicBezTo>
                  <a:close/>
                </a:path>
              </a:pathLst>
            </a:custGeom>
            <a:solidFill>
              <a:srgbClr val="E3F5D0"/>
            </a:solidFill>
            <a:ln>
              <a:noFill/>
            </a:ln>
          </p:spPr>
          <p:txBody>
            <a:bodyPr anchor="ctr"/>
            <a:lstStyle/>
            <a:p>
              <a:endParaRPr lang="zh-CN" altLang="en-US"/>
            </a:p>
          </p:txBody>
        </p:sp>
        <p:sp>
          <p:nvSpPr>
            <p:cNvPr id="1049434" name="išľíḓè"/>
            <p:cNvSpPr/>
            <p:nvPr>
              <p:custDataLst>
                <p:tags r:id="rId124"/>
              </p:custDataLst>
            </p:nvPr>
          </p:nvSpPr>
          <p:spPr bwMode="auto">
            <a:xfrm>
              <a:off x="5751809" y="1952001"/>
              <a:ext cx="270437" cy="172097"/>
            </a:xfrm>
            <a:custGeom>
              <a:avLst/>
              <a:gdLst>
                <a:gd name="T0" fmla="*/ 2147483646 w 43"/>
                <a:gd name="T1" fmla="*/ 2147483646 h 27"/>
                <a:gd name="T2" fmla="*/ 2147483646 w 43"/>
                <a:gd name="T3" fmla="*/ 2147483646 h 27"/>
                <a:gd name="T4" fmla="*/ 2147483646 w 43"/>
                <a:gd name="T5" fmla="*/ 2147483646 h 27"/>
                <a:gd name="T6" fmla="*/ 2147483646 w 43"/>
                <a:gd name="T7" fmla="*/ 2147483646 h 27"/>
                <a:gd name="T8" fmla="*/ 2147483646 w 43"/>
                <a:gd name="T9" fmla="*/ 2147483646 h 27"/>
                <a:gd name="T10" fmla="*/ 2147483646 w 43"/>
                <a:gd name="T11" fmla="*/ 2147483646 h 27"/>
                <a:gd name="T12" fmla="*/ 2147483646 w 43"/>
                <a:gd name="T13" fmla="*/ 0 h 27"/>
                <a:gd name="T14" fmla="*/ 2147483646 w 43"/>
                <a:gd name="T15" fmla="*/ 2147483646 h 27"/>
                <a:gd name="T16" fmla="*/ 2147483646 w 43"/>
                <a:gd name="T17" fmla="*/ 2147483646 h 27"/>
                <a:gd name="T18" fmla="*/ 2147483646 w 43"/>
                <a:gd name="T19" fmla="*/ 2147483646 h 27"/>
                <a:gd name="T20" fmla="*/ 2147483646 w 43"/>
                <a:gd name="T21" fmla="*/ 2147483646 h 27"/>
                <a:gd name="T22" fmla="*/ 2147483646 w 43"/>
                <a:gd name="T23" fmla="*/ 2147483646 h 27"/>
                <a:gd name="T24" fmla="*/ 2147483646 w 43"/>
                <a:gd name="T25" fmla="*/ 2147483646 h 27"/>
                <a:gd name="T26" fmla="*/ 2147483646 w 43"/>
                <a:gd name="T27" fmla="*/ 2147483646 h 27"/>
                <a:gd name="T28" fmla="*/ 2147483646 w 43"/>
                <a:gd name="T29" fmla="*/ 2147483646 h 27"/>
                <a:gd name="T30" fmla="*/ 2147483646 w 43"/>
                <a:gd name="T31" fmla="*/ 2147483646 h 27"/>
                <a:gd name="T32" fmla="*/ 2147483646 w 43"/>
                <a:gd name="T33" fmla="*/ 2147483646 h 27"/>
                <a:gd name="T34" fmla="*/ 2147483646 w 43"/>
                <a:gd name="T35" fmla="*/ 2147483646 h 27"/>
                <a:gd name="T36" fmla="*/ 2147483646 w 43"/>
                <a:gd name="T37" fmla="*/ 2147483646 h 27"/>
                <a:gd name="T38" fmla="*/ 2147483646 w 43"/>
                <a:gd name="T39" fmla="*/ 2147483646 h 27"/>
                <a:gd name="T40" fmla="*/ 2147483646 w 43"/>
                <a:gd name="T41" fmla="*/ 2147483646 h 27"/>
                <a:gd name="T42" fmla="*/ 2147483646 w 43"/>
                <a:gd name="T43" fmla="*/ 2147483646 h 27"/>
                <a:gd name="T44" fmla="*/ 2147483646 w 43"/>
                <a:gd name="T45" fmla="*/ 2147483646 h 27"/>
                <a:gd name="T46" fmla="*/ 2147483646 w 43"/>
                <a:gd name="T47" fmla="*/ 2147483646 h 27"/>
                <a:gd name="T48" fmla="*/ 2147483646 w 43"/>
                <a:gd name="T49" fmla="*/ 2147483646 h 27"/>
                <a:gd name="T50" fmla="*/ 2147483646 w 43"/>
                <a:gd name="T51" fmla="*/ 2147483646 h 27"/>
                <a:gd name="T52" fmla="*/ 2147483646 w 43"/>
                <a:gd name="T53" fmla="*/ 2147483646 h 27"/>
                <a:gd name="T54" fmla="*/ 2147483646 w 43"/>
                <a:gd name="T55" fmla="*/ 2147483646 h 2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3" h="27">
                  <a:moveTo>
                    <a:pt x="37" y="12"/>
                  </a:moveTo>
                  <a:cubicBezTo>
                    <a:pt x="32" y="9"/>
                    <a:pt x="29" y="9"/>
                    <a:pt x="21" y="11"/>
                  </a:cubicBezTo>
                  <a:cubicBezTo>
                    <a:pt x="15" y="7"/>
                    <a:pt x="15" y="7"/>
                    <a:pt x="15" y="7"/>
                  </a:cubicBezTo>
                  <a:cubicBezTo>
                    <a:pt x="18" y="6"/>
                    <a:pt x="21" y="4"/>
                    <a:pt x="22" y="4"/>
                  </a:cubicBezTo>
                  <a:cubicBezTo>
                    <a:pt x="18" y="1"/>
                    <a:pt x="18" y="1"/>
                    <a:pt x="18" y="1"/>
                  </a:cubicBezTo>
                  <a:cubicBezTo>
                    <a:pt x="17" y="1"/>
                    <a:pt x="14" y="2"/>
                    <a:pt x="11" y="4"/>
                  </a:cubicBezTo>
                  <a:cubicBezTo>
                    <a:pt x="6" y="0"/>
                    <a:pt x="6" y="0"/>
                    <a:pt x="6" y="0"/>
                  </a:cubicBezTo>
                  <a:cubicBezTo>
                    <a:pt x="3" y="2"/>
                    <a:pt x="3" y="2"/>
                    <a:pt x="3" y="2"/>
                  </a:cubicBezTo>
                  <a:cubicBezTo>
                    <a:pt x="8" y="5"/>
                    <a:pt x="8" y="5"/>
                    <a:pt x="8" y="5"/>
                  </a:cubicBezTo>
                  <a:cubicBezTo>
                    <a:pt x="7" y="6"/>
                    <a:pt x="7" y="6"/>
                    <a:pt x="7" y="6"/>
                  </a:cubicBezTo>
                  <a:cubicBezTo>
                    <a:pt x="2" y="9"/>
                    <a:pt x="0" y="13"/>
                    <a:pt x="6" y="16"/>
                  </a:cubicBezTo>
                  <a:cubicBezTo>
                    <a:pt x="10" y="19"/>
                    <a:pt x="15" y="19"/>
                    <a:pt x="22" y="16"/>
                  </a:cubicBezTo>
                  <a:cubicBezTo>
                    <a:pt x="29" y="21"/>
                    <a:pt x="29" y="21"/>
                    <a:pt x="29" y="21"/>
                  </a:cubicBezTo>
                  <a:cubicBezTo>
                    <a:pt x="26" y="23"/>
                    <a:pt x="22" y="24"/>
                    <a:pt x="22" y="24"/>
                  </a:cubicBezTo>
                  <a:cubicBezTo>
                    <a:pt x="26" y="27"/>
                    <a:pt x="26" y="27"/>
                    <a:pt x="26" y="27"/>
                  </a:cubicBezTo>
                  <a:cubicBezTo>
                    <a:pt x="26" y="27"/>
                    <a:pt x="30" y="26"/>
                    <a:pt x="33" y="24"/>
                  </a:cubicBezTo>
                  <a:cubicBezTo>
                    <a:pt x="37" y="27"/>
                    <a:pt x="37" y="27"/>
                    <a:pt x="37" y="27"/>
                  </a:cubicBezTo>
                  <a:cubicBezTo>
                    <a:pt x="41" y="26"/>
                    <a:pt x="41" y="26"/>
                    <a:pt x="41" y="26"/>
                  </a:cubicBezTo>
                  <a:cubicBezTo>
                    <a:pt x="36" y="22"/>
                    <a:pt x="36" y="22"/>
                    <a:pt x="36" y="22"/>
                  </a:cubicBezTo>
                  <a:cubicBezTo>
                    <a:pt x="42" y="19"/>
                    <a:pt x="43" y="15"/>
                    <a:pt x="37" y="12"/>
                  </a:cubicBezTo>
                  <a:close/>
                  <a:moveTo>
                    <a:pt x="11" y="13"/>
                  </a:moveTo>
                  <a:cubicBezTo>
                    <a:pt x="10" y="12"/>
                    <a:pt x="10" y="10"/>
                    <a:pt x="12" y="9"/>
                  </a:cubicBezTo>
                  <a:cubicBezTo>
                    <a:pt x="17" y="13"/>
                    <a:pt x="17" y="13"/>
                    <a:pt x="17" y="13"/>
                  </a:cubicBezTo>
                  <a:cubicBezTo>
                    <a:pt x="14" y="13"/>
                    <a:pt x="13" y="13"/>
                    <a:pt x="11" y="13"/>
                  </a:cubicBezTo>
                  <a:close/>
                  <a:moveTo>
                    <a:pt x="32" y="19"/>
                  </a:moveTo>
                  <a:cubicBezTo>
                    <a:pt x="26" y="15"/>
                    <a:pt x="26" y="15"/>
                    <a:pt x="26" y="15"/>
                  </a:cubicBezTo>
                  <a:cubicBezTo>
                    <a:pt x="29" y="14"/>
                    <a:pt x="30" y="14"/>
                    <a:pt x="32" y="15"/>
                  </a:cubicBezTo>
                  <a:cubicBezTo>
                    <a:pt x="34" y="16"/>
                    <a:pt x="34" y="18"/>
                    <a:pt x="32" y="19"/>
                  </a:cubicBezTo>
                  <a:close/>
                </a:path>
              </a:pathLst>
            </a:custGeom>
            <a:solidFill>
              <a:srgbClr val="7CB53E"/>
            </a:solidFill>
            <a:ln>
              <a:noFill/>
            </a:ln>
          </p:spPr>
          <p:txBody>
            <a:bodyPr anchor="ctr"/>
            <a:lstStyle/>
            <a:p>
              <a:endParaRPr lang="zh-CN" altLang="en-US"/>
            </a:p>
          </p:txBody>
        </p:sp>
        <p:sp>
          <p:nvSpPr>
            <p:cNvPr id="1049435" name="ïṩlíḍè"/>
            <p:cNvSpPr/>
            <p:nvPr>
              <p:custDataLst>
                <p:tags r:id="rId125"/>
              </p:custDataLst>
            </p:nvPr>
          </p:nvSpPr>
          <p:spPr bwMode="auto">
            <a:xfrm>
              <a:off x="5390596" y="2920277"/>
              <a:ext cx="1860906" cy="860480"/>
            </a:xfrm>
            <a:custGeom>
              <a:avLst/>
              <a:gdLst>
                <a:gd name="T0" fmla="*/ 2147483646 w 294"/>
                <a:gd name="T1" fmla="*/ 0 h 136"/>
                <a:gd name="T2" fmla="*/ 2147483646 w 294"/>
                <a:gd name="T3" fmla="*/ 2147483646 h 136"/>
                <a:gd name="T4" fmla="*/ 2147483646 w 294"/>
                <a:gd name="T5" fmla="*/ 2147483646 h 136"/>
                <a:gd name="T6" fmla="*/ 2147483646 w 294"/>
                <a:gd name="T7" fmla="*/ 2147483646 h 136"/>
                <a:gd name="T8" fmla="*/ 2147483646 w 294"/>
                <a:gd name="T9" fmla="*/ 2147483646 h 136"/>
                <a:gd name="T10" fmla="*/ 2147483646 w 294"/>
                <a:gd name="T11" fmla="*/ 2147483646 h 136"/>
                <a:gd name="T12" fmla="*/ 0 w 294"/>
                <a:gd name="T13" fmla="*/ 2147483646 h 136"/>
                <a:gd name="T14" fmla="*/ 0 w 294"/>
                <a:gd name="T15" fmla="*/ 2147483646 h 136"/>
                <a:gd name="T16" fmla="*/ 2147483646 w 294"/>
                <a:gd name="T17" fmla="*/ 0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4" h="136">
                  <a:moveTo>
                    <a:pt x="294" y="0"/>
                  </a:moveTo>
                  <a:cubicBezTo>
                    <a:pt x="294" y="8"/>
                    <a:pt x="294" y="15"/>
                    <a:pt x="294" y="23"/>
                  </a:cubicBezTo>
                  <a:cubicBezTo>
                    <a:pt x="294" y="24"/>
                    <a:pt x="293" y="26"/>
                    <a:pt x="291" y="27"/>
                  </a:cubicBezTo>
                  <a:cubicBezTo>
                    <a:pt x="107" y="133"/>
                    <a:pt x="107" y="133"/>
                    <a:pt x="107" y="133"/>
                  </a:cubicBezTo>
                  <a:cubicBezTo>
                    <a:pt x="103" y="136"/>
                    <a:pt x="96" y="136"/>
                    <a:pt x="92" y="133"/>
                  </a:cubicBezTo>
                  <a:cubicBezTo>
                    <a:pt x="3" y="82"/>
                    <a:pt x="3" y="82"/>
                    <a:pt x="3" y="82"/>
                  </a:cubicBezTo>
                  <a:cubicBezTo>
                    <a:pt x="1" y="80"/>
                    <a:pt x="0" y="79"/>
                    <a:pt x="0" y="77"/>
                  </a:cubicBezTo>
                  <a:cubicBezTo>
                    <a:pt x="0" y="70"/>
                    <a:pt x="0" y="62"/>
                    <a:pt x="0" y="55"/>
                  </a:cubicBezTo>
                  <a:cubicBezTo>
                    <a:pt x="0" y="56"/>
                    <a:pt x="294" y="2"/>
                    <a:pt x="294" y="0"/>
                  </a:cubicBezTo>
                  <a:close/>
                </a:path>
              </a:pathLst>
            </a:custGeom>
            <a:solidFill>
              <a:srgbClr val="E3F5D0"/>
            </a:solidFill>
            <a:ln w="15875" cap="flat">
              <a:solidFill>
                <a:srgbClr val="7CB53E"/>
              </a:solidFill>
              <a:prstDash val="solid"/>
              <a:round/>
            </a:ln>
          </p:spPr>
          <p:txBody>
            <a:bodyPr anchor="ctr"/>
            <a:lstStyle/>
            <a:p>
              <a:endParaRPr lang="zh-CN" altLang="en-US"/>
            </a:p>
          </p:txBody>
        </p:sp>
        <p:sp>
          <p:nvSpPr>
            <p:cNvPr id="1049436" name="iśliḍê"/>
            <p:cNvSpPr/>
            <p:nvPr>
              <p:custDataLst>
                <p:tags r:id="rId126"/>
              </p:custDataLst>
            </p:nvPr>
          </p:nvSpPr>
          <p:spPr bwMode="auto">
            <a:xfrm>
              <a:off x="5384923" y="2553391"/>
              <a:ext cx="1872253" cy="1081746"/>
            </a:xfrm>
            <a:custGeom>
              <a:avLst/>
              <a:gdLst>
                <a:gd name="T0" fmla="*/ 2147483646 w 296"/>
                <a:gd name="T1" fmla="*/ 2147483646 h 171"/>
                <a:gd name="T2" fmla="*/ 2147483646 w 296"/>
                <a:gd name="T3" fmla="*/ 2147483646 h 171"/>
                <a:gd name="T4" fmla="*/ 2147483646 w 296"/>
                <a:gd name="T5" fmla="*/ 2147483646 h 171"/>
                <a:gd name="T6" fmla="*/ 2147483646 w 296"/>
                <a:gd name="T7" fmla="*/ 2147483646 h 171"/>
                <a:gd name="T8" fmla="*/ 2147483646 w 296"/>
                <a:gd name="T9" fmla="*/ 2147483646 h 171"/>
                <a:gd name="T10" fmla="*/ 2147483646 w 296"/>
                <a:gd name="T11" fmla="*/ 2147483646 h 171"/>
                <a:gd name="T12" fmla="*/ 2147483646 w 296"/>
                <a:gd name="T13" fmla="*/ 2147483646 h 171"/>
                <a:gd name="T14" fmla="*/ 2147483646 w 296"/>
                <a:gd name="T15" fmla="*/ 2147483646 h 171"/>
                <a:gd name="T16" fmla="*/ 2147483646 w 296"/>
                <a:gd name="T17" fmla="*/ 2147483646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6" h="171">
                  <a:moveTo>
                    <a:pt x="4" y="108"/>
                  </a:moveTo>
                  <a:cubicBezTo>
                    <a:pt x="188" y="2"/>
                    <a:pt x="188" y="2"/>
                    <a:pt x="188" y="2"/>
                  </a:cubicBezTo>
                  <a:cubicBezTo>
                    <a:pt x="192" y="0"/>
                    <a:pt x="199" y="0"/>
                    <a:pt x="203" y="2"/>
                  </a:cubicBezTo>
                  <a:cubicBezTo>
                    <a:pt x="292" y="54"/>
                    <a:pt x="292" y="54"/>
                    <a:pt x="292" y="54"/>
                  </a:cubicBezTo>
                  <a:cubicBezTo>
                    <a:pt x="296" y="56"/>
                    <a:pt x="296" y="60"/>
                    <a:pt x="292" y="62"/>
                  </a:cubicBezTo>
                  <a:cubicBezTo>
                    <a:pt x="108" y="169"/>
                    <a:pt x="108" y="169"/>
                    <a:pt x="108" y="169"/>
                  </a:cubicBezTo>
                  <a:cubicBezTo>
                    <a:pt x="103" y="171"/>
                    <a:pt x="97" y="171"/>
                    <a:pt x="93" y="169"/>
                  </a:cubicBezTo>
                  <a:cubicBezTo>
                    <a:pt x="4" y="117"/>
                    <a:pt x="4" y="117"/>
                    <a:pt x="4" y="117"/>
                  </a:cubicBezTo>
                  <a:cubicBezTo>
                    <a:pt x="0" y="115"/>
                    <a:pt x="0" y="111"/>
                    <a:pt x="4" y="108"/>
                  </a:cubicBezTo>
                  <a:close/>
                </a:path>
              </a:pathLst>
            </a:custGeom>
            <a:solidFill>
              <a:srgbClr val="FFFFFF"/>
            </a:solidFill>
            <a:ln w="15875" cap="flat">
              <a:solidFill>
                <a:srgbClr val="7CB53E"/>
              </a:solidFill>
              <a:prstDash val="solid"/>
              <a:round/>
            </a:ln>
          </p:spPr>
          <p:txBody>
            <a:bodyPr anchor="ctr"/>
            <a:lstStyle/>
            <a:p>
              <a:endParaRPr lang="zh-CN" altLang="en-US"/>
            </a:p>
          </p:txBody>
        </p:sp>
        <p:sp>
          <p:nvSpPr>
            <p:cNvPr id="1049437" name="íṣ1íḍè"/>
            <p:cNvSpPr/>
            <p:nvPr>
              <p:custDataLst>
                <p:tags r:id="rId127"/>
              </p:custDataLst>
            </p:nvPr>
          </p:nvSpPr>
          <p:spPr bwMode="auto">
            <a:xfrm>
              <a:off x="5606189" y="2680098"/>
              <a:ext cx="1429720" cy="828330"/>
            </a:xfrm>
            <a:custGeom>
              <a:avLst/>
              <a:gdLst>
                <a:gd name="T0" fmla="*/ 2147483646 w 226"/>
                <a:gd name="T1" fmla="*/ 2147483646 h 131"/>
                <a:gd name="T2" fmla="*/ 2147483646 w 226"/>
                <a:gd name="T3" fmla="*/ 2147483646 h 131"/>
                <a:gd name="T4" fmla="*/ 2147483646 w 226"/>
                <a:gd name="T5" fmla="*/ 2147483646 h 131"/>
                <a:gd name="T6" fmla="*/ 2147483646 w 226"/>
                <a:gd name="T7" fmla="*/ 2147483646 h 131"/>
                <a:gd name="T8" fmla="*/ 2147483646 w 226"/>
                <a:gd name="T9" fmla="*/ 2147483646 h 131"/>
                <a:gd name="T10" fmla="*/ 2147483646 w 226"/>
                <a:gd name="T11" fmla="*/ 2147483646 h 131"/>
                <a:gd name="T12" fmla="*/ 2147483646 w 226"/>
                <a:gd name="T13" fmla="*/ 2147483646 h 131"/>
                <a:gd name="T14" fmla="*/ 2147483646 w 226"/>
                <a:gd name="T15" fmla="*/ 2147483646 h 131"/>
                <a:gd name="T16" fmla="*/ 2147483646 w 226"/>
                <a:gd name="T17" fmla="*/ 2147483646 h 131"/>
                <a:gd name="T18" fmla="*/ 2147483646 w 226"/>
                <a:gd name="T19" fmla="*/ 2147483646 h 131"/>
                <a:gd name="T20" fmla="*/ 2147483646 w 226"/>
                <a:gd name="T21" fmla="*/ 2147483646 h 131"/>
                <a:gd name="T22" fmla="*/ 2147483646 w 226"/>
                <a:gd name="T23" fmla="*/ 2147483646 h 131"/>
                <a:gd name="T24" fmla="*/ 2147483646 w 226"/>
                <a:gd name="T25" fmla="*/ 2147483646 h 131"/>
                <a:gd name="T26" fmla="*/ 2147483646 w 226"/>
                <a:gd name="T27" fmla="*/ 2147483646 h 131"/>
                <a:gd name="T28" fmla="*/ 2147483646 w 226"/>
                <a:gd name="T29" fmla="*/ 2147483646 h 131"/>
                <a:gd name="T30" fmla="*/ 2147483646 w 226"/>
                <a:gd name="T31" fmla="*/ 2147483646 h 131"/>
                <a:gd name="T32" fmla="*/ 2147483646 w 226"/>
                <a:gd name="T33" fmla="*/ 2147483646 h 131"/>
                <a:gd name="T34" fmla="*/ 2147483646 w 226"/>
                <a:gd name="T35" fmla="*/ 2147483646 h 131"/>
                <a:gd name="T36" fmla="*/ 2147483646 w 226"/>
                <a:gd name="T37" fmla="*/ 2147483646 h 131"/>
                <a:gd name="T38" fmla="*/ 2147483646 w 226"/>
                <a:gd name="T39" fmla="*/ 2147483646 h 131"/>
                <a:gd name="T40" fmla="*/ 2147483646 w 226"/>
                <a:gd name="T41" fmla="*/ 2147483646 h 131"/>
                <a:gd name="T42" fmla="*/ 2147483646 w 226"/>
                <a:gd name="T43" fmla="*/ 2147483646 h 1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 h="131">
                  <a:moveTo>
                    <a:pt x="2" y="102"/>
                  </a:moveTo>
                  <a:cubicBezTo>
                    <a:pt x="49" y="130"/>
                    <a:pt x="49" y="130"/>
                    <a:pt x="49" y="130"/>
                  </a:cubicBezTo>
                  <a:cubicBezTo>
                    <a:pt x="50" y="130"/>
                    <a:pt x="51" y="131"/>
                    <a:pt x="53" y="130"/>
                  </a:cubicBezTo>
                  <a:cubicBezTo>
                    <a:pt x="60" y="127"/>
                    <a:pt x="70" y="127"/>
                    <a:pt x="77" y="130"/>
                  </a:cubicBezTo>
                  <a:cubicBezTo>
                    <a:pt x="79" y="130"/>
                    <a:pt x="80" y="130"/>
                    <a:pt x="81" y="130"/>
                  </a:cubicBezTo>
                  <a:cubicBezTo>
                    <a:pt x="224" y="47"/>
                    <a:pt x="224" y="47"/>
                    <a:pt x="224" y="47"/>
                  </a:cubicBezTo>
                  <a:cubicBezTo>
                    <a:pt x="225" y="47"/>
                    <a:pt x="225" y="46"/>
                    <a:pt x="224" y="45"/>
                  </a:cubicBezTo>
                  <a:cubicBezTo>
                    <a:pt x="219" y="41"/>
                    <a:pt x="219" y="35"/>
                    <a:pt x="224" y="31"/>
                  </a:cubicBezTo>
                  <a:cubicBezTo>
                    <a:pt x="226" y="30"/>
                    <a:pt x="225" y="29"/>
                    <a:pt x="224" y="29"/>
                  </a:cubicBezTo>
                  <a:cubicBezTo>
                    <a:pt x="177" y="1"/>
                    <a:pt x="177" y="1"/>
                    <a:pt x="177" y="1"/>
                  </a:cubicBezTo>
                  <a:cubicBezTo>
                    <a:pt x="175" y="0"/>
                    <a:pt x="174" y="0"/>
                    <a:pt x="172" y="1"/>
                  </a:cubicBezTo>
                  <a:cubicBezTo>
                    <a:pt x="165" y="4"/>
                    <a:pt x="155" y="4"/>
                    <a:pt x="148" y="1"/>
                  </a:cubicBezTo>
                  <a:cubicBezTo>
                    <a:pt x="147" y="0"/>
                    <a:pt x="145" y="0"/>
                    <a:pt x="144" y="1"/>
                  </a:cubicBezTo>
                  <a:cubicBezTo>
                    <a:pt x="2" y="83"/>
                    <a:pt x="2" y="83"/>
                    <a:pt x="2" y="83"/>
                  </a:cubicBezTo>
                  <a:cubicBezTo>
                    <a:pt x="0" y="84"/>
                    <a:pt x="0" y="85"/>
                    <a:pt x="1" y="86"/>
                  </a:cubicBezTo>
                  <a:cubicBezTo>
                    <a:pt x="7" y="90"/>
                    <a:pt x="7" y="96"/>
                    <a:pt x="1" y="100"/>
                  </a:cubicBezTo>
                  <a:cubicBezTo>
                    <a:pt x="0" y="101"/>
                    <a:pt x="0" y="101"/>
                    <a:pt x="2" y="102"/>
                  </a:cubicBezTo>
                  <a:close/>
                  <a:moveTo>
                    <a:pt x="82" y="48"/>
                  </a:moveTo>
                  <a:cubicBezTo>
                    <a:pt x="99" y="38"/>
                    <a:pt x="127" y="38"/>
                    <a:pt x="143" y="48"/>
                  </a:cubicBezTo>
                  <a:cubicBezTo>
                    <a:pt x="160" y="57"/>
                    <a:pt x="160" y="73"/>
                    <a:pt x="143" y="83"/>
                  </a:cubicBezTo>
                  <a:cubicBezTo>
                    <a:pt x="126" y="93"/>
                    <a:pt x="99" y="93"/>
                    <a:pt x="82" y="83"/>
                  </a:cubicBezTo>
                  <a:cubicBezTo>
                    <a:pt x="65" y="73"/>
                    <a:pt x="65" y="57"/>
                    <a:pt x="82" y="48"/>
                  </a:cubicBezTo>
                  <a:close/>
                </a:path>
              </a:pathLst>
            </a:custGeom>
            <a:solidFill>
              <a:srgbClr val="7CB53E"/>
            </a:solidFill>
            <a:ln>
              <a:noFill/>
            </a:ln>
          </p:spPr>
          <p:txBody>
            <a:bodyPr anchor="ctr"/>
            <a:lstStyle/>
            <a:p>
              <a:endParaRPr lang="zh-CN" altLang="en-US"/>
            </a:p>
          </p:txBody>
        </p:sp>
        <p:sp>
          <p:nvSpPr>
            <p:cNvPr id="1049438" name="iṩ1îdê"/>
            <p:cNvSpPr/>
            <p:nvPr>
              <p:custDataLst>
                <p:tags r:id="rId128"/>
              </p:custDataLst>
            </p:nvPr>
          </p:nvSpPr>
          <p:spPr bwMode="auto">
            <a:xfrm>
              <a:off x="5827456" y="3255012"/>
              <a:ext cx="215593" cy="121035"/>
            </a:xfrm>
            <a:custGeom>
              <a:avLst/>
              <a:gdLst>
                <a:gd name="T0" fmla="*/ 2147483646 w 34"/>
                <a:gd name="T1" fmla="*/ 2147483646 h 19"/>
                <a:gd name="T2" fmla="*/ 2147483646 w 34"/>
                <a:gd name="T3" fmla="*/ 2147483646 h 19"/>
                <a:gd name="T4" fmla="*/ 2147483646 w 34"/>
                <a:gd name="T5" fmla="*/ 2147483646 h 19"/>
                <a:gd name="T6" fmla="*/ 2147483646 w 34"/>
                <a:gd name="T7" fmla="*/ 2147483646 h 19"/>
                <a:gd name="T8" fmla="*/ 2147483646 w 34"/>
                <a:gd name="T9" fmla="*/ 2147483646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19">
                  <a:moveTo>
                    <a:pt x="6" y="3"/>
                  </a:moveTo>
                  <a:cubicBezTo>
                    <a:pt x="12" y="0"/>
                    <a:pt x="22" y="0"/>
                    <a:pt x="28" y="3"/>
                  </a:cubicBezTo>
                  <a:cubicBezTo>
                    <a:pt x="34" y="7"/>
                    <a:pt x="34" y="12"/>
                    <a:pt x="28" y="16"/>
                  </a:cubicBezTo>
                  <a:cubicBezTo>
                    <a:pt x="22" y="19"/>
                    <a:pt x="12" y="19"/>
                    <a:pt x="6" y="16"/>
                  </a:cubicBezTo>
                  <a:cubicBezTo>
                    <a:pt x="0" y="12"/>
                    <a:pt x="0" y="7"/>
                    <a:pt x="6" y="3"/>
                  </a:cubicBezTo>
                  <a:close/>
                </a:path>
              </a:pathLst>
            </a:custGeom>
            <a:solidFill>
              <a:srgbClr val="E3F5D0"/>
            </a:solidFill>
            <a:ln>
              <a:noFill/>
            </a:ln>
          </p:spPr>
          <p:txBody>
            <a:bodyPr anchor="ctr"/>
            <a:lstStyle/>
            <a:p>
              <a:endParaRPr lang="zh-CN" altLang="en-US"/>
            </a:p>
          </p:txBody>
        </p:sp>
        <p:sp>
          <p:nvSpPr>
            <p:cNvPr id="1049439" name="ïṩ1íďé"/>
            <p:cNvSpPr/>
            <p:nvPr>
              <p:custDataLst>
                <p:tags r:id="rId129"/>
              </p:custDataLst>
            </p:nvPr>
          </p:nvSpPr>
          <p:spPr bwMode="auto">
            <a:xfrm>
              <a:off x="6593377" y="2806807"/>
              <a:ext cx="221267" cy="126709"/>
            </a:xfrm>
            <a:custGeom>
              <a:avLst/>
              <a:gdLst>
                <a:gd name="T0" fmla="*/ 2147483646 w 35"/>
                <a:gd name="T1" fmla="*/ 2147483646 h 20"/>
                <a:gd name="T2" fmla="*/ 2147483646 w 35"/>
                <a:gd name="T3" fmla="*/ 2147483646 h 20"/>
                <a:gd name="T4" fmla="*/ 2147483646 w 35"/>
                <a:gd name="T5" fmla="*/ 2147483646 h 20"/>
                <a:gd name="T6" fmla="*/ 2147483646 w 35"/>
                <a:gd name="T7" fmla="*/ 2147483646 h 20"/>
                <a:gd name="T8" fmla="*/ 2147483646 w 35"/>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0">
                  <a:moveTo>
                    <a:pt x="7" y="4"/>
                  </a:moveTo>
                  <a:cubicBezTo>
                    <a:pt x="13" y="0"/>
                    <a:pt x="23" y="0"/>
                    <a:pt x="29" y="4"/>
                  </a:cubicBezTo>
                  <a:cubicBezTo>
                    <a:pt x="35" y="7"/>
                    <a:pt x="35" y="13"/>
                    <a:pt x="29" y="17"/>
                  </a:cubicBezTo>
                  <a:cubicBezTo>
                    <a:pt x="23" y="20"/>
                    <a:pt x="13" y="20"/>
                    <a:pt x="7" y="17"/>
                  </a:cubicBezTo>
                  <a:cubicBezTo>
                    <a:pt x="0" y="13"/>
                    <a:pt x="0" y="7"/>
                    <a:pt x="7" y="4"/>
                  </a:cubicBezTo>
                  <a:close/>
                </a:path>
              </a:pathLst>
            </a:custGeom>
            <a:solidFill>
              <a:srgbClr val="E3F5D0"/>
            </a:solidFill>
            <a:ln>
              <a:noFill/>
            </a:ln>
          </p:spPr>
          <p:txBody>
            <a:bodyPr anchor="ctr"/>
            <a:lstStyle/>
            <a:p>
              <a:endParaRPr lang="zh-CN" altLang="en-US"/>
            </a:p>
          </p:txBody>
        </p:sp>
        <p:sp>
          <p:nvSpPr>
            <p:cNvPr id="1049440" name="íšḷiḋè"/>
            <p:cNvSpPr/>
            <p:nvPr>
              <p:custDataLst>
                <p:tags r:id="rId130"/>
              </p:custDataLst>
            </p:nvPr>
          </p:nvSpPr>
          <p:spPr bwMode="auto">
            <a:xfrm>
              <a:off x="6181103" y="2995923"/>
              <a:ext cx="272328" cy="170205"/>
            </a:xfrm>
            <a:custGeom>
              <a:avLst/>
              <a:gdLst>
                <a:gd name="T0" fmla="*/ 2147483646 w 43"/>
                <a:gd name="T1" fmla="*/ 2147483646 h 27"/>
                <a:gd name="T2" fmla="*/ 2147483646 w 43"/>
                <a:gd name="T3" fmla="*/ 2147483646 h 27"/>
                <a:gd name="T4" fmla="*/ 2147483646 w 43"/>
                <a:gd name="T5" fmla="*/ 2147483646 h 27"/>
                <a:gd name="T6" fmla="*/ 2147483646 w 43"/>
                <a:gd name="T7" fmla="*/ 2147483646 h 27"/>
                <a:gd name="T8" fmla="*/ 2147483646 w 43"/>
                <a:gd name="T9" fmla="*/ 2147483646 h 27"/>
                <a:gd name="T10" fmla="*/ 2147483646 w 43"/>
                <a:gd name="T11" fmla="*/ 2147483646 h 27"/>
                <a:gd name="T12" fmla="*/ 2147483646 w 43"/>
                <a:gd name="T13" fmla="*/ 0 h 27"/>
                <a:gd name="T14" fmla="*/ 2147483646 w 43"/>
                <a:gd name="T15" fmla="*/ 2147483646 h 27"/>
                <a:gd name="T16" fmla="*/ 2147483646 w 43"/>
                <a:gd name="T17" fmla="*/ 2147483646 h 27"/>
                <a:gd name="T18" fmla="*/ 2147483646 w 43"/>
                <a:gd name="T19" fmla="*/ 2147483646 h 27"/>
                <a:gd name="T20" fmla="*/ 2147483646 w 43"/>
                <a:gd name="T21" fmla="*/ 2147483646 h 27"/>
                <a:gd name="T22" fmla="*/ 2147483646 w 43"/>
                <a:gd name="T23" fmla="*/ 2147483646 h 27"/>
                <a:gd name="T24" fmla="*/ 2147483646 w 43"/>
                <a:gd name="T25" fmla="*/ 2147483646 h 27"/>
                <a:gd name="T26" fmla="*/ 2147483646 w 43"/>
                <a:gd name="T27" fmla="*/ 2147483646 h 27"/>
                <a:gd name="T28" fmla="*/ 2147483646 w 43"/>
                <a:gd name="T29" fmla="*/ 2147483646 h 27"/>
                <a:gd name="T30" fmla="*/ 2147483646 w 43"/>
                <a:gd name="T31" fmla="*/ 2147483646 h 27"/>
                <a:gd name="T32" fmla="*/ 2147483646 w 43"/>
                <a:gd name="T33" fmla="*/ 2147483646 h 27"/>
                <a:gd name="T34" fmla="*/ 2147483646 w 43"/>
                <a:gd name="T35" fmla="*/ 2147483646 h 27"/>
                <a:gd name="T36" fmla="*/ 2147483646 w 43"/>
                <a:gd name="T37" fmla="*/ 2147483646 h 27"/>
                <a:gd name="T38" fmla="*/ 2147483646 w 43"/>
                <a:gd name="T39" fmla="*/ 2147483646 h 27"/>
                <a:gd name="T40" fmla="*/ 2147483646 w 43"/>
                <a:gd name="T41" fmla="*/ 2147483646 h 27"/>
                <a:gd name="T42" fmla="*/ 2147483646 w 43"/>
                <a:gd name="T43" fmla="*/ 2147483646 h 27"/>
                <a:gd name="T44" fmla="*/ 2147483646 w 43"/>
                <a:gd name="T45" fmla="*/ 2147483646 h 27"/>
                <a:gd name="T46" fmla="*/ 2147483646 w 43"/>
                <a:gd name="T47" fmla="*/ 2147483646 h 27"/>
                <a:gd name="T48" fmla="*/ 2147483646 w 43"/>
                <a:gd name="T49" fmla="*/ 2147483646 h 27"/>
                <a:gd name="T50" fmla="*/ 2147483646 w 43"/>
                <a:gd name="T51" fmla="*/ 2147483646 h 27"/>
                <a:gd name="T52" fmla="*/ 2147483646 w 43"/>
                <a:gd name="T53" fmla="*/ 2147483646 h 27"/>
                <a:gd name="T54" fmla="*/ 2147483646 w 43"/>
                <a:gd name="T55" fmla="*/ 2147483646 h 2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3" h="27">
                  <a:moveTo>
                    <a:pt x="37" y="12"/>
                  </a:moveTo>
                  <a:cubicBezTo>
                    <a:pt x="33" y="9"/>
                    <a:pt x="29" y="9"/>
                    <a:pt x="21" y="11"/>
                  </a:cubicBezTo>
                  <a:cubicBezTo>
                    <a:pt x="15" y="7"/>
                    <a:pt x="15" y="7"/>
                    <a:pt x="15" y="7"/>
                  </a:cubicBezTo>
                  <a:cubicBezTo>
                    <a:pt x="18" y="5"/>
                    <a:pt x="21" y="4"/>
                    <a:pt x="22" y="4"/>
                  </a:cubicBezTo>
                  <a:cubicBezTo>
                    <a:pt x="18" y="1"/>
                    <a:pt x="18" y="1"/>
                    <a:pt x="18" y="1"/>
                  </a:cubicBezTo>
                  <a:cubicBezTo>
                    <a:pt x="17" y="1"/>
                    <a:pt x="14" y="2"/>
                    <a:pt x="11" y="4"/>
                  </a:cubicBezTo>
                  <a:cubicBezTo>
                    <a:pt x="6" y="0"/>
                    <a:pt x="6" y="0"/>
                    <a:pt x="6" y="0"/>
                  </a:cubicBezTo>
                  <a:cubicBezTo>
                    <a:pt x="3" y="2"/>
                    <a:pt x="3" y="2"/>
                    <a:pt x="3" y="2"/>
                  </a:cubicBezTo>
                  <a:cubicBezTo>
                    <a:pt x="8" y="5"/>
                    <a:pt x="8" y="5"/>
                    <a:pt x="8" y="5"/>
                  </a:cubicBezTo>
                  <a:cubicBezTo>
                    <a:pt x="7" y="6"/>
                    <a:pt x="7" y="6"/>
                    <a:pt x="7" y="6"/>
                  </a:cubicBezTo>
                  <a:cubicBezTo>
                    <a:pt x="2" y="9"/>
                    <a:pt x="0" y="13"/>
                    <a:pt x="6" y="16"/>
                  </a:cubicBezTo>
                  <a:cubicBezTo>
                    <a:pt x="10" y="19"/>
                    <a:pt x="15" y="19"/>
                    <a:pt x="22" y="16"/>
                  </a:cubicBezTo>
                  <a:cubicBezTo>
                    <a:pt x="29" y="21"/>
                    <a:pt x="29" y="21"/>
                    <a:pt x="29" y="21"/>
                  </a:cubicBezTo>
                  <a:cubicBezTo>
                    <a:pt x="26" y="23"/>
                    <a:pt x="22" y="24"/>
                    <a:pt x="22" y="24"/>
                  </a:cubicBezTo>
                  <a:cubicBezTo>
                    <a:pt x="26" y="27"/>
                    <a:pt x="26" y="27"/>
                    <a:pt x="26" y="27"/>
                  </a:cubicBezTo>
                  <a:cubicBezTo>
                    <a:pt x="26" y="27"/>
                    <a:pt x="30" y="26"/>
                    <a:pt x="33" y="24"/>
                  </a:cubicBezTo>
                  <a:cubicBezTo>
                    <a:pt x="37" y="27"/>
                    <a:pt x="37" y="27"/>
                    <a:pt x="37" y="27"/>
                  </a:cubicBezTo>
                  <a:cubicBezTo>
                    <a:pt x="41" y="26"/>
                    <a:pt x="41" y="26"/>
                    <a:pt x="41" y="26"/>
                  </a:cubicBezTo>
                  <a:cubicBezTo>
                    <a:pt x="36" y="22"/>
                    <a:pt x="36" y="22"/>
                    <a:pt x="36" y="22"/>
                  </a:cubicBezTo>
                  <a:cubicBezTo>
                    <a:pt x="42" y="19"/>
                    <a:pt x="43" y="15"/>
                    <a:pt x="37" y="12"/>
                  </a:cubicBezTo>
                  <a:close/>
                  <a:moveTo>
                    <a:pt x="11" y="13"/>
                  </a:moveTo>
                  <a:cubicBezTo>
                    <a:pt x="10" y="12"/>
                    <a:pt x="10" y="10"/>
                    <a:pt x="12" y="9"/>
                  </a:cubicBezTo>
                  <a:cubicBezTo>
                    <a:pt x="17" y="12"/>
                    <a:pt x="17" y="12"/>
                    <a:pt x="17" y="12"/>
                  </a:cubicBezTo>
                  <a:cubicBezTo>
                    <a:pt x="14" y="13"/>
                    <a:pt x="13" y="13"/>
                    <a:pt x="11" y="13"/>
                  </a:cubicBezTo>
                  <a:close/>
                  <a:moveTo>
                    <a:pt x="32" y="19"/>
                  </a:moveTo>
                  <a:cubicBezTo>
                    <a:pt x="26" y="15"/>
                    <a:pt x="26" y="15"/>
                    <a:pt x="26" y="15"/>
                  </a:cubicBezTo>
                  <a:cubicBezTo>
                    <a:pt x="29" y="14"/>
                    <a:pt x="31" y="14"/>
                    <a:pt x="32" y="15"/>
                  </a:cubicBezTo>
                  <a:cubicBezTo>
                    <a:pt x="34" y="16"/>
                    <a:pt x="34" y="18"/>
                    <a:pt x="32" y="19"/>
                  </a:cubicBezTo>
                  <a:close/>
                </a:path>
              </a:pathLst>
            </a:custGeom>
            <a:solidFill>
              <a:srgbClr val="7CB53E"/>
            </a:solidFill>
            <a:ln>
              <a:noFill/>
            </a:ln>
          </p:spPr>
          <p:txBody>
            <a:bodyPr anchor="ctr"/>
            <a:lstStyle/>
            <a:p>
              <a:endParaRPr lang="zh-CN" altLang="en-US"/>
            </a:p>
          </p:txBody>
        </p:sp>
        <p:sp>
          <p:nvSpPr>
            <p:cNvPr id="1049441" name="iṧḷíḑe"/>
            <p:cNvSpPr/>
            <p:nvPr>
              <p:custDataLst>
                <p:tags r:id="rId131"/>
              </p:custDataLst>
            </p:nvPr>
          </p:nvSpPr>
          <p:spPr bwMode="auto">
            <a:xfrm>
              <a:off x="5415182" y="2717922"/>
              <a:ext cx="1866580" cy="860480"/>
            </a:xfrm>
            <a:custGeom>
              <a:avLst/>
              <a:gdLst>
                <a:gd name="T0" fmla="*/ 2147483646 w 295"/>
                <a:gd name="T1" fmla="*/ 0 h 136"/>
                <a:gd name="T2" fmla="*/ 2147483646 w 295"/>
                <a:gd name="T3" fmla="*/ 2147483646 h 136"/>
                <a:gd name="T4" fmla="*/ 2147483646 w 295"/>
                <a:gd name="T5" fmla="*/ 2147483646 h 136"/>
                <a:gd name="T6" fmla="*/ 2147483646 w 295"/>
                <a:gd name="T7" fmla="*/ 2147483646 h 136"/>
                <a:gd name="T8" fmla="*/ 2147483646 w 295"/>
                <a:gd name="T9" fmla="*/ 2147483646 h 136"/>
                <a:gd name="T10" fmla="*/ 2147483646 w 295"/>
                <a:gd name="T11" fmla="*/ 2147483646 h 136"/>
                <a:gd name="T12" fmla="*/ 2147483646 w 295"/>
                <a:gd name="T13" fmla="*/ 2147483646 h 136"/>
                <a:gd name="T14" fmla="*/ 0 w 295"/>
                <a:gd name="T15" fmla="*/ 2147483646 h 136"/>
                <a:gd name="T16" fmla="*/ 2147483646 w 295"/>
                <a:gd name="T17" fmla="*/ 0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5" h="136">
                  <a:moveTo>
                    <a:pt x="295" y="0"/>
                  </a:moveTo>
                  <a:cubicBezTo>
                    <a:pt x="295" y="8"/>
                    <a:pt x="295" y="15"/>
                    <a:pt x="295" y="23"/>
                  </a:cubicBezTo>
                  <a:cubicBezTo>
                    <a:pt x="295" y="24"/>
                    <a:pt x="294" y="26"/>
                    <a:pt x="292" y="27"/>
                  </a:cubicBezTo>
                  <a:cubicBezTo>
                    <a:pt x="108" y="133"/>
                    <a:pt x="108" y="133"/>
                    <a:pt x="108" y="133"/>
                  </a:cubicBezTo>
                  <a:cubicBezTo>
                    <a:pt x="103" y="136"/>
                    <a:pt x="97" y="136"/>
                    <a:pt x="92" y="133"/>
                  </a:cubicBezTo>
                  <a:cubicBezTo>
                    <a:pt x="4" y="82"/>
                    <a:pt x="4" y="82"/>
                    <a:pt x="4" y="82"/>
                  </a:cubicBezTo>
                  <a:cubicBezTo>
                    <a:pt x="2" y="80"/>
                    <a:pt x="1" y="79"/>
                    <a:pt x="1" y="77"/>
                  </a:cubicBezTo>
                  <a:cubicBezTo>
                    <a:pt x="1" y="70"/>
                    <a:pt x="0" y="62"/>
                    <a:pt x="0" y="55"/>
                  </a:cubicBezTo>
                  <a:cubicBezTo>
                    <a:pt x="0" y="56"/>
                    <a:pt x="295" y="2"/>
                    <a:pt x="295" y="0"/>
                  </a:cubicBezTo>
                  <a:close/>
                </a:path>
              </a:pathLst>
            </a:custGeom>
            <a:solidFill>
              <a:srgbClr val="E3F5D0"/>
            </a:solidFill>
            <a:ln w="15875" cap="flat">
              <a:solidFill>
                <a:srgbClr val="7CB53E"/>
              </a:solidFill>
              <a:prstDash val="solid"/>
              <a:round/>
            </a:ln>
          </p:spPr>
          <p:txBody>
            <a:bodyPr anchor="ctr"/>
            <a:lstStyle/>
            <a:p>
              <a:endParaRPr lang="zh-CN" altLang="en-US"/>
            </a:p>
          </p:txBody>
        </p:sp>
        <p:sp>
          <p:nvSpPr>
            <p:cNvPr id="1049442" name="íṥ1îďê"/>
            <p:cNvSpPr/>
            <p:nvPr>
              <p:custDataLst>
                <p:tags r:id="rId132"/>
              </p:custDataLst>
            </p:nvPr>
          </p:nvSpPr>
          <p:spPr bwMode="auto">
            <a:xfrm>
              <a:off x="5409508" y="2351036"/>
              <a:ext cx="1879818" cy="1081746"/>
            </a:xfrm>
            <a:custGeom>
              <a:avLst/>
              <a:gdLst>
                <a:gd name="T0" fmla="*/ 2147483646 w 297"/>
                <a:gd name="T1" fmla="*/ 2147483646 h 171"/>
                <a:gd name="T2" fmla="*/ 2147483646 w 297"/>
                <a:gd name="T3" fmla="*/ 2147483646 h 171"/>
                <a:gd name="T4" fmla="*/ 2147483646 w 297"/>
                <a:gd name="T5" fmla="*/ 2147483646 h 171"/>
                <a:gd name="T6" fmla="*/ 2147483646 w 297"/>
                <a:gd name="T7" fmla="*/ 2147483646 h 171"/>
                <a:gd name="T8" fmla="*/ 2147483646 w 297"/>
                <a:gd name="T9" fmla="*/ 2147483646 h 171"/>
                <a:gd name="T10" fmla="*/ 2147483646 w 297"/>
                <a:gd name="T11" fmla="*/ 2147483646 h 171"/>
                <a:gd name="T12" fmla="*/ 2147483646 w 297"/>
                <a:gd name="T13" fmla="*/ 2147483646 h 171"/>
                <a:gd name="T14" fmla="*/ 2147483646 w 297"/>
                <a:gd name="T15" fmla="*/ 2147483646 h 171"/>
                <a:gd name="T16" fmla="*/ 2147483646 w 297"/>
                <a:gd name="T17" fmla="*/ 2147483646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7" h="171">
                  <a:moveTo>
                    <a:pt x="5" y="108"/>
                  </a:moveTo>
                  <a:cubicBezTo>
                    <a:pt x="189" y="2"/>
                    <a:pt x="189" y="2"/>
                    <a:pt x="189" y="2"/>
                  </a:cubicBezTo>
                  <a:cubicBezTo>
                    <a:pt x="193" y="0"/>
                    <a:pt x="200" y="0"/>
                    <a:pt x="204" y="2"/>
                  </a:cubicBezTo>
                  <a:cubicBezTo>
                    <a:pt x="293" y="54"/>
                    <a:pt x="293" y="54"/>
                    <a:pt x="293" y="54"/>
                  </a:cubicBezTo>
                  <a:cubicBezTo>
                    <a:pt x="297" y="56"/>
                    <a:pt x="297" y="60"/>
                    <a:pt x="293" y="62"/>
                  </a:cubicBezTo>
                  <a:cubicBezTo>
                    <a:pt x="108" y="169"/>
                    <a:pt x="108" y="169"/>
                    <a:pt x="108" y="169"/>
                  </a:cubicBezTo>
                  <a:cubicBezTo>
                    <a:pt x="104" y="171"/>
                    <a:pt x="97" y="171"/>
                    <a:pt x="93" y="169"/>
                  </a:cubicBezTo>
                  <a:cubicBezTo>
                    <a:pt x="5" y="117"/>
                    <a:pt x="5" y="117"/>
                    <a:pt x="5" y="117"/>
                  </a:cubicBezTo>
                  <a:cubicBezTo>
                    <a:pt x="0" y="115"/>
                    <a:pt x="0" y="111"/>
                    <a:pt x="5" y="108"/>
                  </a:cubicBezTo>
                  <a:close/>
                </a:path>
              </a:pathLst>
            </a:custGeom>
            <a:solidFill>
              <a:srgbClr val="FFFFFF"/>
            </a:solidFill>
            <a:ln w="15875" cap="flat">
              <a:solidFill>
                <a:srgbClr val="7CB53E"/>
              </a:solidFill>
              <a:prstDash val="solid"/>
              <a:round/>
            </a:ln>
          </p:spPr>
          <p:txBody>
            <a:bodyPr anchor="ctr"/>
            <a:lstStyle/>
            <a:p>
              <a:endParaRPr lang="zh-CN" altLang="en-US"/>
            </a:p>
          </p:txBody>
        </p:sp>
        <p:sp>
          <p:nvSpPr>
            <p:cNvPr id="1049443" name="iŝľiḋe"/>
            <p:cNvSpPr/>
            <p:nvPr>
              <p:custDataLst>
                <p:tags r:id="rId133"/>
              </p:custDataLst>
            </p:nvPr>
          </p:nvSpPr>
          <p:spPr bwMode="auto">
            <a:xfrm>
              <a:off x="5636448" y="2477744"/>
              <a:ext cx="1424047" cy="828330"/>
            </a:xfrm>
            <a:custGeom>
              <a:avLst/>
              <a:gdLst>
                <a:gd name="T0" fmla="*/ 2147483646 w 225"/>
                <a:gd name="T1" fmla="*/ 2147483646 h 131"/>
                <a:gd name="T2" fmla="*/ 2147483646 w 225"/>
                <a:gd name="T3" fmla="*/ 2147483646 h 131"/>
                <a:gd name="T4" fmla="*/ 2147483646 w 225"/>
                <a:gd name="T5" fmla="*/ 2147483646 h 131"/>
                <a:gd name="T6" fmla="*/ 2147483646 w 225"/>
                <a:gd name="T7" fmla="*/ 2147483646 h 131"/>
                <a:gd name="T8" fmla="*/ 2147483646 w 225"/>
                <a:gd name="T9" fmla="*/ 2147483646 h 131"/>
                <a:gd name="T10" fmla="*/ 2147483646 w 225"/>
                <a:gd name="T11" fmla="*/ 2147483646 h 131"/>
                <a:gd name="T12" fmla="*/ 2147483646 w 225"/>
                <a:gd name="T13" fmla="*/ 2147483646 h 131"/>
                <a:gd name="T14" fmla="*/ 2147483646 w 225"/>
                <a:gd name="T15" fmla="*/ 2147483646 h 131"/>
                <a:gd name="T16" fmla="*/ 2147483646 w 225"/>
                <a:gd name="T17" fmla="*/ 2147483646 h 131"/>
                <a:gd name="T18" fmla="*/ 2147483646 w 225"/>
                <a:gd name="T19" fmla="*/ 2147483646 h 131"/>
                <a:gd name="T20" fmla="*/ 2147483646 w 225"/>
                <a:gd name="T21" fmla="*/ 2147483646 h 131"/>
                <a:gd name="T22" fmla="*/ 2147483646 w 225"/>
                <a:gd name="T23" fmla="*/ 2147483646 h 131"/>
                <a:gd name="T24" fmla="*/ 2147483646 w 225"/>
                <a:gd name="T25" fmla="*/ 2147483646 h 131"/>
                <a:gd name="T26" fmla="*/ 2147483646 w 225"/>
                <a:gd name="T27" fmla="*/ 2147483646 h 131"/>
                <a:gd name="T28" fmla="*/ 2147483646 w 225"/>
                <a:gd name="T29" fmla="*/ 2147483646 h 131"/>
                <a:gd name="T30" fmla="*/ 2147483646 w 225"/>
                <a:gd name="T31" fmla="*/ 2147483646 h 131"/>
                <a:gd name="T32" fmla="*/ 2147483646 w 225"/>
                <a:gd name="T33" fmla="*/ 2147483646 h 131"/>
                <a:gd name="T34" fmla="*/ 2147483646 w 225"/>
                <a:gd name="T35" fmla="*/ 2147483646 h 131"/>
                <a:gd name="T36" fmla="*/ 2147483646 w 225"/>
                <a:gd name="T37" fmla="*/ 2147483646 h 131"/>
                <a:gd name="T38" fmla="*/ 2147483646 w 225"/>
                <a:gd name="T39" fmla="*/ 2147483646 h 131"/>
                <a:gd name="T40" fmla="*/ 2147483646 w 225"/>
                <a:gd name="T41" fmla="*/ 2147483646 h 131"/>
                <a:gd name="T42" fmla="*/ 2147483646 w 225"/>
                <a:gd name="T43" fmla="*/ 2147483646 h 1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5" h="131">
                  <a:moveTo>
                    <a:pt x="1" y="102"/>
                  </a:moveTo>
                  <a:cubicBezTo>
                    <a:pt x="49" y="130"/>
                    <a:pt x="49" y="130"/>
                    <a:pt x="49" y="130"/>
                  </a:cubicBezTo>
                  <a:cubicBezTo>
                    <a:pt x="50" y="130"/>
                    <a:pt x="51" y="131"/>
                    <a:pt x="53" y="130"/>
                  </a:cubicBezTo>
                  <a:cubicBezTo>
                    <a:pt x="60" y="127"/>
                    <a:pt x="70" y="127"/>
                    <a:pt x="77" y="130"/>
                  </a:cubicBezTo>
                  <a:cubicBezTo>
                    <a:pt x="78" y="130"/>
                    <a:pt x="80" y="130"/>
                    <a:pt x="81" y="130"/>
                  </a:cubicBezTo>
                  <a:cubicBezTo>
                    <a:pt x="224" y="47"/>
                    <a:pt x="224" y="47"/>
                    <a:pt x="224" y="47"/>
                  </a:cubicBezTo>
                  <a:cubicBezTo>
                    <a:pt x="225" y="47"/>
                    <a:pt x="225" y="46"/>
                    <a:pt x="224" y="45"/>
                  </a:cubicBezTo>
                  <a:cubicBezTo>
                    <a:pt x="219" y="41"/>
                    <a:pt x="219" y="35"/>
                    <a:pt x="224" y="31"/>
                  </a:cubicBezTo>
                  <a:cubicBezTo>
                    <a:pt x="225" y="30"/>
                    <a:pt x="225" y="29"/>
                    <a:pt x="224" y="29"/>
                  </a:cubicBezTo>
                  <a:cubicBezTo>
                    <a:pt x="176" y="1"/>
                    <a:pt x="176" y="1"/>
                    <a:pt x="176" y="1"/>
                  </a:cubicBezTo>
                  <a:cubicBezTo>
                    <a:pt x="175" y="0"/>
                    <a:pt x="174" y="0"/>
                    <a:pt x="172" y="1"/>
                  </a:cubicBezTo>
                  <a:cubicBezTo>
                    <a:pt x="165" y="4"/>
                    <a:pt x="155" y="4"/>
                    <a:pt x="148" y="1"/>
                  </a:cubicBezTo>
                  <a:cubicBezTo>
                    <a:pt x="147" y="0"/>
                    <a:pt x="145" y="0"/>
                    <a:pt x="144" y="1"/>
                  </a:cubicBezTo>
                  <a:cubicBezTo>
                    <a:pt x="2" y="83"/>
                    <a:pt x="2" y="83"/>
                    <a:pt x="2" y="83"/>
                  </a:cubicBezTo>
                  <a:cubicBezTo>
                    <a:pt x="0" y="84"/>
                    <a:pt x="0" y="85"/>
                    <a:pt x="1" y="86"/>
                  </a:cubicBezTo>
                  <a:cubicBezTo>
                    <a:pt x="6" y="90"/>
                    <a:pt x="6" y="96"/>
                    <a:pt x="1" y="100"/>
                  </a:cubicBezTo>
                  <a:cubicBezTo>
                    <a:pt x="0" y="101"/>
                    <a:pt x="0" y="101"/>
                    <a:pt x="1" y="102"/>
                  </a:cubicBezTo>
                  <a:close/>
                  <a:moveTo>
                    <a:pt x="82" y="48"/>
                  </a:moveTo>
                  <a:cubicBezTo>
                    <a:pt x="99" y="38"/>
                    <a:pt x="126" y="38"/>
                    <a:pt x="143" y="48"/>
                  </a:cubicBezTo>
                  <a:cubicBezTo>
                    <a:pt x="160" y="57"/>
                    <a:pt x="160" y="73"/>
                    <a:pt x="143" y="83"/>
                  </a:cubicBezTo>
                  <a:cubicBezTo>
                    <a:pt x="126" y="93"/>
                    <a:pt x="99" y="93"/>
                    <a:pt x="82" y="83"/>
                  </a:cubicBezTo>
                  <a:cubicBezTo>
                    <a:pt x="65" y="73"/>
                    <a:pt x="65" y="57"/>
                    <a:pt x="82" y="48"/>
                  </a:cubicBezTo>
                  <a:close/>
                </a:path>
              </a:pathLst>
            </a:custGeom>
            <a:solidFill>
              <a:srgbClr val="7CB53E"/>
            </a:solidFill>
            <a:ln>
              <a:noFill/>
            </a:ln>
          </p:spPr>
          <p:txBody>
            <a:bodyPr anchor="ctr"/>
            <a:lstStyle/>
            <a:p>
              <a:endParaRPr lang="zh-CN" altLang="en-US"/>
            </a:p>
          </p:txBody>
        </p:sp>
        <p:sp>
          <p:nvSpPr>
            <p:cNvPr id="1049444" name="íṡlíḍê"/>
            <p:cNvSpPr/>
            <p:nvPr>
              <p:custDataLst>
                <p:tags r:id="rId134"/>
              </p:custDataLst>
            </p:nvPr>
          </p:nvSpPr>
          <p:spPr bwMode="auto">
            <a:xfrm>
              <a:off x="5852040" y="3052658"/>
              <a:ext cx="221267" cy="121035"/>
            </a:xfrm>
            <a:custGeom>
              <a:avLst/>
              <a:gdLst>
                <a:gd name="T0" fmla="*/ 2147483646 w 35"/>
                <a:gd name="T1" fmla="*/ 2147483646 h 19"/>
                <a:gd name="T2" fmla="*/ 2147483646 w 35"/>
                <a:gd name="T3" fmla="*/ 2147483646 h 19"/>
                <a:gd name="T4" fmla="*/ 2147483646 w 35"/>
                <a:gd name="T5" fmla="*/ 2147483646 h 19"/>
                <a:gd name="T6" fmla="*/ 2147483646 w 35"/>
                <a:gd name="T7" fmla="*/ 2147483646 h 19"/>
                <a:gd name="T8" fmla="*/ 2147483646 w 35"/>
                <a:gd name="T9" fmla="*/ 2147483646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9">
                  <a:moveTo>
                    <a:pt x="7" y="3"/>
                  </a:moveTo>
                  <a:cubicBezTo>
                    <a:pt x="13" y="0"/>
                    <a:pt x="23" y="0"/>
                    <a:pt x="29" y="3"/>
                  </a:cubicBezTo>
                  <a:cubicBezTo>
                    <a:pt x="35" y="7"/>
                    <a:pt x="35" y="12"/>
                    <a:pt x="29" y="16"/>
                  </a:cubicBezTo>
                  <a:cubicBezTo>
                    <a:pt x="23" y="19"/>
                    <a:pt x="13" y="19"/>
                    <a:pt x="7" y="16"/>
                  </a:cubicBezTo>
                  <a:cubicBezTo>
                    <a:pt x="0" y="12"/>
                    <a:pt x="0" y="7"/>
                    <a:pt x="7" y="3"/>
                  </a:cubicBezTo>
                  <a:close/>
                </a:path>
              </a:pathLst>
            </a:custGeom>
            <a:solidFill>
              <a:srgbClr val="E3F5D0"/>
            </a:solidFill>
            <a:ln>
              <a:noFill/>
            </a:ln>
          </p:spPr>
          <p:txBody>
            <a:bodyPr anchor="ctr"/>
            <a:lstStyle/>
            <a:p>
              <a:endParaRPr lang="zh-CN" altLang="en-US"/>
            </a:p>
          </p:txBody>
        </p:sp>
        <p:sp>
          <p:nvSpPr>
            <p:cNvPr id="1049445" name="íṧľîďé"/>
            <p:cNvSpPr/>
            <p:nvPr>
              <p:custDataLst>
                <p:tags r:id="rId135"/>
              </p:custDataLst>
            </p:nvPr>
          </p:nvSpPr>
          <p:spPr bwMode="auto">
            <a:xfrm>
              <a:off x="6623635" y="2604452"/>
              <a:ext cx="223157" cy="126709"/>
            </a:xfrm>
            <a:custGeom>
              <a:avLst/>
              <a:gdLst>
                <a:gd name="T0" fmla="*/ 2147483646 w 35"/>
                <a:gd name="T1" fmla="*/ 2147483646 h 20"/>
                <a:gd name="T2" fmla="*/ 2147483646 w 35"/>
                <a:gd name="T3" fmla="*/ 2147483646 h 20"/>
                <a:gd name="T4" fmla="*/ 2147483646 w 35"/>
                <a:gd name="T5" fmla="*/ 2147483646 h 20"/>
                <a:gd name="T6" fmla="*/ 2147483646 w 35"/>
                <a:gd name="T7" fmla="*/ 2147483646 h 20"/>
                <a:gd name="T8" fmla="*/ 2147483646 w 35"/>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0">
                  <a:moveTo>
                    <a:pt x="6" y="4"/>
                  </a:moveTo>
                  <a:cubicBezTo>
                    <a:pt x="13" y="0"/>
                    <a:pt x="22" y="0"/>
                    <a:pt x="29" y="4"/>
                  </a:cubicBezTo>
                  <a:cubicBezTo>
                    <a:pt x="35" y="7"/>
                    <a:pt x="35" y="13"/>
                    <a:pt x="28" y="17"/>
                  </a:cubicBezTo>
                  <a:cubicBezTo>
                    <a:pt x="22" y="20"/>
                    <a:pt x="12" y="20"/>
                    <a:pt x="6" y="17"/>
                  </a:cubicBezTo>
                  <a:cubicBezTo>
                    <a:pt x="0" y="13"/>
                    <a:pt x="0" y="7"/>
                    <a:pt x="6" y="4"/>
                  </a:cubicBezTo>
                  <a:close/>
                </a:path>
              </a:pathLst>
            </a:custGeom>
            <a:solidFill>
              <a:srgbClr val="E3F5D0"/>
            </a:solidFill>
            <a:ln>
              <a:noFill/>
            </a:ln>
          </p:spPr>
          <p:txBody>
            <a:bodyPr anchor="ctr"/>
            <a:lstStyle/>
            <a:p>
              <a:endParaRPr lang="zh-CN" altLang="en-US"/>
            </a:p>
          </p:txBody>
        </p:sp>
        <p:sp>
          <p:nvSpPr>
            <p:cNvPr id="1049446" name="i$lîdé"/>
            <p:cNvSpPr/>
            <p:nvPr>
              <p:custDataLst>
                <p:tags r:id="rId136"/>
              </p:custDataLst>
            </p:nvPr>
          </p:nvSpPr>
          <p:spPr bwMode="auto">
            <a:xfrm>
              <a:off x="6213253" y="2793568"/>
              <a:ext cx="272328" cy="170205"/>
            </a:xfrm>
            <a:custGeom>
              <a:avLst/>
              <a:gdLst>
                <a:gd name="T0" fmla="*/ 2147483646 w 43"/>
                <a:gd name="T1" fmla="*/ 2147483646 h 27"/>
                <a:gd name="T2" fmla="*/ 2147483646 w 43"/>
                <a:gd name="T3" fmla="*/ 2147483646 h 27"/>
                <a:gd name="T4" fmla="*/ 2147483646 w 43"/>
                <a:gd name="T5" fmla="*/ 2147483646 h 27"/>
                <a:gd name="T6" fmla="*/ 2147483646 w 43"/>
                <a:gd name="T7" fmla="*/ 2147483646 h 27"/>
                <a:gd name="T8" fmla="*/ 2147483646 w 43"/>
                <a:gd name="T9" fmla="*/ 2147483646 h 27"/>
                <a:gd name="T10" fmla="*/ 2147483646 w 43"/>
                <a:gd name="T11" fmla="*/ 2147483646 h 27"/>
                <a:gd name="T12" fmla="*/ 2147483646 w 43"/>
                <a:gd name="T13" fmla="*/ 0 h 27"/>
                <a:gd name="T14" fmla="*/ 2147483646 w 43"/>
                <a:gd name="T15" fmla="*/ 2147483646 h 27"/>
                <a:gd name="T16" fmla="*/ 2147483646 w 43"/>
                <a:gd name="T17" fmla="*/ 2147483646 h 27"/>
                <a:gd name="T18" fmla="*/ 2147483646 w 43"/>
                <a:gd name="T19" fmla="*/ 2147483646 h 27"/>
                <a:gd name="T20" fmla="*/ 2147483646 w 43"/>
                <a:gd name="T21" fmla="*/ 2147483646 h 27"/>
                <a:gd name="T22" fmla="*/ 2147483646 w 43"/>
                <a:gd name="T23" fmla="*/ 2147483646 h 27"/>
                <a:gd name="T24" fmla="*/ 2147483646 w 43"/>
                <a:gd name="T25" fmla="*/ 2147483646 h 27"/>
                <a:gd name="T26" fmla="*/ 2147483646 w 43"/>
                <a:gd name="T27" fmla="*/ 2147483646 h 27"/>
                <a:gd name="T28" fmla="*/ 2147483646 w 43"/>
                <a:gd name="T29" fmla="*/ 2147483646 h 27"/>
                <a:gd name="T30" fmla="*/ 2147483646 w 43"/>
                <a:gd name="T31" fmla="*/ 2147483646 h 27"/>
                <a:gd name="T32" fmla="*/ 2147483646 w 43"/>
                <a:gd name="T33" fmla="*/ 2147483646 h 27"/>
                <a:gd name="T34" fmla="*/ 2147483646 w 43"/>
                <a:gd name="T35" fmla="*/ 2147483646 h 27"/>
                <a:gd name="T36" fmla="*/ 2147483646 w 43"/>
                <a:gd name="T37" fmla="*/ 2147483646 h 27"/>
                <a:gd name="T38" fmla="*/ 2147483646 w 43"/>
                <a:gd name="T39" fmla="*/ 2147483646 h 27"/>
                <a:gd name="T40" fmla="*/ 2147483646 w 43"/>
                <a:gd name="T41" fmla="*/ 2147483646 h 27"/>
                <a:gd name="T42" fmla="*/ 2147483646 w 43"/>
                <a:gd name="T43" fmla="*/ 2147483646 h 27"/>
                <a:gd name="T44" fmla="*/ 2147483646 w 43"/>
                <a:gd name="T45" fmla="*/ 2147483646 h 27"/>
                <a:gd name="T46" fmla="*/ 2147483646 w 43"/>
                <a:gd name="T47" fmla="*/ 2147483646 h 27"/>
                <a:gd name="T48" fmla="*/ 2147483646 w 43"/>
                <a:gd name="T49" fmla="*/ 2147483646 h 27"/>
                <a:gd name="T50" fmla="*/ 2147483646 w 43"/>
                <a:gd name="T51" fmla="*/ 2147483646 h 27"/>
                <a:gd name="T52" fmla="*/ 2147483646 w 43"/>
                <a:gd name="T53" fmla="*/ 2147483646 h 27"/>
                <a:gd name="T54" fmla="*/ 2147483646 w 43"/>
                <a:gd name="T55" fmla="*/ 2147483646 h 2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3" h="27">
                  <a:moveTo>
                    <a:pt x="37" y="12"/>
                  </a:moveTo>
                  <a:cubicBezTo>
                    <a:pt x="32" y="9"/>
                    <a:pt x="29" y="9"/>
                    <a:pt x="21" y="11"/>
                  </a:cubicBezTo>
                  <a:cubicBezTo>
                    <a:pt x="15" y="7"/>
                    <a:pt x="15" y="7"/>
                    <a:pt x="15" y="7"/>
                  </a:cubicBezTo>
                  <a:cubicBezTo>
                    <a:pt x="18" y="5"/>
                    <a:pt x="21" y="4"/>
                    <a:pt x="21" y="4"/>
                  </a:cubicBezTo>
                  <a:cubicBezTo>
                    <a:pt x="17" y="1"/>
                    <a:pt x="17" y="1"/>
                    <a:pt x="17" y="1"/>
                  </a:cubicBezTo>
                  <a:cubicBezTo>
                    <a:pt x="17" y="1"/>
                    <a:pt x="14" y="2"/>
                    <a:pt x="11" y="4"/>
                  </a:cubicBezTo>
                  <a:cubicBezTo>
                    <a:pt x="6" y="0"/>
                    <a:pt x="6" y="0"/>
                    <a:pt x="6" y="0"/>
                  </a:cubicBezTo>
                  <a:cubicBezTo>
                    <a:pt x="3" y="2"/>
                    <a:pt x="3" y="2"/>
                    <a:pt x="3" y="2"/>
                  </a:cubicBezTo>
                  <a:cubicBezTo>
                    <a:pt x="8" y="5"/>
                    <a:pt x="8" y="5"/>
                    <a:pt x="8" y="5"/>
                  </a:cubicBezTo>
                  <a:cubicBezTo>
                    <a:pt x="7" y="6"/>
                    <a:pt x="7" y="6"/>
                    <a:pt x="7" y="6"/>
                  </a:cubicBezTo>
                  <a:cubicBezTo>
                    <a:pt x="1" y="9"/>
                    <a:pt x="0" y="13"/>
                    <a:pt x="6" y="16"/>
                  </a:cubicBezTo>
                  <a:cubicBezTo>
                    <a:pt x="10" y="19"/>
                    <a:pt x="15" y="19"/>
                    <a:pt x="22" y="16"/>
                  </a:cubicBezTo>
                  <a:cubicBezTo>
                    <a:pt x="29" y="21"/>
                    <a:pt x="29" y="21"/>
                    <a:pt x="29" y="21"/>
                  </a:cubicBezTo>
                  <a:cubicBezTo>
                    <a:pt x="26" y="22"/>
                    <a:pt x="22" y="24"/>
                    <a:pt x="22" y="24"/>
                  </a:cubicBezTo>
                  <a:cubicBezTo>
                    <a:pt x="26" y="27"/>
                    <a:pt x="26" y="27"/>
                    <a:pt x="26" y="27"/>
                  </a:cubicBezTo>
                  <a:cubicBezTo>
                    <a:pt x="26" y="27"/>
                    <a:pt x="29" y="26"/>
                    <a:pt x="33" y="24"/>
                  </a:cubicBezTo>
                  <a:cubicBezTo>
                    <a:pt x="37" y="27"/>
                    <a:pt x="37" y="27"/>
                    <a:pt x="37" y="27"/>
                  </a:cubicBezTo>
                  <a:cubicBezTo>
                    <a:pt x="41" y="26"/>
                    <a:pt x="41" y="26"/>
                    <a:pt x="41" y="26"/>
                  </a:cubicBezTo>
                  <a:cubicBezTo>
                    <a:pt x="36" y="22"/>
                    <a:pt x="36" y="22"/>
                    <a:pt x="36" y="22"/>
                  </a:cubicBezTo>
                  <a:cubicBezTo>
                    <a:pt x="42" y="19"/>
                    <a:pt x="43" y="15"/>
                    <a:pt x="37" y="12"/>
                  </a:cubicBezTo>
                  <a:close/>
                  <a:moveTo>
                    <a:pt x="11" y="13"/>
                  </a:moveTo>
                  <a:cubicBezTo>
                    <a:pt x="9" y="12"/>
                    <a:pt x="10" y="10"/>
                    <a:pt x="12" y="9"/>
                  </a:cubicBezTo>
                  <a:cubicBezTo>
                    <a:pt x="17" y="12"/>
                    <a:pt x="17" y="12"/>
                    <a:pt x="17" y="12"/>
                  </a:cubicBezTo>
                  <a:cubicBezTo>
                    <a:pt x="14" y="13"/>
                    <a:pt x="13" y="13"/>
                    <a:pt x="11" y="13"/>
                  </a:cubicBezTo>
                  <a:close/>
                  <a:moveTo>
                    <a:pt x="32" y="19"/>
                  </a:moveTo>
                  <a:cubicBezTo>
                    <a:pt x="26" y="15"/>
                    <a:pt x="26" y="15"/>
                    <a:pt x="26" y="15"/>
                  </a:cubicBezTo>
                  <a:cubicBezTo>
                    <a:pt x="29" y="14"/>
                    <a:pt x="30" y="14"/>
                    <a:pt x="32" y="15"/>
                  </a:cubicBezTo>
                  <a:cubicBezTo>
                    <a:pt x="34" y="16"/>
                    <a:pt x="34" y="18"/>
                    <a:pt x="32" y="19"/>
                  </a:cubicBezTo>
                  <a:close/>
                </a:path>
              </a:pathLst>
            </a:custGeom>
            <a:solidFill>
              <a:srgbClr val="7CB53E"/>
            </a:solidFill>
            <a:ln>
              <a:noFill/>
            </a:ln>
          </p:spPr>
          <p:txBody>
            <a:bodyPr anchor="ctr"/>
            <a:lstStyle/>
            <a:p>
              <a:endParaRPr lang="zh-CN" altLang="en-US"/>
            </a:p>
          </p:txBody>
        </p:sp>
        <p:sp>
          <p:nvSpPr>
            <p:cNvPr id="1049447" name="îšḻïḋé"/>
            <p:cNvSpPr/>
            <p:nvPr>
              <p:custDataLst>
                <p:tags r:id="rId137"/>
              </p:custDataLst>
            </p:nvPr>
          </p:nvSpPr>
          <p:spPr bwMode="auto">
            <a:xfrm>
              <a:off x="3815257" y="4089016"/>
              <a:ext cx="1859015" cy="854806"/>
            </a:xfrm>
            <a:custGeom>
              <a:avLst/>
              <a:gdLst>
                <a:gd name="T0" fmla="*/ 2147483646 w 294"/>
                <a:gd name="T1" fmla="*/ 0 h 135"/>
                <a:gd name="T2" fmla="*/ 2147483646 w 294"/>
                <a:gd name="T3" fmla="*/ 2147483646 h 135"/>
                <a:gd name="T4" fmla="*/ 2147483646 w 294"/>
                <a:gd name="T5" fmla="*/ 2147483646 h 135"/>
                <a:gd name="T6" fmla="*/ 2147483646 w 294"/>
                <a:gd name="T7" fmla="*/ 2147483646 h 135"/>
                <a:gd name="T8" fmla="*/ 2147483646 w 294"/>
                <a:gd name="T9" fmla="*/ 2147483646 h 135"/>
                <a:gd name="T10" fmla="*/ 2147483646 w 294"/>
                <a:gd name="T11" fmla="*/ 2147483646 h 135"/>
                <a:gd name="T12" fmla="*/ 0 w 294"/>
                <a:gd name="T13" fmla="*/ 2147483646 h 135"/>
                <a:gd name="T14" fmla="*/ 0 w 294"/>
                <a:gd name="T15" fmla="*/ 2147483646 h 135"/>
                <a:gd name="T16" fmla="*/ 2147483646 w 294"/>
                <a:gd name="T17" fmla="*/ 0 h 1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4" h="135">
                  <a:moveTo>
                    <a:pt x="294" y="0"/>
                  </a:moveTo>
                  <a:cubicBezTo>
                    <a:pt x="294" y="7"/>
                    <a:pt x="294" y="15"/>
                    <a:pt x="294" y="22"/>
                  </a:cubicBezTo>
                  <a:cubicBezTo>
                    <a:pt x="294" y="24"/>
                    <a:pt x="293" y="25"/>
                    <a:pt x="291" y="27"/>
                  </a:cubicBezTo>
                  <a:cubicBezTo>
                    <a:pt x="107" y="133"/>
                    <a:pt x="107" y="133"/>
                    <a:pt x="107" y="133"/>
                  </a:cubicBezTo>
                  <a:cubicBezTo>
                    <a:pt x="103" y="135"/>
                    <a:pt x="96" y="135"/>
                    <a:pt x="92" y="133"/>
                  </a:cubicBezTo>
                  <a:cubicBezTo>
                    <a:pt x="3" y="81"/>
                    <a:pt x="3" y="81"/>
                    <a:pt x="3" y="81"/>
                  </a:cubicBezTo>
                  <a:cubicBezTo>
                    <a:pt x="1" y="80"/>
                    <a:pt x="0" y="78"/>
                    <a:pt x="0" y="77"/>
                  </a:cubicBezTo>
                  <a:cubicBezTo>
                    <a:pt x="0" y="69"/>
                    <a:pt x="0" y="62"/>
                    <a:pt x="0" y="54"/>
                  </a:cubicBezTo>
                  <a:cubicBezTo>
                    <a:pt x="0" y="56"/>
                    <a:pt x="294" y="1"/>
                    <a:pt x="294" y="0"/>
                  </a:cubicBezTo>
                  <a:close/>
                </a:path>
              </a:pathLst>
            </a:custGeom>
            <a:solidFill>
              <a:srgbClr val="E3F5D0"/>
            </a:solidFill>
            <a:ln w="15875" cap="flat">
              <a:solidFill>
                <a:srgbClr val="7CB53E"/>
              </a:solidFill>
              <a:prstDash val="solid"/>
              <a:round/>
            </a:ln>
          </p:spPr>
          <p:txBody>
            <a:bodyPr anchor="ctr"/>
            <a:lstStyle/>
            <a:p>
              <a:endParaRPr lang="zh-CN" altLang="en-US"/>
            </a:p>
          </p:txBody>
        </p:sp>
        <p:sp>
          <p:nvSpPr>
            <p:cNvPr id="1049448" name="ï$ļide"/>
            <p:cNvSpPr/>
            <p:nvPr>
              <p:custDataLst>
                <p:tags r:id="rId138"/>
              </p:custDataLst>
            </p:nvPr>
          </p:nvSpPr>
          <p:spPr bwMode="auto">
            <a:xfrm>
              <a:off x="3807692" y="3716456"/>
              <a:ext cx="1874145" cy="1087420"/>
            </a:xfrm>
            <a:custGeom>
              <a:avLst/>
              <a:gdLst>
                <a:gd name="T0" fmla="*/ 2147483646 w 296"/>
                <a:gd name="T1" fmla="*/ 2147483646 h 172"/>
                <a:gd name="T2" fmla="*/ 2147483646 w 296"/>
                <a:gd name="T3" fmla="*/ 2147483646 h 172"/>
                <a:gd name="T4" fmla="*/ 2147483646 w 296"/>
                <a:gd name="T5" fmla="*/ 2147483646 h 172"/>
                <a:gd name="T6" fmla="*/ 2147483646 w 296"/>
                <a:gd name="T7" fmla="*/ 2147483646 h 172"/>
                <a:gd name="T8" fmla="*/ 2147483646 w 296"/>
                <a:gd name="T9" fmla="*/ 2147483646 h 172"/>
                <a:gd name="T10" fmla="*/ 2147483646 w 296"/>
                <a:gd name="T11" fmla="*/ 2147483646 h 172"/>
                <a:gd name="T12" fmla="*/ 2147483646 w 296"/>
                <a:gd name="T13" fmla="*/ 2147483646 h 172"/>
                <a:gd name="T14" fmla="*/ 2147483646 w 296"/>
                <a:gd name="T15" fmla="*/ 2147483646 h 172"/>
                <a:gd name="T16" fmla="*/ 2147483646 w 296"/>
                <a:gd name="T17" fmla="*/ 2147483646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6" h="172">
                  <a:moveTo>
                    <a:pt x="4" y="109"/>
                  </a:moveTo>
                  <a:cubicBezTo>
                    <a:pt x="188" y="3"/>
                    <a:pt x="188" y="3"/>
                    <a:pt x="188" y="3"/>
                  </a:cubicBezTo>
                  <a:cubicBezTo>
                    <a:pt x="192" y="0"/>
                    <a:pt x="199" y="0"/>
                    <a:pt x="203" y="3"/>
                  </a:cubicBezTo>
                  <a:cubicBezTo>
                    <a:pt x="292" y="54"/>
                    <a:pt x="292" y="54"/>
                    <a:pt x="292" y="54"/>
                  </a:cubicBezTo>
                  <a:cubicBezTo>
                    <a:pt x="296" y="57"/>
                    <a:pt x="296" y="61"/>
                    <a:pt x="292" y="63"/>
                  </a:cubicBezTo>
                  <a:cubicBezTo>
                    <a:pt x="108" y="169"/>
                    <a:pt x="108" y="169"/>
                    <a:pt x="108" y="169"/>
                  </a:cubicBezTo>
                  <a:cubicBezTo>
                    <a:pt x="104" y="172"/>
                    <a:pt x="97" y="172"/>
                    <a:pt x="93" y="169"/>
                  </a:cubicBezTo>
                  <a:cubicBezTo>
                    <a:pt x="4" y="118"/>
                    <a:pt x="4" y="118"/>
                    <a:pt x="4" y="118"/>
                  </a:cubicBezTo>
                  <a:cubicBezTo>
                    <a:pt x="0" y="115"/>
                    <a:pt x="0" y="111"/>
                    <a:pt x="4" y="109"/>
                  </a:cubicBezTo>
                  <a:close/>
                </a:path>
              </a:pathLst>
            </a:custGeom>
            <a:solidFill>
              <a:srgbClr val="FFFFFF"/>
            </a:solidFill>
            <a:ln w="15875" cap="flat">
              <a:solidFill>
                <a:srgbClr val="7CB53E"/>
              </a:solidFill>
              <a:prstDash val="solid"/>
              <a:round/>
            </a:ln>
          </p:spPr>
          <p:txBody>
            <a:bodyPr anchor="ctr"/>
            <a:lstStyle/>
            <a:p>
              <a:endParaRPr lang="zh-CN" altLang="en-US"/>
            </a:p>
          </p:txBody>
        </p:sp>
        <p:sp>
          <p:nvSpPr>
            <p:cNvPr id="1049449" name="isļíḓê"/>
            <p:cNvSpPr/>
            <p:nvPr>
              <p:custDataLst>
                <p:tags r:id="rId139"/>
              </p:custDataLst>
            </p:nvPr>
          </p:nvSpPr>
          <p:spPr bwMode="auto">
            <a:xfrm>
              <a:off x="4028958" y="3848838"/>
              <a:ext cx="1431612" cy="822657"/>
            </a:xfrm>
            <a:custGeom>
              <a:avLst/>
              <a:gdLst>
                <a:gd name="T0" fmla="*/ 2147483646 w 226"/>
                <a:gd name="T1" fmla="*/ 2147483646 h 130"/>
                <a:gd name="T2" fmla="*/ 2147483646 w 226"/>
                <a:gd name="T3" fmla="*/ 2147483646 h 130"/>
                <a:gd name="T4" fmla="*/ 2147483646 w 226"/>
                <a:gd name="T5" fmla="*/ 2147483646 h 130"/>
                <a:gd name="T6" fmla="*/ 2147483646 w 226"/>
                <a:gd name="T7" fmla="*/ 2147483646 h 130"/>
                <a:gd name="T8" fmla="*/ 2147483646 w 226"/>
                <a:gd name="T9" fmla="*/ 2147483646 h 130"/>
                <a:gd name="T10" fmla="*/ 2147483646 w 226"/>
                <a:gd name="T11" fmla="*/ 2147483646 h 130"/>
                <a:gd name="T12" fmla="*/ 2147483646 w 226"/>
                <a:gd name="T13" fmla="*/ 2147483646 h 130"/>
                <a:gd name="T14" fmla="*/ 2147483646 w 226"/>
                <a:gd name="T15" fmla="*/ 2147483646 h 130"/>
                <a:gd name="T16" fmla="*/ 2147483646 w 226"/>
                <a:gd name="T17" fmla="*/ 2147483646 h 130"/>
                <a:gd name="T18" fmla="*/ 2147483646 w 226"/>
                <a:gd name="T19" fmla="*/ 2147483646 h 130"/>
                <a:gd name="T20" fmla="*/ 2147483646 w 226"/>
                <a:gd name="T21" fmla="*/ 0 h 130"/>
                <a:gd name="T22" fmla="*/ 2147483646 w 226"/>
                <a:gd name="T23" fmla="*/ 0 h 130"/>
                <a:gd name="T24" fmla="*/ 2147483646 w 226"/>
                <a:gd name="T25" fmla="*/ 2147483646 h 130"/>
                <a:gd name="T26" fmla="*/ 2147483646 w 226"/>
                <a:gd name="T27" fmla="*/ 2147483646 h 130"/>
                <a:gd name="T28" fmla="*/ 2147483646 w 226"/>
                <a:gd name="T29" fmla="*/ 2147483646 h 130"/>
                <a:gd name="T30" fmla="*/ 2147483646 w 226"/>
                <a:gd name="T31" fmla="*/ 2147483646 h 130"/>
                <a:gd name="T32" fmla="*/ 2147483646 w 226"/>
                <a:gd name="T33" fmla="*/ 2147483646 h 130"/>
                <a:gd name="T34" fmla="*/ 2147483646 w 226"/>
                <a:gd name="T35" fmla="*/ 2147483646 h 130"/>
                <a:gd name="T36" fmla="*/ 2147483646 w 226"/>
                <a:gd name="T37" fmla="*/ 2147483646 h 130"/>
                <a:gd name="T38" fmla="*/ 2147483646 w 226"/>
                <a:gd name="T39" fmla="*/ 2147483646 h 130"/>
                <a:gd name="T40" fmla="*/ 2147483646 w 226"/>
                <a:gd name="T41" fmla="*/ 2147483646 h 130"/>
                <a:gd name="T42" fmla="*/ 2147483646 w 226"/>
                <a:gd name="T43" fmla="*/ 2147483646 h 1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 h="130">
                  <a:moveTo>
                    <a:pt x="2" y="102"/>
                  </a:moveTo>
                  <a:cubicBezTo>
                    <a:pt x="49" y="129"/>
                    <a:pt x="49" y="129"/>
                    <a:pt x="49" y="129"/>
                  </a:cubicBezTo>
                  <a:cubicBezTo>
                    <a:pt x="50" y="130"/>
                    <a:pt x="51" y="130"/>
                    <a:pt x="53" y="129"/>
                  </a:cubicBezTo>
                  <a:cubicBezTo>
                    <a:pt x="60" y="126"/>
                    <a:pt x="70" y="126"/>
                    <a:pt x="77" y="129"/>
                  </a:cubicBezTo>
                  <a:cubicBezTo>
                    <a:pt x="79" y="130"/>
                    <a:pt x="80" y="130"/>
                    <a:pt x="82" y="129"/>
                  </a:cubicBezTo>
                  <a:cubicBezTo>
                    <a:pt x="224" y="47"/>
                    <a:pt x="224" y="47"/>
                    <a:pt x="224" y="47"/>
                  </a:cubicBezTo>
                  <a:cubicBezTo>
                    <a:pt x="225" y="46"/>
                    <a:pt x="225" y="45"/>
                    <a:pt x="224" y="45"/>
                  </a:cubicBezTo>
                  <a:cubicBezTo>
                    <a:pt x="219" y="40"/>
                    <a:pt x="219" y="35"/>
                    <a:pt x="224" y="31"/>
                  </a:cubicBezTo>
                  <a:cubicBezTo>
                    <a:pt x="226" y="29"/>
                    <a:pt x="225" y="29"/>
                    <a:pt x="224" y="28"/>
                  </a:cubicBezTo>
                  <a:cubicBezTo>
                    <a:pt x="177" y="1"/>
                    <a:pt x="177" y="1"/>
                    <a:pt x="177" y="1"/>
                  </a:cubicBezTo>
                  <a:cubicBezTo>
                    <a:pt x="175" y="0"/>
                    <a:pt x="174" y="0"/>
                    <a:pt x="172" y="0"/>
                  </a:cubicBezTo>
                  <a:cubicBezTo>
                    <a:pt x="165" y="4"/>
                    <a:pt x="155" y="4"/>
                    <a:pt x="148" y="0"/>
                  </a:cubicBezTo>
                  <a:cubicBezTo>
                    <a:pt x="147" y="0"/>
                    <a:pt x="145" y="0"/>
                    <a:pt x="144" y="1"/>
                  </a:cubicBezTo>
                  <a:cubicBezTo>
                    <a:pt x="2" y="83"/>
                    <a:pt x="2" y="83"/>
                    <a:pt x="2" y="83"/>
                  </a:cubicBezTo>
                  <a:cubicBezTo>
                    <a:pt x="1" y="84"/>
                    <a:pt x="0" y="84"/>
                    <a:pt x="1" y="85"/>
                  </a:cubicBezTo>
                  <a:cubicBezTo>
                    <a:pt x="7" y="89"/>
                    <a:pt x="7" y="95"/>
                    <a:pt x="1" y="99"/>
                  </a:cubicBezTo>
                  <a:cubicBezTo>
                    <a:pt x="0" y="100"/>
                    <a:pt x="0" y="101"/>
                    <a:pt x="2" y="102"/>
                  </a:cubicBezTo>
                  <a:close/>
                  <a:moveTo>
                    <a:pt x="82" y="47"/>
                  </a:moveTo>
                  <a:cubicBezTo>
                    <a:pt x="99" y="37"/>
                    <a:pt x="127" y="37"/>
                    <a:pt x="143" y="47"/>
                  </a:cubicBezTo>
                  <a:cubicBezTo>
                    <a:pt x="160" y="57"/>
                    <a:pt x="160" y="73"/>
                    <a:pt x="143" y="83"/>
                  </a:cubicBezTo>
                  <a:cubicBezTo>
                    <a:pt x="126" y="92"/>
                    <a:pt x="99" y="92"/>
                    <a:pt x="82" y="83"/>
                  </a:cubicBezTo>
                  <a:cubicBezTo>
                    <a:pt x="65" y="73"/>
                    <a:pt x="66" y="57"/>
                    <a:pt x="82" y="47"/>
                  </a:cubicBezTo>
                  <a:close/>
                </a:path>
              </a:pathLst>
            </a:custGeom>
            <a:solidFill>
              <a:srgbClr val="7CB53E"/>
            </a:solidFill>
            <a:ln>
              <a:noFill/>
            </a:ln>
          </p:spPr>
          <p:txBody>
            <a:bodyPr anchor="ctr"/>
            <a:lstStyle/>
            <a:p>
              <a:endParaRPr lang="zh-CN" altLang="en-US"/>
            </a:p>
          </p:txBody>
        </p:sp>
        <p:sp>
          <p:nvSpPr>
            <p:cNvPr id="1049450" name="išľîďé"/>
            <p:cNvSpPr/>
            <p:nvPr>
              <p:custDataLst>
                <p:tags r:id="rId140"/>
              </p:custDataLst>
            </p:nvPr>
          </p:nvSpPr>
          <p:spPr bwMode="auto">
            <a:xfrm>
              <a:off x="4252115" y="4418079"/>
              <a:ext cx="213702" cy="126709"/>
            </a:xfrm>
            <a:custGeom>
              <a:avLst/>
              <a:gdLst>
                <a:gd name="T0" fmla="*/ 2147483646 w 34"/>
                <a:gd name="T1" fmla="*/ 2147483646 h 20"/>
                <a:gd name="T2" fmla="*/ 2147483646 w 34"/>
                <a:gd name="T3" fmla="*/ 2147483646 h 20"/>
                <a:gd name="T4" fmla="*/ 2147483646 w 34"/>
                <a:gd name="T5" fmla="*/ 2147483646 h 20"/>
                <a:gd name="T6" fmla="*/ 2147483646 w 34"/>
                <a:gd name="T7" fmla="*/ 2147483646 h 20"/>
                <a:gd name="T8" fmla="*/ 2147483646 w 3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6" y="4"/>
                  </a:moveTo>
                  <a:cubicBezTo>
                    <a:pt x="12" y="0"/>
                    <a:pt x="22" y="0"/>
                    <a:pt x="28" y="4"/>
                  </a:cubicBezTo>
                  <a:cubicBezTo>
                    <a:pt x="34" y="7"/>
                    <a:pt x="34" y="13"/>
                    <a:pt x="28" y="16"/>
                  </a:cubicBezTo>
                  <a:cubicBezTo>
                    <a:pt x="22" y="20"/>
                    <a:pt x="12" y="20"/>
                    <a:pt x="6" y="16"/>
                  </a:cubicBezTo>
                  <a:cubicBezTo>
                    <a:pt x="0" y="13"/>
                    <a:pt x="0" y="7"/>
                    <a:pt x="6" y="4"/>
                  </a:cubicBezTo>
                  <a:close/>
                </a:path>
              </a:pathLst>
            </a:custGeom>
            <a:solidFill>
              <a:srgbClr val="E3F5D0"/>
            </a:solidFill>
            <a:ln>
              <a:noFill/>
            </a:ln>
          </p:spPr>
          <p:txBody>
            <a:bodyPr anchor="ctr"/>
            <a:lstStyle/>
            <a:p>
              <a:endParaRPr lang="zh-CN" altLang="en-US"/>
            </a:p>
          </p:txBody>
        </p:sp>
        <p:sp>
          <p:nvSpPr>
            <p:cNvPr id="1049451" name="îṣļîḍé"/>
            <p:cNvSpPr/>
            <p:nvPr>
              <p:custDataLst>
                <p:tags r:id="rId141"/>
              </p:custDataLst>
            </p:nvPr>
          </p:nvSpPr>
          <p:spPr bwMode="auto">
            <a:xfrm>
              <a:off x="5023710" y="3975547"/>
              <a:ext cx="215593" cy="126709"/>
            </a:xfrm>
            <a:custGeom>
              <a:avLst/>
              <a:gdLst>
                <a:gd name="T0" fmla="*/ 2147483646 w 34"/>
                <a:gd name="T1" fmla="*/ 2147483646 h 20"/>
                <a:gd name="T2" fmla="*/ 2147483646 w 34"/>
                <a:gd name="T3" fmla="*/ 2147483646 h 20"/>
                <a:gd name="T4" fmla="*/ 2147483646 w 34"/>
                <a:gd name="T5" fmla="*/ 2147483646 h 20"/>
                <a:gd name="T6" fmla="*/ 2147483646 w 34"/>
                <a:gd name="T7" fmla="*/ 2147483646 h 20"/>
                <a:gd name="T8" fmla="*/ 2147483646 w 3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6" y="3"/>
                  </a:moveTo>
                  <a:cubicBezTo>
                    <a:pt x="12" y="0"/>
                    <a:pt x="22" y="0"/>
                    <a:pt x="28" y="3"/>
                  </a:cubicBezTo>
                  <a:cubicBezTo>
                    <a:pt x="34" y="7"/>
                    <a:pt x="34" y="13"/>
                    <a:pt x="28" y="16"/>
                  </a:cubicBezTo>
                  <a:cubicBezTo>
                    <a:pt x="22" y="20"/>
                    <a:pt x="12" y="20"/>
                    <a:pt x="6" y="16"/>
                  </a:cubicBezTo>
                  <a:cubicBezTo>
                    <a:pt x="0" y="13"/>
                    <a:pt x="0" y="7"/>
                    <a:pt x="6" y="3"/>
                  </a:cubicBezTo>
                  <a:close/>
                </a:path>
              </a:pathLst>
            </a:custGeom>
            <a:solidFill>
              <a:srgbClr val="E3F5D0"/>
            </a:solidFill>
            <a:ln>
              <a:noFill/>
            </a:ln>
          </p:spPr>
          <p:txBody>
            <a:bodyPr anchor="ctr"/>
            <a:lstStyle/>
            <a:p>
              <a:endParaRPr lang="zh-CN" altLang="en-US"/>
            </a:p>
          </p:txBody>
        </p:sp>
        <p:sp>
          <p:nvSpPr>
            <p:cNvPr id="1049452" name="îṡļîḑè"/>
            <p:cNvSpPr/>
            <p:nvPr>
              <p:custDataLst>
                <p:tags r:id="rId142"/>
              </p:custDataLst>
            </p:nvPr>
          </p:nvSpPr>
          <p:spPr bwMode="auto">
            <a:xfrm>
              <a:off x="4605763" y="4158989"/>
              <a:ext cx="272328" cy="177769"/>
            </a:xfrm>
            <a:custGeom>
              <a:avLst/>
              <a:gdLst>
                <a:gd name="T0" fmla="*/ 2147483646 w 43"/>
                <a:gd name="T1" fmla="*/ 2147483646 h 28"/>
                <a:gd name="T2" fmla="*/ 2147483646 w 43"/>
                <a:gd name="T3" fmla="*/ 2147483646 h 28"/>
                <a:gd name="T4" fmla="*/ 2147483646 w 43"/>
                <a:gd name="T5" fmla="*/ 2147483646 h 28"/>
                <a:gd name="T6" fmla="*/ 2147483646 w 43"/>
                <a:gd name="T7" fmla="*/ 2147483646 h 28"/>
                <a:gd name="T8" fmla="*/ 2147483646 w 43"/>
                <a:gd name="T9" fmla="*/ 2147483646 h 28"/>
                <a:gd name="T10" fmla="*/ 2147483646 w 43"/>
                <a:gd name="T11" fmla="*/ 2147483646 h 28"/>
                <a:gd name="T12" fmla="*/ 2147483646 w 43"/>
                <a:gd name="T13" fmla="*/ 0 h 28"/>
                <a:gd name="T14" fmla="*/ 2147483646 w 43"/>
                <a:gd name="T15" fmla="*/ 2147483646 h 28"/>
                <a:gd name="T16" fmla="*/ 2147483646 w 43"/>
                <a:gd name="T17" fmla="*/ 2147483646 h 28"/>
                <a:gd name="T18" fmla="*/ 2147483646 w 43"/>
                <a:gd name="T19" fmla="*/ 2147483646 h 28"/>
                <a:gd name="T20" fmla="*/ 2147483646 w 43"/>
                <a:gd name="T21" fmla="*/ 2147483646 h 28"/>
                <a:gd name="T22" fmla="*/ 2147483646 w 43"/>
                <a:gd name="T23" fmla="*/ 2147483646 h 28"/>
                <a:gd name="T24" fmla="*/ 2147483646 w 43"/>
                <a:gd name="T25" fmla="*/ 2147483646 h 28"/>
                <a:gd name="T26" fmla="*/ 2147483646 w 43"/>
                <a:gd name="T27" fmla="*/ 2147483646 h 28"/>
                <a:gd name="T28" fmla="*/ 2147483646 w 43"/>
                <a:gd name="T29" fmla="*/ 2147483646 h 28"/>
                <a:gd name="T30" fmla="*/ 2147483646 w 43"/>
                <a:gd name="T31" fmla="*/ 2147483646 h 28"/>
                <a:gd name="T32" fmla="*/ 2147483646 w 43"/>
                <a:gd name="T33" fmla="*/ 2147483646 h 28"/>
                <a:gd name="T34" fmla="*/ 2147483646 w 43"/>
                <a:gd name="T35" fmla="*/ 2147483646 h 28"/>
                <a:gd name="T36" fmla="*/ 2147483646 w 43"/>
                <a:gd name="T37" fmla="*/ 2147483646 h 28"/>
                <a:gd name="T38" fmla="*/ 2147483646 w 43"/>
                <a:gd name="T39" fmla="*/ 2147483646 h 28"/>
                <a:gd name="T40" fmla="*/ 2147483646 w 43"/>
                <a:gd name="T41" fmla="*/ 2147483646 h 28"/>
                <a:gd name="T42" fmla="*/ 2147483646 w 43"/>
                <a:gd name="T43" fmla="*/ 2147483646 h 28"/>
                <a:gd name="T44" fmla="*/ 2147483646 w 43"/>
                <a:gd name="T45" fmla="*/ 2147483646 h 28"/>
                <a:gd name="T46" fmla="*/ 2147483646 w 43"/>
                <a:gd name="T47" fmla="*/ 2147483646 h 28"/>
                <a:gd name="T48" fmla="*/ 2147483646 w 43"/>
                <a:gd name="T49" fmla="*/ 2147483646 h 28"/>
                <a:gd name="T50" fmla="*/ 2147483646 w 43"/>
                <a:gd name="T51" fmla="*/ 2147483646 h 28"/>
                <a:gd name="T52" fmla="*/ 2147483646 w 43"/>
                <a:gd name="T53" fmla="*/ 2147483646 h 28"/>
                <a:gd name="T54" fmla="*/ 2147483646 w 43"/>
                <a:gd name="T55" fmla="*/ 2147483646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3" h="28">
                  <a:moveTo>
                    <a:pt x="37" y="12"/>
                  </a:moveTo>
                  <a:cubicBezTo>
                    <a:pt x="33" y="10"/>
                    <a:pt x="29" y="10"/>
                    <a:pt x="21" y="12"/>
                  </a:cubicBezTo>
                  <a:cubicBezTo>
                    <a:pt x="16" y="7"/>
                    <a:pt x="16" y="7"/>
                    <a:pt x="16" y="7"/>
                  </a:cubicBezTo>
                  <a:cubicBezTo>
                    <a:pt x="18" y="6"/>
                    <a:pt x="22" y="5"/>
                    <a:pt x="22" y="4"/>
                  </a:cubicBezTo>
                  <a:cubicBezTo>
                    <a:pt x="18" y="2"/>
                    <a:pt x="18" y="2"/>
                    <a:pt x="18" y="2"/>
                  </a:cubicBezTo>
                  <a:cubicBezTo>
                    <a:pt x="18" y="2"/>
                    <a:pt x="14" y="3"/>
                    <a:pt x="11" y="4"/>
                  </a:cubicBezTo>
                  <a:cubicBezTo>
                    <a:pt x="6" y="0"/>
                    <a:pt x="6" y="0"/>
                    <a:pt x="6" y="0"/>
                  </a:cubicBezTo>
                  <a:cubicBezTo>
                    <a:pt x="3" y="2"/>
                    <a:pt x="3" y="2"/>
                    <a:pt x="3" y="2"/>
                  </a:cubicBezTo>
                  <a:cubicBezTo>
                    <a:pt x="8" y="6"/>
                    <a:pt x="8" y="6"/>
                    <a:pt x="8" y="6"/>
                  </a:cubicBezTo>
                  <a:cubicBezTo>
                    <a:pt x="7" y="6"/>
                    <a:pt x="7" y="6"/>
                    <a:pt x="7" y="6"/>
                  </a:cubicBezTo>
                  <a:cubicBezTo>
                    <a:pt x="2" y="10"/>
                    <a:pt x="0" y="13"/>
                    <a:pt x="6" y="17"/>
                  </a:cubicBezTo>
                  <a:cubicBezTo>
                    <a:pt x="11" y="19"/>
                    <a:pt x="15" y="19"/>
                    <a:pt x="22" y="17"/>
                  </a:cubicBezTo>
                  <a:cubicBezTo>
                    <a:pt x="29" y="22"/>
                    <a:pt x="29" y="22"/>
                    <a:pt x="29" y="22"/>
                  </a:cubicBezTo>
                  <a:cubicBezTo>
                    <a:pt x="26" y="23"/>
                    <a:pt x="22" y="25"/>
                    <a:pt x="22" y="25"/>
                  </a:cubicBezTo>
                  <a:cubicBezTo>
                    <a:pt x="26" y="28"/>
                    <a:pt x="26" y="28"/>
                    <a:pt x="26" y="28"/>
                  </a:cubicBezTo>
                  <a:cubicBezTo>
                    <a:pt x="26" y="28"/>
                    <a:pt x="30" y="26"/>
                    <a:pt x="33" y="25"/>
                  </a:cubicBezTo>
                  <a:cubicBezTo>
                    <a:pt x="37" y="28"/>
                    <a:pt x="37" y="28"/>
                    <a:pt x="37" y="28"/>
                  </a:cubicBezTo>
                  <a:cubicBezTo>
                    <a:pt x="41" y="26"/>
                    <a:pt x="41" y="26"/>
                    <a:pt x="41" y="26"/>
                  </a:cubicBezTo>
                  <a:cubicBezTo>
                    <a:pt x="37" y="23"/>
                    <a:pt x="37" y="23"/>
                    <a:pt x="37" y="23"/>
                  </a:cubicBezTo>
                  <a:cubicBezTo>
                    <a:pt x="42" y="20"/>
                    <a:pt x="43" y="16"/>
                    <a:pt x="37" y="12"/>
                  </a:cubicBezTo>
                  <a:close/>
                  <a:moveTo>
                    <a:pt x="11" y="13"/>
                  </a:moveTo>
                  <a:cubicBezTo>
                    <a:pt x="10" y="12"/>
                    <a:pt x="10" y="11"/>
                    <a:pt x="12" y="9"/>
                  </a:cubicBezTo>
                  <a:cubicBezTo>
                    <a:pt x="17" y="13"/>
                    <a:pt x="17" y="13"/>
                    <a:pt x="17" y="13"/>
                  </a:cubicBezTo>
                  <a:cubicBezTo>
                    <a:pt x="14" y="14"/>
                    <a:pt x="13" y="14"/>
                    <a:pt x="11" y="13"/>
                  </a:cubicBezTo>
                  <a:close/>
                  <a:moveTo>
                    <a:pt x="32" y="20"/>
                  </a:moveTo>
                  <a:cubicBezTo>
                    <a:pt x="26" y="15"/>
                    <a:pt x="26" y="15"/>
                    <a:pt x="26" y="15"/>
                  </a:cubicBezTo>
                  <a:cubicBezTo>
                    <a:pt x="29" y="15"/>
                    <a:pt x="31" y="15"/>
                    <a:pt x="32" y="16"/>
                  </a:cubicBezTo>
                  <a:cubicBezTo>
                    <a:pt x="34" y="17"/>
                    <a:pt x="34" y="18"/>
                    <a:pt x="32" y="20"/>
                  </a:cubicBezTo>
                  <a:close/>
                </a:path>
              </a:pathLst>
            </a:custGeom>
            <a:solidFill>
              <a:srgbClr val="7CB53E"/>
            </a:solidFill>
            <a:ln>
              <a:noFill/>
            </a:ln>
          </p:spPr>
          <p:txBody>
            <a:bodyPr anchor="ctr"/>
            <a:lstStyle/>
            <a:p>
              <a:endParaRPr lang="zh-CN" altLang="en-US"/>
            </a:p>
          </p:txBody>
        </p:sp>
        <p:sp>
          <p:nvSpPr>
            <p:cNvPr id="1049453" name="iṥ1îḑe"/>
            <p:cNvSpPr/>
            <p:nvPr>
              <p:custDataLst>
                <p:tags r:id="rId143"/>
              </p:custDataLst>
            </p:nvPr>
          </p:nvSpPr>
          <p:spPr bwMode="auto">
            <a:xfrm>
              <a:off x="3845515" y="3886661"/>
              <a:ext cx="1860906" cy="854806"/>
            </a:xfrm>
            <a:custGeom>
              <a:avLst/>
              <a:gdLst>
                <a:gd name="T0" fmla="*/ 2147483646 w 294"/>
                <a:gd name="T1" fmla="*/ 0 h 135"/>
                <a:gd name="T2" fmla="*/ 2147483646 w 294"/>
                <a:gd name="T3" fmla="*/ 2147483646 h 135"/>
                <a:gd name="T4" fmla="*/ 2147483646 w 294"/>
                <a:gd name="T5" fmla="*/ 2147483646 h 135"/>
                <a:gd name="T6" fmla="*/ 2147483646 w 294"/>
                <a:gd name="T7" fmla="*/ 2147483646 h 135"/>
                <a:gd name="T8" fmla="*/ 2147483646 w 294"/>
                <a:gd name="T9" fmla="*/ 2147483646 h 135"/>
                <a:gd name="T10" fmla="*/ 2147483646 w 294"/>
                <a:gd name="T11" fmla="*/ 2147483646 h 135"/>
                <a:gd name="T12" fmla="*/ 0 w 294"/>
                <a:gd name="T13" fmla="*/ 2147483646 h 135"/>
                <a:gd name="T14" fmla="*/ 0 w 294"/>
                <a:gd name="T15" fmla="*/ 2147483646 h 135"/>
                <a:gd name="T16" fmla="*/ 2147483646 w 294"/>
                <a:gd name="T17" fmla="*/ 0 h 1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4" h="135">
                  <a:moveTo>
                    <a:pt x="294" y="0"/>
                  </a:moveTo>
                  <a:cubicBezTo>
                    <a:pt x="294" y="7"/>
                    <a:pt x="294" y="15"/>
                    <a:pt x="294" y="22"/>
                  </a:cubicBezTo>
                  <a:cubicBezTo>
                    <a:pt x="294" y="24"/>
                    <a:pt x="293" y="25"/>
                    <a:pt x="291" y="27"/>
                  </a:cubicBezTo>
                  <a:cubicBezTo>
                    <a:pt x="107" y="133"/>
                    <a:pt x="107" y="133"/>
                    <a:pt x="107" y="133"/>
                  </a:cubicBezTo>
                  <a:cubicBezTo>
                    <a:pt x="102" y="135"/>
                    <a:pt x="96" y="135"/>
                    <a:pt x="92" y="133"/>
                  </a:cubicBezTo>
                  <a:cubicBezTo>
                    <a:pt x="3" y="81"/>
                    <a:pt x="3" y="81"/>
                    <a:pt x="3" y="81"/>
                  </a:cubicBezTo>
                  <a:cubicBezTo>
                    <a:pt x="1" y="80"/>
                    <a:pt x="0" y="78"/>
                    <a:pt x="0" y="77"/>
                  </a:cubicBezTo>
                  <a:cubicBezTo>
                    <a:pt x="0" y="69"/>
                    <a:pt x="0" y="62"/>
                    <a:pt x="0" y="54"/>
                  </a:cubicBezTo>
                  <a:cubicBezTo>
                    <a:pt x="0" y="56"/>
                    <a:pt x="294" y="1"/>
                    <a:pt x="294" y="0"/>
                  </a:cubicBezTo>
                  <a:close/>
                </a:path>
              </a:pathLst>
            </a:custGeom>
            <a:solidFill>
              <a:srgbClr val="E3F5D0"/>
            </a:solidFill>
            <a:ln w="15875" cap="flat">
              <a:solidFill>
                <a:srgbClr val="7CB53E"/>
              </a:solidFill>
              <a:prstDash val="solid"/>
              <a:round/>
            </a:ln>
          </p:spPr>
          <p:txBody>
            <a:bodyPr anchor="ctr"/>
            <a:lstStyle/>
            <a:p>
              <a:endParaRPr lang="zh-CN" altLang="en-US"/>
            </a:p>
          </p:txBody>
        </p:sp>
        <p:sp>
          <p:nvSpPr>
            <p:cNvPr id="1049454" name="íSļíḑê"/>
            <p:cNvSpPr/>
            <p:nvPr>
              <p:custDataLst>
                <p:tags r:id="rId144"/>
              </p:custDataLst>
            </p:nvPr>
          </p:nvSpPr>
          <p:spPr bwMode="auto">
            <a:xfrm>
              <a:off x="3839841" y="3514102"/>
              <a:ext cx="1874145" cy="1087420"/>
            </a:xfrm>
            <a:custGeom>
              <a:avLst/>
              <a:gdLst>
                <a:gd name="T0" fmla="*/ 2147483646 w 296"/>
                <a:gd name="T1" fmla="*/ 2147483646 h 172"/>
                <a:gd name="T2" fmla="*/ 2147483646 w 296"/>
                <a:gd name="T3" fmla="*/ 2147483646 h 172"/>
                <a:gd name="T4" fmla="*/ 2147483646 w 296"/>
                <a:gd name="T5" fmla="*/ 2147483646 h 172"/>
                <a:gd name="T6" fmla="*/ 2147483646 w 296"/>
                <a:gd name="T7" fmla="*/ 2147483646 h 172"/>
                <a:gd name="T8" fmla="*/ 2147483646 w 296"/>
                <a:gd name="T9" fmla="*/ 2147483646 h 172"/>
                <a:gd name="T10" fmla="*/ 2147483646 w 296"/>
                <a:gd name="T11" fmla="*/ 2147483646 h 172"/>
                <a:gd name="T12" fmla="*/ 2147483646 w 296"/>
                <a:gd name="T13" fmla="*/ 2147483646 h 172"/>
                <a:gd name="T14" fmla="*/ 2147483646 w 296"/>
                <a:gd name="T15" fmla="*/ 2147483646 h 172"/>
                <a:gd name="T16" fmla="*/ 2147483646 w 296"/>
                <a:gd name="T17" fmla="*/ 2147483646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6" h="172">
                  <a:moveTo>
                    <a:pt x="4" y="109"/>
                  </a:moveTo>
                  <a:cubicBezTo>
                    <a:pt x="188" y="3"/>
                    <a:pt x="188" y="3"/>
                    <a:pt x="188" y="3"/>
                  </a:cubicBezTo>
                  <a:cubicBezTo>
                    <a:pt x="192" y="0"/>
                    <a:pt x="199" y="0"/>
                    <a:pt x="203" y="3"/>
                  </a:cubicBezTo>
                  <a:cubicBezTo>
                    <a:pt x="292" y="54"/>
                    <a:pt x="292" y="54"/>
                    <a:pt x="292" y="54"/>
                  </a:cubicBezTo>
                  <a:cubicBezTo>
                    <a:pt x="296" y="57"/>
                    <a:pt x="296" y="61"/>
                    <a:pt x="292" y="63"/>
                  </a:cubicBezTo>
                  <a:cubicBezTo>
                    <a:pt x="108" y="169"/>
                    <a:pt x="108" y="169"/>
                    <a:pt x="108" y="169"/>
                  </a:cubicBezTo>
                  <a:cubicBezTo>
                    <a:pt x="103" y="172"/>
                    <a:pt x="97" y="172"/>
                    <a:pt x="92" y="169"/>
                  </a:cubicBezTo>
                  <a:cubicBezTo>
                    <a:pt x="4" y="118"/>
                    <a:pt x="4" y="118"/>
                    <a:pt x="4" y="118"/>
                  </a:cubicBezTo>
                  <a:cubicBezTo>
                    <a:pt x="0" y="115"/>
                    <a:pt x="0" y="111"/>
                    <a:pt x="4" y="109"/>
                  </a:cubicBezTo>
                  <a:close/>
                </a:path>
              </a:pathLst>
            </a:custGeom>
            <a:solidFill>
              <a:srgbClr val="FFFFFF"/>
            </a:solidFill>
            <a:ln w="15875" cap="flat">
              <a:solidFill>
                <a:srgbClr val="7CB53E"/>
              </a:solidFill>
              <a:prstDash val="solid"/>
              <a:round/>
            </a:ln>
          </p:spPr>
          <p:txBody>
            <a:bodyPr anchor="ctr"/>
            <a:lstStyle/>
            <a:p>
              <a:endParaRPr lang="zh-CN" altLang="en-US"/>
            </a:p>
          </p:txBody>
        </p:sp>
        <p:sp>
          <p:nvSpPr>
            <p:cNvPr id="1049455" name="ïŝľíḍe"/>
            <p:cNvSpPr/>
            <p:nvPr>
              <p:custDataLst>
                <p:tags r:id="rId145"/>
              </p:custDataLst>
            </p:nvPr>
          </p:nvSpPr>
          <p:spPr bwMode="auto">
            <a:xfrm>
              <a:off x="4061108" y="3646484"/>
              <a:ext cx="1429720" cy="822657"/>
            </a:xfrm>
            <a:custGeom>
              <a:avLst/>
              <a:gdLst>
                <a:gd name="T0" fmla="*/ 2147483646 w 226"/>
                <a:gd name="T1" fmla="*/ 2147483646 h 130"/>
                <a:gd name="T2" fmla="*/ 2147483646 w 226"/>
                <a:gd name="T3" fmla="*/ 2147483646 h 130"/>
                <a:gd name="T4" fmla="*/ 2147483646 w 226"/>
                <a:gd name="T5" fmla="*/ 2147483646 h 130"/>
                <a:gd name="T6" fmla="*/ 2147483646 w 226"/>
                <a:gd name="T7" fmla="*/ 2147483646 h 130"/>
                <a:gd name="T8" fmla="*/ 2147483646 w 226"/>
                <a:gd name="T9" fmla="*/ 2147483646 h 130"/>
                <a:gd name="T10" fmla="*/ 2147483646 w 226"/>
                <a:gd name="T11" fmla="*/ 2147483646 h 130"/>
                <a:gd name="T12" fmla="*/ 2147483646 w 226"/>
                <a:gd name="T13" fmla="*/ 2147483646 h 130"/>
                <a:gd name="T14" fmla="*/ 2147483646 w 226"/>
                <a:gd name="T15" fmla="*/ 2147483646 h 130"/>
                <a:gd name="T16" fmla="*/ 2147483646 w 226"/>
                <a:gd name="T17" fmla="*/ 2147483646 h 130"/>
                <a:gd name="T18" fmla="*/ 2147483646 w 226"/>
                <a:gd name="T19" fmla="*/ 2147483646 h 130"/>
                <a:gd name="T20" fmla="*/ 2147483646 w 226"/>
                <a:gd name="T21" fmla="*/ 0 h 130"/>
                <a:gd name="T22" fmla="*/ 2147483646 w 226"/>
                <a:gd name="T23" fmla="*/ 0 h 130"/>
                <a:gd name="T24" fmla="*/ 2147483646 w 226"/>
                <a:gd name="T25" fmla="*/ 2147483646 h 130"/>
                <a:gd name="T26" fmla="*/ 2147483646 w 226"/>
                <a:gd name="T27" fmla="*/ 2147483646 h 130"/>
                <a:gd name="T28" fmla="*/ 2147483646 w 226"/>
                <a:gd name="T29" fmla="*/ 2147483646 h 130"/>
                <a:gd name="T30" fmla="*/ 2147483646 w 226"/>
                <a:gd name="T31" fmla="*/ 2147483646 h 130"/>
                <a:gd name="T32" fmla="*/ 2147483646 w 226"/>
                <a:gd name="T33" fmla="*/ 2147483646 h 130"/>
                <a:gd name="T34" fmla="*/ 2147483646 w 226"/>
                <a:gd name="T35" fmla="*/ 2147483646 h 130"/>
                <a:gd name="T36" fmla="*/ 2147483646 w 226"/>
                <a:gd name="T37" fmla="*/ 2147483646 h 130"/>
                <a:gd name="T38" fmla="*/ 2147483646 w 226"/>
                <a:gd name="T39" fmla="*/ 2147483646 h 130"/>
                <a:gd name="T40" fmla="*/ 2147483646 w 226"/>
                <a:gd name="T41" fmla="*/ 2147483646 h 130"/>
                <a:gd name="T42" fmla="*/ 2147483646 w 226"/>
                <a:gd name="T43" fmla="*/ 2147483646 h 1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 h="130">
                  <a:moveTo>
                    <a:pt x="2" y="102"/>
                  </a:moveTo>
                  <a:cubicBezTo>
                    <a:pt x="49" y="129"/>
                    <a:pt x="49" y="129"/>
                    <a:pt x="49" y="129"/>
                  </a:cubicBezTo>
                  <a:cubicBezTo>
                    <a:pt x="50" y="130"/>
                    <a:pt x="51" y="130"/>
                    <a:pt x="53" y="129"/>
                  </a:cubicBezTo>
                  <a:cubicBezTo>
                    <a:pt x="60" y="126"/>
                    <a:pt x="70" y="126"/>
                    <a:pt x="77" y="129"/>
                  </a:cubicBezTo>
                  <a:cubicBezTo>
                    <a:pt x="79" y="130"/>
                    <a:pt x="80" y="130"/>
                    <a:pt x="81" y="129"/>
                  </a:cubicBezTo>
                  <a:cubicBezTo>
                    <a:pt x="224" y="47"/>
                    <a:pt x="224" y="47"/>
                    <a:pt x="224" y="47"/>
                  </a:cubicBezTo>
                  <a:cubicBezTo>
                    <a:pt x="225" y="46"/>
                    <a:pt x="225" y="45"/>
                    <a:pt x="224" y="45"/>
                  </a:cubicBezTo>
                  <a:cubicBezTo>
                    <a:pt x="219" y="40"/>
                    <a:pt x="219" y="35"/>
                    <a:pt x="224" y="31"/>
                  </a:cubicBezTo>
                  <a:cubicBezTo>
                    <a:pt x="226" y="29"/>
                    <a:pt x="225" y="29"/>
                    <a:pt x="224" y="28"/>
                  </a:cubicBezTo>
                  <a:cubicBezTo>
                    <a:pt x="177" y="1"/>
                    <a:pt x="177" y="1"/>
                    <a:pt x="177" y="1"/>
                  </a:cubicBezTo>
                  <a:cubicBezTo>
                    <a:pt x="175" y="0"/>
                    <a:pt x="174" y="0"/>
                    <a:pt x="172" y="0"/>
                  </a:cubicBezTo>
                  <a:cubicBezTo>
                    <a:pt x="165" y="3"/>
                    <a:pt x="155" y="3"/>
                    <a:pt x="148" y="0"/>
                  </a:cubicBezTo>
                  <a:cubicBezTo>
                    <a:pt x="147" y="0"/>
                    <a:pt x="145" y="0"/>
                    <a:pt x="144" y="1"/>
                  </a:cubicBezTo>
                  <a:cubicBezTo>
                    <a:pt x="2" y="83"/>
                    <a:pt x="2" y="83"/>
                    <a:pt x="2" y="83"/>
                  </a:cubicBezTo>
                  <a:cubicBezTo>
                    <a:pt x="0" y="83"/>
                    <a:pt x="0" y="84"/>
                    <a:pt x="1" y="85"/>
                  </a:cubicBezTo>
                  <a:cubicBezTo>
                    <a:pt x="7" y="89"/>
                    <a:pt x="7" y="95"/>
                    <a:pt x="1" y="99"/>
                  </a:cubicBezTo>
                  <a:cubicBezTo>
                    <a:pt x="0" y="100"/>
                    <a:pt x="0" y="101"/>
                    <a:pt x="2" y="102"/>
                  </a:cubicBezTo>
                  <a:close/>
                  <a:moveTo>
                    <a:pt x="82" y="47"/>
                  </a:moveTo>
                  <a:cubicBezTo>
                    <a:pt x="99" y="37"/>
                    <a:pt x="126" y="37"/>
                    <a:pt x="143" y="47"/>
                  </a:cubicBezTo>
                  <a:cubicBezTo>
                    <a:pt x="160" y="57"/>
                    <a:pt x="160" y="73"/>
                    <a:pt x="143" y="83"/>
                  </a:cubicBezTo>
                  <a:cubicBezTo>
                    <a:pt x="126" y="92"/>
                    <a:pt x="99" y="92"/>
                    <a:pt x="82" y="83"/>
                  </a:cubicBezTo>
                  <a:cubicBezTo>
                    <a:pt x="65" y="73"/>
                    <a:pt x="65" y="57"/>
                    <a:pt x="82" y="47"/>
                  </a:cubicBezTo>
                  <a:close/>
                </a:path>
              </a:pathLst>
            </a:custGeom>
            <a:solidFill>
              <a:srgbClr val="7CB53E"/>
            </a:solidFill>
            <a:ln>
              <a:noFill/>
            </a:ln>
          </p:spPr>
          <p:txBody>
            <a:bodyPr anchor="ctr"/>
            <a:lstStyle/>
            <a:p>
              <a:endParaRPr lang="zh-CN" altLang="en-US"/>
            </a:p>
          </p:txBody>
        </p:sp>
        <p:sp>
          <p:nvSpPr>
            <p:cNvPr id="1049456" name="íšḻídé"/>
            <p:cNvSpPr/>
            <p:nvPr>
              <p:custDataLst>
                <p:tags r:id="rId146"/>
              </p:custDataLst>
            </p:nvPr>
          </p:nvSpPr>
          <p:spPr bwMode="auto">
            <a:xfrm>
              <a:off x="4282374" y="4215724"/>
              <a:ext cx="215593" cy="126709"/>
            </a:xfrm>
            <a:custGeom>
              <a:avLst/>
              <a:gdLst>
                <a:gd name="T0" fmla="*/ 2147483646 w 34"/>
                <a:gd name="T1" fmla="*/ 2147483646 h 20"/>
                <a:gd name="T2" fmla="*/ 2147483646 w 34"/>
                <a:gd name="T3" fmla="*/ 2147483646 h 20"/>
                <a:gd name="T4" fmla="*/ 2147483646 w 34"/>
                <a:gd name="T5" fmla="*/ 2147483646 h 20"/>
                <a:gd name="T6" fmla="*/ 2147483646 w 34"/>
                <a:gd name="T7" fmla="*/ 2147483646 h 20"/>
                <a:gd name="T8" fmla="*/ 2147483646 w 3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6" y="4"/>
                  </a:moveTo>
                  <a:cubicBezTo>
                    <a:pt x="12" y="0"/>
                    <a:pt x="22" y="0"/>
                    <a:pt x="28" y="4"/>
                  </a:cubicBezTo>
                  <a:cubicBezTo>
                    <a:pt x="34" y="7"/>
                    <a:pt x="34" y="13"/>
                    <a:pt x="28" y="16"/>
                  </a:cubicBezTo>
                  <a:cubicBezTo>
                    <a:pt x="22" y="20"/>
                    <a:pt x="12" y="20"/>
                    <a:pt x="6" y="16"/>
                  </a:cubicBezTo>
                  <a:cubicBezTo>
                    <a:pt x="0" y="13"/>
                    <a:pt x="0" y="7"/>
                    <a:pt x="6" y="4"/>
                  </a:cubicBezTo>
                  <a:close/>
                </a:path>
              </a:pathLst>
            </a:custGeom>
            <a:solidFill>
              <a:srgbClr val="E3F5D0"/>
            </a:solidFill>
            <a:ln>
              <a:noFill/>
            </a:ln>
          </p:spPr>
          <p:txBody>
            <a:bodyPr anchor="ctr"/>
            <a:lstStyle/>
            <a:p>
              <a:endParaRPr lang="zh-CN" altLang="en-US"/>
            </a:p>
          </p:txBody>
        </p:sp>
        <p:sp>
          <p:nvSpPr>
            <p:cNvPr id="1049457" name="ïsḷïḑé"/>
            <p:cNvSpPr/>
            <p:nvPr>
              <p:custDataLst>
                <p:tags r:id="rId147"/>
              </p:custDataLst>
            </p:nvPr>
          </p:nvSpPr>
          <p:spPr bwMode="auto">
            <a:xfrm>
              <a:off x="5048296" y="3773191"/>
              <a:ext cx="221267" cy="126709"/>
            </a:xfrm>
            <a:custGeom>
              <a:avLst/>
              <a:gdLst>
                <a:gd name="T0" fmla="*/ 2147483646 w 35"/>
                <a:gd name="T1" fmla="*/ 2147483646 h 20"/>
                <a:gd name="T2" fmla="*/ 2147483646 w 35"/>
                <a:gd name="T3" fmla="*/ 2147483646 h 20"/>
                <a:gd name="T4" fmla="*/ 2147483646 w 35"/>
                <a:gd name="T5" fmla="*/ 2147483646 h 20"/>
                <a:gd name="T6" fmla="*/ 2147483646 w 35"/>
                <a:gd name="T7" fmla="*/ 2147483646 h 20"/>
                <a:gd name="T8" fmla="*/ 2147483646 w 35"/>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0">
                  <a:moveTo>
                    <a:pt x="6" y="3"/>
                  </a:moveTo>
                  <a:cubicBezTo>
                    <a:pt x="13" y="0"/>
                    <a:pt x="23" y="0"/>
                    <a:pt x="29" y="3"/>
                  </a:cubicBezTo>
                  <a:cubicBezTo>
                    <a:pt x="35" y="7"/>
                    <a:pt x="35" y="13"/>
                    <a:pt x="29" y="16"/>
                  </a:cubicBezTo>
                  <a:cubicBezTo>
                    <a:pt x="22" y="20"/>
                    <a:pt x="13" y="20"/>
                    <a:pt x="6" y="16"/>
                  </a:cubicBezTo>
                  <a:cubicBezTo>
                    <a:pt x="0" y="13"/>
                    <a:pt x="0" y="7"/>
                    <a:pt x="6" y="3"/>
                  </a:cubicBezTo>
                  <a:close/>
                </a:path>
              </a:pathLst>
            </a:custGeom>
            <a:solidFill>
              <a:srgbClr val="E3F5D0"/>
            </a:solidFill>
            <a:ln>
              <a:noFill/>
            </a:ln>
          </p:spPr>
          <p:txBody>
            <a:bodyPr anchor="ctr"/>
            <a:lstStyle/>
            <a:p>
              <a:endParaRPr lang="zh-CN" altLang="en-US"/>
            </a:p>
          </p:txBody>
        </p:sp>
        <p:sp>
          <p:nvSpPr>
            <p:cNvPr id="1049458" name="íṩļiḋè"/>
            <p:cNvSpPr/>
            <p:nvPr>
              <p:custDataLst>
                <p:tags r:id="rId148"/>
              </p:custDataLst>
            </p:nvPr>
          </p:nvSpPr>
          <p:spPr bwMode="auto">
            <a:xfrm>
              <a:off x="4637913" y="3956635"/>
              <a:ext cx="272328" cy="177769"/>
            </a:xfrm>
            <a:custGeom>
              <a:avLst/>
              <a:gdLst>
                <a:gd name="T0" fmla="*/ 2147483646 w 43"/>
                <a:gd name="T1" fmla="*/ 2147483646 h 28"/>
                <a:gd name="T2" fmla="*/ 2147483646 w 43"/>
                <a:gd name="T3" fmla="*/ 2147483646 h 28"/>
                <a:gd name="T4" fmla="*/ 2147483646 w 43"/>
                <a:gd name="T5" fmla="*/ 2147483646 h 28"/>
                <a:gd name="T6" fmla="*/ 2147483646 w 43"/>
                <a:gd name="T7" fmla="*/ 2147483646 h 28"/>
                <a:gd name="T8" fmla="*/ 2147483646 w 43"/>
                <a:gd name="T9" fmla="*/ 2147483646 h 28"/>
                <a:gd name="T10" fmla="*/ 2147483646 w 43"/>
                <a:gd name="T11" fmla="*/ 2147483646 h 28"/>
                <a:gd name="T12" fmla="*/ 2147483646 w 43"/>
                <a:gd name="T13" fmla="*/ 0 h 28"/>
                <a:gd name="T14" fmla="*/ 2147483646 w 43"/>
                <a:gd name="T15" fmla="*/ 2147483646 h 28"/>
                <a:gd name="T16" fmla="*/ 2147483646 w 43"/>
                <a:gd name="T17" fmla="*/ 2147483646 h 28"/>
                <a:gd name="T18" fmla="*/ 2147483646 w 43"/>
                <a:gd name="T19" fmla="*/ 2147483646 h 28"/>
                <a:gd name="T20" fmla="*/ 2147483646 w 43"/>
                <a:gd name="T21" fmla="*/ 2147483646 h 28"/>
                <a:gd name="T22" fmla="*/ 2147483646 w 43"/>
                <a:gd name="T23" fmla="*/ 2147483646 h 28"/>
                <a:gd name="T24" fmla="*/ 2147483646 w 43"/>
                <a:gd name="T25" fmla="*/ 2147483646 h 28"/>
                <a:gd name="T26" fmla="*/ 2147483646 w 43"/>
                <a:gd name="T27" fmla="*/ 2147483646 h 28"/>
                <a:gd name="T28" fmla="*/ 2147483646 w 43"/>
                <a:gd name="T29" fmla="*/ 2147483646 h 28"/>
                <a:gd name="T30" fmla="*/ 2147483646 w 43"/>
                <a:gd name="T31" fmla="*/ 2147483646 h 28"/>
                <a:gd name="T32" fmla="*/ 2147483646 w 43"/>
                <a:gd name="T33" fmla="*/ 2147483646 h 28"/>
                <a:gd name="T34" fmla="*/ 2147483646 w 43"/>
                <a:gd name="T35" fmla="*/ 2147483646 h 28"/>
                <a:gd name="T36" fmla="*/ 2147483646 w 43"/>
                <a:gd name="T37" fmla="*/ 2147483646 h 28"/>
                <a:gd name="T38" fmla="*/ 2147483646 w 43"/>
                <a:gd name="T39" fmla="*/ 2147483646 h 28"/>
                <a:gd name="T40" fmla="*/ 2147483646 w 43"/>
                <a:gd name="T41" fmla="*/ 2147483646 h 28"/>
                <a:gd name="T42" fmla="*/ 2147483646 w 43"/>
                <a:gd name="T43" fmla="*/ 2147483646 h 28"/>
                <a:gd name="T44" fmla="*/ 2147483646 w 43"/>
                <a:gd name="T45" fmla="*/ 2147483646 h 28"/>
                <a:gd name="T46" fmla="*/ 2147483646 w 43"/>
                <a:gd name="T47" fmla="*/ 2147483646 h 28"/>
                <a:gd name="T48" fmla="*/ 2147483646 w 43"/>
                <a:gd name="T49" fmla="*/ 2147483646 h 28"/>
                <a:gd name="T50" fmla="*/ 2147483646 w 43"/>
                <a:gd name="T51" fmla="*/ 2147483646 h 28"/>
                <a:gd name="T52" fmla="*/ 2147483646 w 43"/>
                <a:gd name="T53" fmla="*/ 2147483646 h 28"/>
                <a:gd name="T54" fmla="*/ 2147483646 w 43"/>
                <a:gd name="T55" fmla="*/ 2147483646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3" h="28">
                  <a:moveTo>
                    <a:pt x="37" y="12"/>
                  </a:moveTo>
                  <a:cubicBezTo>
                    <a:pt x="32" y="10"/>
                    <a:pt x="29" y="10"/>
                    <a:pt x="21" y="12"/>
                  </a:cubicBezTo>
                  <a:cubicBezTo>
                    <a:pt x="15" y="7"/>
                    <a:pt x="15" y="7"/>
                    <a:pt x="15" y="7"/>
                  </a:cubicBezTo>
                  <a:cubicBezTo>
                    <a:pt x="18" y="6"/>
                    <a:pt x="21" y="4"/>
                    <a:pt x="22" y="4"/>
                  </a:cubicBezTo>
                  <a:cubicBezTo>
                    <a:pt x="17" y="2"/>
                    <a:pt x="17" y="2"/>
                    <a:pt x="17" y="2"/>
                  </a:cubicBezTo>
                  <a:cubicBezTo>
                    <a:pt x="17" y="2"/>
                    <a:pt x="14" y="3"/>
                    <a:pt x="11" y="4"/>
                  </a:cubicBezTo>
                  <a:cubicBezTo>
                    <a:pt x="6" y="0"/>
                    <a:pt x="6" y="0"/>
                    <a:pt x="6" y="0"/>
                  </a:cubicBezTo>
                  <a:cubicBezTo>
                    <a:pt x="3" y="2"/>
                    <a:pt x="3" y="2"/>
                    <a:pt x="3" y="2"/>
                  </a:cubicBezTo>
                  <a:cubicBezTo>
                    <a:pt x="8" y="6"/>
                    <a:pt x="8" y="6"/>
                    <a:pt x="8" y="6"/>
                  </a:cubicBezTo>
                  <a:cubicBezTo>
                    <a:pt x="7" y="6"/>
                    <a:pt x="7" y="6"/>
                    <a:pt x="7" y="6"/>
                  </a:cubicBezTo>
                  <a:cubicBezTo>
                    <a:pt x="2" y="10"/>
                    <a:pt x="0" y="13"/>
                    <a:pt x="6" y="17"/>
                  </a:cubicBezTo>
                  <a:cubicBezTo>
                    <a:pt x="10" y="19"/>
                    <a:pt x="15" y="19"/>
                    <a:pt x="22" y="17"/>
                  </a:cubicBezTo>
                  <a:cubicBezTo>
                    <a:pt x="29" y="21"/>
                    <a:pt x="29" y="21"/>
                    <a:pt x="29" y="21"/>
                  </a:cubicBezTo>
                  <a:cubicBezTo>
                    <a:pt x="26" y="23"/>
                    <a:pt x="22" y="25"/>
                    <a:pt x="22" y="25"/>
                  </a:cubicBezTo>
                  <a:cubicBezTo>
                    <a:pt x="26" y="28"/>
                    <a:pt x="26" y="28"/>
                    <a:pt x="26" y="28"/>
                  </a:cubicBezTo>
                  <a:cubicBezTo>
                    <a:pt x="26" y="27"/>
                    <a:pt x="29" y="26"/>
                    <a:pt x="33" y="25"/>
                  </a:cubicBezTo>
                  <a:cubicBezTo>
                    <a:pt x="37" y="28"/>
                    <a:pt x="37" y="28"/>
                    <a:pt x="37" y="28"/>
                  </a:cubicBezTo>
                  <a:cubicBezTo>
                    <a:pt x="41" y="26"/>
                    <a:pt x="41" y="26"/>
                    <a:pt x="41" y="26"/>
                  </a:cubicBezTo>
                  <a:cubicBezTo>
                    <a:pt x="36" y="23"/>
                    <a:pt x="36" y="23"/>
                    <a:pt x="36" y="23"/>
                  </a:cubicBezTo>
                  <a:cubicBezTo>
                    <a:pt x="42" y="20"/>
                    <a:pt x="43" y="16"/>
                    <a:pt x="37" y="12"/>
                  </a:cubicBezTo>
                  <a:close/>
                  <a:moveTo>
                    <a:pt x="11" y="13"/>
                  </a:moveTo>
                  <a:cubicBezTo>
                    <a:pt x="10" y="12"/>
                    <a:pt x="10" y="11"/>
                    <a:pt x="12" y="9"/>
                  </a:cubicBezTo>
                  <a:cubicBezTo>
                    <a:pt x="17" y="13"/>
                    <a:pt x="17" y="13"/>
                    <a:pt x="17" y="13"/>
                  </a:cubicBezTo>
                  <a:cubicBezTo>
                    <a:pt x="14" y="14"/>
                    <a:pt x="13" y="14"/>
                    <a:pt x="11" y="13"/>
                  </a:cubicBezTo>
                  <a:close/>
                  <a:moveTo>
                    <a:pt x="32" y="20"/>
                  </a:moveTo>
                  <a:cubicBezTo>
                    <a:pt x="26" y="15"/>
                    <a:pt x="26" y="15"/>
                    <a:pt x="26" y="15"/>
                  </a:cubicBezTo>
                  <a:cubicBezTo>
                    <a:pt x="29" y="15"/>
                    <a:pt x="30" y="15"/>
                    <a:pt x="32" y="16"/>
                  </a:cubicBezTo>
                  <a:cubicBezTo>
                    <a:pt x="34" y="17"/>
                    <a:pt x="34" y="18"/>
                    <a:pt x="32" y="20"/>
                  </a:cubicBezTo>
                  <a:close/>
                </a:path>
              </a:pathLst>
            </a:custGeom>
            <a:solidFill>
              <a:srgbClr val="7CB53E"/>
            </a:solidFill>
            <a:ln>
              <a:noFill/>
            </a:ln>
          </p:spPr>
          <p:txBody>
            <a:bodyPr anchor="ctr"/>
            <a:lstStyle/>
            <a:p>
              <a:endParaRPr lang="zh-CN" altLang="en-US"/>
            </a:p>
          </p:txBody>
        </p:sp>
        <p:sp>
          <p:nvSpPr>
            <p:cNvPr id="1049459" name="ïṥľiḋê"/>
            <p:cNvSpPr/>
            <p:nvPr>
              <p:custDataLst>
                <p:tags r:id="rId149"/>
              </p:custDataLst>
            </p:nvPr>
          </p:nvSpPr>
          <p:spPr bwMode="auto">
            <a:xfrm>
              <a:off x="3750957" y="3724021"/>
              <a:ext cx="1860906" cy="852916"/>
            </a:xfrm>
            <a:custGeom>
              <a:avLst/>
              <a:gdLst>
                <a:gd name="T0" fmla="*/ 2147483646 w 294"/>
                <a:gd name="T1" fmla="*/ 0 h 135"/>
                <a:gd name="T2" fmla="*/ 2147483646 w 294"/>
                <a:gd name="T3" fmla="*/ 2147483646 h 135"/>
                <a:gd name="T4" fmla="*/ 2147483646 w 294"/>
                <a:gd name="T5" fmla="*/ 2147483646 h 135"/>
                <a:gd name="T6" fmla="*/ 2147483646 w 294"/>
                <a:gd name="T7" fmla="*/ 2147483646 h 135"/>
                <a:gd name="T8" fmla="*/ 2147483646 w 294"/>
                <a:gd name="T9" fmla="*/ 2147483646 h 135"/>
                <a:gd name="T10" fmla="*/ 2147483646 w 294"/>
                <a:gd name="T11" fmla="*/ 2147483646 h 135"/>
                <a:gd name="T12" fmla="*/ 0 w 294"/>
                <a:gd name="T13" fmla="*/ 2147483646 h 135"/>
                <a:gd name="T14" fmla="*/ 0 w 294"/>
                <a:gd name="T15" fmla="*/ 2147483646 h 135"/>
                <a:gd name="T16" fmla="*/ 2147483646 w 294"/>
                <a:gd name="T17" fmla="*/ 0 h 1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4" h="135">
                  <a:moveTo>
                    <a:pt x="294" y="0"/>
                  </a:moveTo>
                  <a:cubicBezTo>
                    <a:pt x="294" y="7"/>
                    <a:pt x="294" y="15"/>
                    <a:pt x="294" y="22"/>
                  </a:cubicBezTo>
                  <a:cubicBezTo>
                    <a:pt x="294" y="24"/>
                    <a:pt x="293" y="26"/>
                    <a:pt x="291" y="27"/>
                  </a:cubicBezTo>
                  <a:cubicBezTo>
                    <a:pt x="107" y="133"/>
                    <a:pt x="107" y="133"/>
                    <a:pt x="107" y="133"/>
                  </a:cubicBezTo>
                  <a:cubicBezTo>
                    <a:pt x="103" y="135"/>
                    <a:pt x="96" y="135"/>
                    <a:pt x="92" y="133"/>
                  </a:cubicBezTo>
                  <a:cubicBezTo>
                    <a:pt x="3" y="81"/>
                    <a:pt x="3" y="81"/>
                    <a:pt x="3" y="81"/>
                  </a:cubicBezTo>
                  <a:cubicBezTo>
                    <a:pt x="1" y="80"/>
                    <a:pt x="0" y="79"/>
                    <a:pt x="0" y="77"/>
                  </a:cubicBezTo>
                  <a:cubicBezTo>
                    <a:pt x="0" y="70"/>
                    <a:pt x="0" y="62"/>
                    <a:pt x="0" y="54"/>
                  </a:cubicBezTo>
                  <a:cubicBezTo>
                    <a:pt x="0" y="56"/>
                    <a:pt x="294" y="1"/>
                    <a:pt x="294" y="0"/>
                  </a:cubicBezTo>
                  <a:close/>
                </a:path>
              </a:pathLst>
            </a:custGeom>
            <a:solidFill>
              <a:srgbClr val="E3F5D0"/>
            </a:solidFill>
            <a:ln w="15875" cap="flat">
              <a:solidFill>
                <a:srgbClr val="7CB53E"/>
              </a:solidFill>
              <a:prstDash val="solid"/>
              <a:round/>
            </a:ln>
          </p:spPr>
          <p:txBody>
            <a:bodyPr anchor="ctr"/>
            <a:lstStyle/>
            <a:p>
              <a:endParaRPr lang="zh-CN" altLang="en-US"/>
            </a:p>
          </p:txBody>
        </p:sp>
        <p:sp>
          <p:nvSpPr>
            <p:cNvPr id="1049460" name="iṡ1ïḓé"/>
            <p:cNvSpPr/>
            <p:nvPr>
              <p:custDataLst>
                <p:tags r:id="rId150"/>
              </p:custDataLst>
            </p:nvPr>
          </p:nvSpPr>
          <p:spPr bwMode="auto">
            <a:xfrm>
              <a:off x="3745283" y="3349570"/>
              <a:ext cx="1872253" cy="1087420"/>
            </a:xfrm>
            <a:custGeom>
              <a:avLst/>
              <a:gdLst>
                <a:gd name="T0" fmla="*/ 2147483646 w 296"/>
                <a:gd name="T1" fmla="*/ 2147483646 h 172"/>
                <a:gd name="T2" fmla="*/ 2147483646 w 296"/>
                <a:gd name="T3" fmla="*/ 2147483646 h 172"/>
                <a:gd name="T4" fmla="*/ 2147483646 w 296"/>
                <a:gd name="T5" fmla="*/ 2147483646 h 172"/>
                <a:gd name="T6" fmla="*/ 2147483646 w 296"/>
                <a:gd name="T7" fmla="*/ 2147483646 h 172"/>
                <a:gd name="T8" fmla="*/ 2147483646 w 296"/>
                <a:gd name="T9" fmla="*/ 2147483646 h 172"/>
                <a:gd name="T10" fmla="*/ 2147483646 w 296"/>
                <a:gd name="T11" fmla="*/ 2147483646 h 172"/>
                <a:gd name="T12" fmla="*/ 2147483646 w 296"/>
                <a:gd name="T13" fmla="*/ 2147483646 h 172"/>
                <a:gd name="T14" fmla="*/ 2147483646 w 296"/>
                <a:gd name="T15" fmla="*/ 2147483646 h 172"/>
                <a:gd name="T16" fmla="*/ 2147483646 w 296"/>
                <a:gd name="T17" fmla="*/ 2147483646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6" h="172">
                  <a:moveTo>
                    <a:pt x="4" y="109"/>
                  </a:moveTo>
                  <a:cubicBezTo>
                    <a:pt x="188" y="3"/>
                    <a:pt x="188" y="3"/>
                    <a:pt x="188" y="3"/>
                  </a:cubicBezTo>
                  <a:cubicBezTo>
                    <a:pt x="192" y="0"/>
                    <a:pt x="199" y="0"/>
                    <a:pt x="203" y="3"/>
                  </a:cubicBezTo>
                  <a:cubicBezTo>
                    <a:pt x="292" y="54"/>
                    <a:pt x="292" y="54"/>
                    <a:pt x="292" y="54"/>
                  </a:cubicBezTo>
                  <a:cubicBezTo>
                    <a:pt x="296" y="57"/>
                    <a:pt x="296" y="61"/>
                    <a:pt x="292" y="63"/>
                  </a:cubicBezTo>
                  <a:cubicBezTo>
                    <a:pt x="108" y="169"/>
                    <a:pt x="108" y="169"/>
                    <a:pt x="108" y="169"/>
                  </a:cubicBezTo>
                  <a:cubicBezTo>
                    <a:pt x="104" y="172"/>
                    <a:pt x="97" y="172"/>
                    <a:pt x="93" y="169"/>
                  </a:cubicBezTo>
                  <a:cubicBezTo>
                    <a:pt x="4" y="118"/>
                    <a:pt x="4" y="118"/>
                    <a:pt x="4" y="118"/>
                  </a:cubicBezTo>
                  <a:cubicBezTo>
                    <a:pt x="0" y="115"/>
                    <a:pt x="0" y="111"/>
                    <a:pt x="4" y="109"/>
                  </a:cubicBezTo>
                  <a:close/>
                </a:path>
              </a:pathLst>
            </a:custGeom>
            <a:solidFill>
              <a:srgbClr val="FFFFFF"/>
            </a:solidFill>
            <a:ln w="15875" cap="flat">
              <a:solidFill>
                <a:srgbClr val="7CB53E"/>
              </a:solidFill>
              <a:prstDash val="solid"/>
              <a:round/>
            </a:ln>
          </p:spPr>
          <p:txBody>
            <a:bodyPr anchor="ctr"/>
            <a:lstStyle/>
            <a:p>
              <a:endParaRPr lang="zh-CN" altLang="en-US"/>
            </a:p>
          </p:txBody>
        </p:sp>
        <p:sp>
          <p:nvSpPr>
            <p:cNvPr id="1049461" name="isḻíḍé"/>
            <p:cNvSpPr/>
            <p:nvPr>
              <p:custDataLst>
                <p:tags r:id="rId151"/>
              </p:custDataLst>
            </p:nvPr>
          </p:nvSpPr>
          <p:spPr bwMode="auto">
            <a:xfrm>
              <a:off x="3966550" y="3481952"/>
              <a:ext cx="1429720" cy="822657"/>
            </a:xfrm>
            <a:custGeom>
              <a:avLst/>
              <a:gdLst>
                <a:gd name="T0" fmla="*/ 2147483646 w 226"/>
                <a:gd name="T1" fmla="*/ 2147483646 h 130"/>
                <a:gd name="T2" fmla="*/ 2147483646 w 226"/>
                <a:gd name="T3" fmla="*/ 2147483646 h 130"/>
                <a:gd name="T4" fmla="*/ 2147483646 w 226"/>
                <a:gd name="T5" fmla="*/ 2147483646 h 130"/>
                <a:gd name="T6" fmla="*/ 2147483646 w 226"/>
                <a:gd name="T7" fmla="*/ 2147483646 h 130"/>
                <a:gd name="T8" fmla="*/ 2147483646 w 226"/>
                <a:gd name="T9" fmla="*/ 2147483646 h 130"/>
                <a:gd name="T10" fmla="*/ 2147483646 w 226"/>
                <a:gd name="T11" fmla="*/ 2147483646 h 130"/>
                <a:gd name="T12" fmla="*/ 2147483646 w 226"/>
                <a:gd name="T13" fmla="*/ 2147483646 h 130"/>
                <a:gd name="T14" fmla="*/ 2147483646 w 226"/>
                <a:gd name="T15" fmla="*/ 2147483646 h 130"/>
                <a:gd name="T16" fmla="*/ 2147483646 w 226"/>
                <a:gd name="T17" fmla="*/ 2147483646 h 130"/>
                <a:gd name="T18" fmla="*/ 2147483646 w 226"/>
                <a:gd name="T19" fmla="*/ 2147483646 h 130"/>
                <a:gd name="T20" fmla="*/ 2147483646 w 226"/>
                <a:gd name="T21" fmla="*/ 2147483646 h 130"/>
                <a:gd name="T22" fmla="*/ 2147483646 w 226"/>
                <a:gd name="T23" fmla="*/ 2147483646 h 130"/>
                <a:gd name="T24" fmla="*/ 2147483646 w 226"/>
                <a:gd name="T25" fmla="*/ 2147483646 h 130"/>
                <a:gd name="T26" fmla="*/ 2147483646 w 226"/>
                <a:gd name="T27" fmla="*/ 2147483646 h 130"/>
                <a:gd name="T28" fmla="*/ 2147483646 w 226"/>
                <a:gd name="T29" fmla="*/ 2147483646 h 130"/>
                <a:gd name="T30" fmla="*/ 2147483646 w 226"/>
                <a:gd name="T31" fmla="*/ 2147483646 h 130"/>
                <a:gd name="T32" fmla="*/ 2147483646 w 226"/>
                <a:gd name="T33" fmla="*/ 2147483646 h 130"/>
                <a:gd name="T34" fmla="*/ 2147483646 w 226"/>
                <a:gd name="T35" fmla="*/ 2147483646 h 130"/>
                <a:gd name="T36" fmla="*/ 2147483646 w 226"/>
                <a:gd name="T37" fmla="*/ 2147483646 h 130"/>
                <a:gd name="T38" fmla="*/ 2147483646 w 226"/>
                <a:gd name="T39" fmla="*/ 2147483646 h 130"/>
                <a:gd name="T40" fmla="*/ 2147483646 w 226"/>
                <a:gd name="T41" fmla="*/ 2147483646 h 130"/>
                <a:gd name="T42" fmla="*/ 2147483646 w 226"/>
                <a:gd name="T43" fmla="*/ 2147483646 h 1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 h="130">
                  <a:moveTo>
                    <a:pt x="2" y="102"/>
                  </a:moveTo>
                  <a:cubicBezTo>
                    <a:pt x="49" y="129"/>
                    <a:pt x="49" y="129"/>
                    <a:pt x="49" y="129"/>
                  </a:cubicBezTo>
                  <a:cubicBezTo>
                    <a:pt x="51" y="130"/>
                    <a:pt x="51" y="130"/>
                    <a:pt x="53" y="130"/>
                  </a:cubicBezTo>
                  <a:cubicBezTo>
                    <a:pt x="61" y="126"/>
                    <a:pt x="70" y="126"/>
                    <a:pt x="78" y="130"/>
                  </a:cubicBezTo>
                  <a:cubicBezTo>
                    <a:pt x="79" y="130"/>
                    <a:pt x="81" y="130"/>
                    <a:pt x="82" y="129"/>
                  </a:cubicBezTo>
                  <a:cubicBezTo>
                    <a:pt x="224" y="47"/>
                    <a:pt x="224" y="47"/>
                    <a:pt x="224" y="47"/>
                  </a:cubicBezTo>
                  <a:cubicBezTo>
                    <a:pt x="225" y="46"/>
                    <a:pt x="225" y="46"/>
                    <a:pt x="225" y="45"/>
                  </a:cubicBezTo>
                  <a:cubicBezTo>
                    <a:pt x="219" y="41"/>
                    <a:pt x="219" y="35"/>
                    <a:pt x="225" y="31"/>
                  </a:cubicBezTo>
                  <a:cubicBezTo>
                    <a:pt x="226" y="30"/>
                    <a:pt x="226" y="29"/>
                    <a:pt x="224" y="28"/>
                  </a:cubicBezTo>
                  <a:cubicBezTo>
                    <a:pt x="177" y="1"/>
                    <a:pt x="177" y="1"/>
                    <a:pt x="177" y="1"/>
                  </a:cubicBezTo>
                  <a:cubicBezTo>
                    <a:pt x="176" y="0"/>
                    <a:pt x="175" y="0"/>
                    <a:pt x="173" y="1"/>
                  </a:cubicBezTo>
                  <a:cubicBezTo>
                    <a:pt x="166" y="4"/>
                    <a:pt x="156" y="4"/>
                    <a:pt x="149" y="1"/>
                  </a:cubicBezTo>
                  <a:cubicBezTo>
                    <a:pt x="147" y="0"/>
                    <a:pt x="146" y="0"/>
                    <a:pt x="144" y="1"/>
                  </a:cubicBezTo>
                  <a:cubicBezTo>
                    <a:pt x="2" y="83"/>
                    <a:pt x="2" y="83"/>
                    <a:pt x="2" y="83"/>
                  </a:cubicBezTo>
                  <a:cubicBezTo>
                    <a:pt x="1" y="84"/>
                    <a:pt x="1" y="85"/>
                    <a:pt x="2" y="85"/>
                  </a:cubicBezTo>
                  <a:cubicBezTo>
                    <a:pt x="7" y="90"/>
                    <a:pt x="7" y="95"/>
                    <a:pt x="1" y="99"/>
                  </a:cubicBezTo>
                  <a:cubicBezTo>
                    <a:pt x="0" y="101"/>
                    <a:pt x="1" y="101"/>
                    <a:pt x="2" y="102"/>
                  </a:cubicBezTo>
                  <a:close/>
                  <a:moveTo>
                    <a:pt x="83" y="47"/>
                  </a:moveTo>
                  <a:cubicBezTo>
                    <a:pt x="100" y="38"/>
                    <a:pt x="127" y="38"/>
                    <a:pt x="144" y="47"/>
                  </a:cubicBezTo>
                  <a:cubicBezTo>
                    <a:pt x="160" y="57"/>
                    <a:pt x="160" y="73"/>
                    <a:pt x="143" y="83"/>
                  </a:cubicBezTo>
                  <a:cubicBezTo>
                    <a:pt x="127" y="93"/>
                    <a:pt x="99" y="93"/>
                    <a:pt x="82" y="83"/>
                  </a:cubicBezTo>
                  <a:cubicBezTo>
                    <a:pt x="66" y="73"/>
                    <a:pt x="66" y="57"/>
                    <a:pt x="83" y="47"/>
                  </a:cubicBezTo>
                  <a:close/>
                </a:path>
              </a:pathLst>
            </a:custGeom>
            <a:solidFill>
              <a:srgbClr val="7CB53E"/>
            </a:solidFill>
            <a:ln>
              <a:noFill/>
            </a:ln>
          </p:spPr>
          <p:txBody>
            <a:bodyPr anchor="ctr"/>
            <a:lstStyle/>
            <a:p>
              <a:endParaRPr lang="zh-CN" altLang="en-US"/>
            </a:p>
          </p:txBody>
        </p:sp>
        <p:sp>
          <p:nvSpPr>
            <p:cNvPr id="1049462" name="îşľíḓè"/>
            <p:cNvSpPr/>
            <p:nvPr>
              <p:custDataLst>
                <p:tags r:id="rId152"/>
              </p:custDataLst>
            </p:nvPr>
          </p:nvSpPr>
          <p:spPr bwMode="auto">
            <a:xfrm>
              <a:off x="4187815" y="4051193"/>
              <a:ext cx="215593" cy="126709"/>
            </a:xfrm>
            <a:custGeom>
              <a:avLst/>
              <a:gdLst>
                <a:gd name="T0" fmla="*/ 2147483646 w 34"/>
                <a:gd name="T1" fmla="*/ 2147483646 h 20"/>
                <a:gd name="T2" fmla="*/ 2147483646 w 34"/>
                <a:gd name="T3" fmla="*/ 2147483646 h 20"/>
                <a:gd name="T4" fmla="*/ 2147483646 w 34"/>
                <a:gd name="T5" fmla="*/ 2147483646 h 20"/>
                <a:gd name="T6" fmla="*/ 2147483646 w 34"/>
                <a:gd name="T7" fmla="*/ 2147483646 h 20"/>
                <a:gd name="T8" fmla="*/ 2147483646 w 3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6" y="4"/>
                  </a:moveTo>
                  <a:cubicBezTo>
                    <a:pt x="12" y="0"/>
                    <a:pt x="22" y="0"/>
                    <a:pt x="28" y="4"/>
                  </a:cubicBezTo>
                  <a:cubicBezTo>
                    <a:pt x="34" y="7"/>
                    <a:pt x="34" y="13"/>
                    <a:pt x="28" y="17"/>
                  </a:cubicBezTo>
                  <a:cubicBezTo>
                    <a:pt x="22" y="20"/>
                    <a:pt x="12" y="20"/>
                    <a:pt x="6" y="17"/>
                  </a:cubicBezTo>
                  <a:cubicBezTo>
                    <a:pt x="0" y="13"/>
                    <a:pt x="0" y="7"/>
                    <a:pt x="6" y="4"/>
                  </a:cubicBezTo>
                  <a:close/>
                </a:path>
              </a:pathLst>
            </a:custGeom>
            <a:solidFill>
              <a:srgbClr val="E3F5D0"/>
            </a:solidFill>
            <a:ln>
              <a:noFill/>
            </a:ln>
          </p:spPr>
          <p:txBody>
            <a:bodyPr anchor="ctr"/>
            <a:lstStyle/>
            <a:p>
              <a:endParaRPr lang="zh-CN" altLang="en-US"/>
            </a:p>
          </p:txBody>
        </p:sp>
        <p:sp>
          <p:nvSpPr>
            <p:cNvPr id="1049463" name="îṩľïďe"/>
            <p:cNvSpPr/>
            <p:nvPr>
              <p:custDataLst>
                <p:tags r:id="rId153"/>
              </p:custDataLst>
            </p:nvPr>
          </p:nvSpPr>
          <p:spPr bwMode="auto">
            <a:xfrm>
              <a:off x="4959411" y="3608661"/>
              <a:ext cx="215593" cy="126709"/>
            </a:xfrm>
            <a:custGeom>
              <a:avLst/>
              <a:gdLst>
                <a:gd name="T0" fmla="*/ 2147483646 w 34"/>
                <a:gd name="T1" fmla="*/ 2147483646 h 20"/>
                <a:gd name="T2" fmla="*/ 2147483646 w 34"/>
                <a:gd name="T3" fmla="*/ 2147483646 h 20"/>
                <a:gd name="T4" fmla="*/ 2147483646 w 34"/>
                <a:gd name="T5" fmla="*/ 2147483646 h 20"/>
                <a:gd name="T6" fmla="*/ 2147483646 w 34"/>
                <a:gd name="T7" fmla="*/ 2147483646 h 20"/>
                <a:gd name="T8" fmla="*/ 2147483646 w 3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6" y="4"/>
                  </a:moveTo>
                  <a:cubicBezTo>
                    <a:pt x="12" y="0"/>
                    <a:pt x="22" y="0"/>
                    <a:pt x="28" y="4"/>
                  </a:cubicBezTo>
                  <a:cubicBezTo>
                    <a:pt x="34" y="7"/>
                    <a:pt x="34" y="13"/>
                    <a:pt x="28" y="16"/>
                  </a:cubicBezTo>
                  <a:cubicBezTo>
                    <a:pt x="22" y="20"/>
                    <a:pt x="12" y="20"/>
                    <a:pt x="6" y="16"/>
                  </a:cubicBezTo>
                  <a:cubicBezTo>
                    <a:pt x="0" y="13"/>
                    <a:pt x="0" y="7"/>
                    <a:pt x="6" y="4"/>
                  </a:cubicBezTo>
                  <a:close/>
                </a:path>
              </a:pathLst>
            </a:custGeom>
            <a:solidFill>
              <a:srgbClr val="E3F5D0"/>
            </a:solidFill>
            <a:ln>
              <a:noFill/>
            </a:ln>
          </p:spPr>
          <p:txBody>
            <a:bodyPr anchor="ctr"/>
            <a:lstStyle/>
            <a:p>
              <a:endParaRPr lang="zh-CN" altLang="en-US"/>
            </a:p>
          </p:txBody>
        </p:sp>
        <p:sp>
          <p:nvSpPr>
            <p:cNvPr id="1049464" name="iṧľiḑê"/>
            <p:cNvSpPr/>
            <p:nvPr>
              <p:custDataLst>
                <p:tags r:id="rId154"/>
              </p:custDataLst>
            </p:nvPr>
          </p:nvSpPr>
          <p:spPr bwMode="auto">
            <a:xfrm>
              <a:off x="4549029" y="3799668"/>
              <a:ext cx="264763" cy="170205"/>
            </a:xfrm>
            <a:custGeom>
              <a:avLst/>
              <a:gdLst>
                <a:gd name="T0" fmla="*/ 2147483646 w 42"/>
                <a:gd name="T1" fmla="*/ 2147483646 h 27"/>
                <a:gd name="T2" fmla="*/ 2147483646 w 42"/>
                <a:gd name="T3" fmla="*/ 2147483646 h 27"/>
                <a:gd name="T4" fmla="*/ 2147483646 w 42"/>
                <a:gd name="T5" fmla="*/ 2147483646 h 27"/>
                <a:gd name="T6" fmla="*/ 2147483646 w 42"/>
                <a:gd name="T7" fmla="*/ 2147483646 h 27"/>
                <a:gd name="T8" fmla="*/ 2147483646 w 42"/>
                <a:gd name="T9" fmla="*/ 2147483646 h 27"/>
                <a:gd name="T10" fmla="*/ 2147483646 w 42"/>
                <a:gd name="T11" fmla="*/ 2147483646 h 27"/>
                <a:gd name="T12" fmla="*/ 2147483646 w 42"/>
                <a:gd name="T13" fmla="*/ 0 h 27"/>
                <a:gd name="T14" fmla="*/ 2147483646 w 42"/>
                <a:gd name="T15" fmla="*/ 2147483646 h 27"/>
                <a:gd name="T16" fmla="*/ 2147483646 w 42"/>
                <a:gd name="T17" fmla="*/ 2147483646 h 27"/>
                <a:gd name="T18" fmla="*/ 2147483646 w 42"/>
                <a:gd name="T19" fmla="*/ 2147483646 h 27"/>
                <a:gd name="T20" fmla="*/ 2147483646 w 42"/>
                <a:gd name="T21" fmla="*/ 2147483646 h 27"/>
                <a:gd name="T22" fmla="*/ 2147483646 w 42"/>
                <a:gd name="T23" fmla="*/ 2147483646 h 27"/>
                <a:gd name="T24" fmla="*/ 2147483646 w 42"/>
                <a:gd name="T25" fmla="*/ 2147483646 h 27"/>
                <a:gd name="T26" fmla="*/ 2147483646 w 42"/>
                <a:gd name="T27" fmla="*/ 2147483646 h 27"/>
                <a:gd name="T28" fmla="*/ 2147483646 w 42"/>
                <a:gd name="T29" fmla="*/ 2147483646 h 27"/>
                <a:gd name="T30" fmla="*/ 2147483646 w 42"/>
                <a:gd name="T31" fmla="*/ 2147483646 h 27"/>
                <a:gd name="T32" fmla="*/ 2147483646 w 42"/>
                <a:gd name="T33" fmla="*/ 2147483646 h 27"/>
                <a:gd name="T34" fmla="*/ 2147483646 w 42"/>
                <a:gd name="T35" fmla="*/ 2147483646 h 27"/>
                <a:gd name="T36" fmla="*/ 2147483646 w 42"/>
                <a:gd name="T37" fmla="*/ 2147483646 h 27"/>
                <a:gd name="T38" fmla="*/ 2147483646 w 42"/>
                <a:gd name="T39" fmla="*/ 2147483646 h 27"/>
                <a:gd name="T40" fmla="*/ 2147483646 w 42"/>
                <a:gd name="T41" fmla="*/ 2147483646 h 27"/>
                <a:gd name="T42" fmla="*/ 2147483646 w 42"/>
                <a:gd name="T43" fmla="*/ 2147483646 h 27"/>
                <a:gd name="T44" fmla="*/ 2147483646 w 42"/>
                <a:gd name="T45" fmla="*/ 2147483646 h 27"/>
                <a:gd name="T46" fmla="*/ 2147483646 w 42"/>
                <a:gd name="T47" fmla="*/ 2147483646 h 27"/>
                <a:gd name="T48" fmla="*/ 2147483646 w 42"/>
                <a:gd name="T49" fmla="*/ 2147483646 h 27"/>
                <a:gd name="T50" fmla="*/ 2147483646 w 42"/>
                <a:gd name="T51" fmla="*/ 2147483646 h 27"/>
                <a:gd name="T52" fmla="*/ 2147483646 w 42"/>
                <a:gd name="T53" fmla="*/ 2147483646 h 27"/>
                <a:gd name="T54" fmla="*/ 2147483646 w 42"/>
                <a:gd name="T55" fmla="*/ 2147483646 h 2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2" h="27">
                  <a:moveTo>
                    <a:pt x="36" y="11"/>
                  </a:moveTo>
                  <a:cubicBezTo>
                    <a:pt x="32" y="9"/>
                    <a:pt x="28" y="9"/>
                    <a:pt x="21" y="11"/>
                  </a:cubicBezTo>
                  <a:cubicBezTo>
                    <a:pt x="15" y="7"/>
                    <a:pt x="15" y="7"/>
                    <a:pt x="15" y="7"/>
                  </a:cubicBezTo>
                  <a:cubicBezTo>
                    <a:pt x="18" y="5"/>
                    <a:pt x="21" y="4"/>
                    <a:pt x="21" y="4"/>
                  </a:cubicBezTo>
                  <a:cubicBezTo>
                    <a:pt x="17" y="1"/>
                    <a:pt x="17" y="1"/>
                    <a:pt x="17" y="1"/>
                  </a:cubicBezTo>
                  <a:cubicBezTo>
                    <a:pt x="17" y="1"/>
                    <a:pt x="14" y="2"/>
                    <a:pt x="11" y="4"/>
                  </a:cubicBezTo>
                  <a:cubicBezTo>
                    <a:pt x="5" y="0"/>
                    <a:pt x="5" y="0"/>
                    <a:pt x="5" y="0"/>
                  </a:cubicBezTo>
                  <a:cubicBezTo>
                    <a:pt x="2" y="1"/>
                    <a:pt x="2" y="1"/>
                    <a:pt x="2" y="1"/>
                  </a:cubicBezTo>
                  <a:cubicBezTo>
                    <a:pt x="7" y="5"/>
                    <a:pt x="7" y="5"/>
                    <a:pt x="7" y="5"/>
                  </a:cubicBezTo>
                  <a:cubicBezTo>
                    <a:pt x="7" y="5"/>
                    <a:pt x="7" y="5"/>
                    <a:pt x="7" y="5"/>
                  </a:cubicBezTo>
                  <a:cubicBezTo>
                    <a:pt x="1" y="9"/>
                    <a:pt x="0" y="12"/>
                    <a:pt x="5" y="16"/>
                  </a:cubicBezTo>
                  <a:cubicBezTo>
                    <a:pt x="10" y="18"/>
                    <a:pt x="14" y="18"/>
                    <a:pt x="22" y="16"/>
                  </a:cubicBezTo>
                  <a:cubicBezTo>
                    <a:pt x="28" y="21"/>
                    <a:pt x="28" y="21"/>
                    <a:pt x="28" y="21"/>
                  </a:cubicBezTo>
                  <a:cubicBezTo>
                    <a:pt x="25" y="22"/>
                    <a:pt x="22" y="24"/>
                    <a:pt x="21" y="24"/>
                  </a:cubicBezTo>
                  <a:cubicBezTo>
                    <a:pt x="25" y="27"/>
                    <a:pt x="25" y="27"/>
                    <a:pt x="25" y="27"/>
                  </a:cubicBezTo>
                  <a:cubicBezTo>
                    <a:pt x="25" y="27"/>
                    <a:pt x="29" y="25"/>
                    <a:pt x="32" y="24"/>
                  </a:cubicBezTo>
                  <a:cubicBezTo>
                    <a:pt x="37" y="27"/>
                    <a:pt x="37" y="27"/>
                    <a:pt x="37" y="27"/>
                  </a:cubicBezTo>
                  <a:cubicBezTo>
                    <a:pt x="40" y="25"/>
                    <a:pt x="40" y="25"/>
                    <a:pt x="40" y="25"/>
                  </a:cubicBezTo>
                  <a:cubicBezTo>
                    <a:pt x="36" y="22"/>
                    <a:pt x="36" y="22"/>
                    <a:pt x="36" y="22"/>
                  </a:cubicBezTo>
                  <a:cubicBezTo>
                    <a:pt x="41" y="19"/>
                    <a:pt x="42" y="15"/>
                    <a:pt x="36" y="11"/>
                  </a:cubicBezTo>
                  <a:close/>
                  <a:moveTo>
                    <a:pt x="11" y="12"/>
                  </a:moveTo>
                  <a:cubicBezTo>
                    <a:pt x="9" y="11"/>
                    <a:pt x="9" y="10"/>
                    <a:pt x="12" y="8"/>
                  </a:cubicBezTo>
                  <a:cubicBezTo>
                    <a:pt x="17" y="12"/>
                    <a:pt x="17" y="12"/>
                    <a:pt x="17" y="12"/>
                  </a:cubicBezTo>
                  <a:cubicBezTo>
                    <a:pt x="13" y="13"/>
                    <a:pt x="12" y="13"/>
                    <a:pt x="11" y="12"/>
                  </a:cubicBezTo>
                  <a:close/>
                  <a:moveTo>
                    <a:pt x="31" y="19"/>
                  </a:moveTo>
                  <a:cubicBezTo>
                    <a:pt x="26" y="15"/>
                    <a:pt x="26" y="15"/>
                    <a:pt x="26" y="15"/>
                  </a:cubicBezTo>
                  <a:cubicBezTo>
                    <a:pt x="28" y="14"/>
                    <a:pt x="30" y="14"/>
                    <a:pt x="31" y="15"/>
                  </a:cubicBezTo>
                  <a:cubicBezTo>
                    <a:pt x="33" y="16"/>
                    <a:pt x="33" y="17"/>
                    <a:pt x="31" y="19"/>
                  </a:cubicBezTo>
                  <a:close/>
                </a:path>
              </a:pathLst>
            </a:custGeom>
            <a:solidFill>
              <a:srgbClr val="7CB53E"/>
            </a:solidFill>
            <a:ln>
              <a:noFill/>
            </a:ln>
          </p:spPr>
          <p:txBody>
            <a:bodyPr anchor="ctr"/>
            <a:lstStyle/>
            <a:p>
              <a:endParaRPr lang="zh-CN" altLang="en-US"/>
            </a:p>
          </p:txBody>
        </p:sp>
        <p:sp>
          <p:nvSpPr>
            <p:cNvPr id="1049465" name="ï$ļïḋé"/>
            <p:cNvSpPr/>
            <p:nvPr>
              <p:custDataLst>
                <p:tags r:id="rId155"/>
              </p:custDataLst>
            </p:nvPr>
          </p:nvSpPr>
          <p:spPr bwMode="auto">
            <a:xfrm>
              <a:off x="3890903" y="3578402"/>
              <a:ext cx="1860906" cy="858589"/>
            </a:xfrm>
            <a:custGeom>
              <a:avLst/>
              <a:gdLst>
                <a:gd name="T0" fmla="*/ 2147483646 w 294"/>
                <a:gd name="T1" fmla="*/ 0 h 136"/>
                <a:gd name="T2" fmla="*/ 2147483646 w 294"/>
                <a:gd name="T3" fmla="*/ 2147483646 h 136"/>
                <a:gd name="T4" fmla="*/ 2147483646 w 294"/>
                <a:gd name="T5" fmla="*/ 2147483646 h 136"/>
                <a:gd name="T6" fmla="*/ 2147483646 w 294"/>
                <a:gd name="T7" fmla="*/ 2147483646 h 136"/>
                <a:gd name="T8" fmla="*/ 2147483646 w 294"/>
                <a:gd name="T9" fmla="*/ 2147483646 h 136"/>
                <a:gd name="T10" fmla="*/ 2147483646 w 294"/>
                <a:gd name="T11" fmla="*/ 2147483646 h 136"/>
                <a:gd name="T12" fmla="*/ 0 w 294"/>
                <a:gd name="T13" fmla="*/ 2147483646 h 136"/>
                <a:gd name="T14" fmla="*/ 0 w 294"/>
                <a:gd name="T15" fmla="*/ 2147483646 h 136"/>
                <a:gd name="T16" fmla="*/ 2147483646 w 294"/>
                <a:gd name="T17" fmla="*/ 0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4" h="136">
                  <a:moveTo>
                    <a:pt x="294" y="0"/>
                  </a:moveTo>
                  <a:cubicBezTo>
                    <a:pt x="294" y="8"/>
                    <a:pt x="294" y="15"/>
                    <a:pt x="294" y="23"/>
                  </a:cubicBezTo>
                  <a:cubicBezTo>
                    <a:pt x="294" y="24"/>
                    <a:pt x="293" y="26"/>
                    <a:pt x="291" y="27"/>
                  </a:cubicBezTo>
                  <a:cubicBezTo>
                    <a:pt x="107" y="133"/>
                    <a:pt x="107" y="133"/>
                    <a:pt x="107" y="133"/>
                  </a:cubicBezTo>
                  <a:cubicBezTo>
                    <a:pt x="103" y="136"/>
                    <a:pt x="96" y="136"/>
                    <a:pt x="92" y="133"/>
                  </a:cubicBezTo>
                  <a:cubicBezTo>
                    <a:pt x="3" y="82"/>
                    <a:pt x="3" y="82"/>
                    <a:pt x="3" y="82"/>
                  </a:cubicBezTo>
                  <a:cubicBezTo>
                    <a:pt x="1" y="80"/>
                    <a:pt x="0" y="79"/>
                    <a:pt x="0" y="77"/>
                  </a:cubicBezTo>
                  <a:cubicBezTo>
                    <a:pt x="0" y="70"/>
                    <a:pt x="0" y="62"/>
                    <a:pt x="0" y="55"/>
                  </a:cubicBezTo>
                  <a:cubicBezTo>
                    <a:pt x="0" y="56"/>
                    <a:pt x="294" y="2"/>
                    <a:pt x="294" y="0"/>
                  </a:cubicBezTo>
                  <a:close/>
                </a:path>
              </a:pathLst>
            </a:custGeom>
            <a:solidFill>
              <a:srgbClr val="E3F5D0"/>
            </a:solidFill>
            <a:ln w="15875" cap="flat">
              <a:solidFill>
                <a:srgbClr val="7CB53E"/>
              </a:solidFill>
              <a:prstDash val="solid"/>
              <a:round/>
            </a:ln>
          </p:spPr>
          <p:txBody>
            <a:bodyPr anchor="ctr"/>
            <a:lstStyle/>
            <a:p>
              <a:endParaRPr lang="zh-CN" altLang="en-US"/>
            </a:p>
          </p:txBody>
        </p:sp>
        <p:sp>
          <p:nvSpPr>
            <p:cNvPr id="1049466" name="îSľïḓé"/>
            <p:cNvSpPr/>
            <p:nvPr>
              <p:custDataLst>
                <p:tags r:id="rId156"/>
              </p:custDataLst>
            </p:nvPr>
          </p:nvSpPr>
          <p:spPr bwMode="auto">
            <a:xfrm>
              <a:off x="3883339" y="3211516"/>
              <a:ext cx="1874145" cy="1079856"/>
            </a:xfrm>
            <a:custGeom>
              <a:avLst/>
              <a:gdLst>
                <a:gd name="T0" fmla="*/ 2147483646 w 296"/>
                <a:gd name="T1" fmla="*/ 2147483646 h 171"/>
                <a:gd name="T2" fmla="*/ 2147483646 w 296"/>
                <a:gd name="T3" fmla="*/ 2147483646 h 171"/>
                <a:gd name="T4" fmla="*/ 2147483646 w 296"/>
                <a:gd name="T5" fmla="*/ 2147483646 h 171"/>
                <a:gd name="T6" fmla="*/ 2147483646 w 296"/>
                <a:gd name="T7" fmla="*/ 2147483646 h 171"/>
                <a:gd name="T8" fmla="*/ 2147483646 w 296"/>
                <a:gd name="T9" fmla="*/ 2147483646 h 171"/>
                <a:gd name="T10" fmla="*/ 2147483646 w 296"/>
                <a:gd name="T11" fmla="*/ 2147483646 h 171"/>
                <a:gd name="T12" fmla="*/ 2147483646 w 296"/>
                <a:gd name="T13" fmla="*/ 2147483646 h 171"/>
                <a:gd name="T14" fmla="*/ 2147483646 w 296"/>
                <a:gd name="T15" fmla="*/ 2147483646 h 171"/>
                <a:gd name="T16" fmla="*/ 2147483646 w 296"/>
                <a:gd name="T17" fmla="*/ 2147483646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6" h="171">
                  <a:moveTo>
                    <a:pt x="4" y="108"/>
                  </a:moveTo>
                  <a:cubicBezTo>
                    <a:pt x="188" y="2"/>
                    <a:pt x="188" y="2"/>
                    <a:pt x="188" y="2"/>
                  </a:cubicBezTo>
                  <a:cubicBezTo>
                    <a:pt x="192" y="0"/>
                    <a:pt x="199" y="0"/>
                    <a:pt x="203" y="2"/>
                  </a:cubicBezTo>
                  <a:cubicBezTo>
                    <a:pt x="292" y="54"/>
                    <a:pt x="292" y="54"/>
                    <a:pt x="292" y="54"/>
                  </a:cubicBezTo>
                  <a:cubicBezTo>
                    <a:pt x="296" y="56"/>
                    <a:pt x="296" y="60"/>
                    <a:pt x="292" y="62"/>
                  </a:cubicBezTo>
                  <a:cubicBezTo>
                    <a:pt x="108" y="169"/>
                    <a:pt x="108" y="169"/>
                    <a:pt x="108" y="169"/>
                  </a:cubicBezTo>
                  <a:cubicBezTo>
                    <a:pt x="104" y="171"/>
                    <a:pt x="97" y="171"/>
                    <a:pt x="93" y="169"/>
                  </a:cubicBezTo>
                  <a:cubicBezTo>
                    <a:pt x="4" y="117"/>
                    <a:pt x="4" y="117"/>
                    <a:pt x="4" y="117"/>
                  </a:cubicBezTo>
                  <a:cubicBezTo>
                    <a:pt x="0" y="115"/>
                    <a:pt x="0" y="111"/>
                    <a:pt x="4" y="108"/>
                  </a:cubicBezTo>
                  <a:close/>
                </a:path>
              </a:pathLst>
            </a:custGeom>
            <a:solidFill>
              <a:srgbClr val="FFFFFF"/>
            </a:solidFill>
            <a:ln w="15875" cap="flat">
              <a:solidFill>
                <a:srgbClr val="7CB53E"/>
              </a:solidFill>
              <a:prstDash val="solid"/>
              <a:round/>
            </a:ln>
          </p:spPr>
          <p:txBody>
            <a:bodyPr anchor="ctr"/>
            <a:lstStyle/>
            <a:p>
              <a:endParaRPr lang="zh-CN" altLang="en-US"/>
            </a:p>
          </p:txBody>
        </p:sp>
        <p:sp>
          <p:nvSpPr>
            <p:cNvPr id="1049467" name="ïs1ïḑè"/>
            <p:cNvSpPr/>
            <p:nvPr>
              <p:custDataLst>
                <p:tags r:id="rId157"/>
              </p:custDataLst>
            </p:nvPr>
          </p:nvSpPr>
          <p:spPr bwMode="auto">
            <a:xfrm>
              <a:off x="4106496" y="3338224"/>
              <a:ext cx="1429720" cy="828330"/>
            </a:xfrm>
            <a:custGeom>
              <a:avLst/>
              <a:gdLst>
                <a:gd name="T0" fmla="*/ 2147483646 w 226"/>
                <a:gd name="T1" fmla="*/ 2147483646 h 131"/>
                <a:gd name="T2" fmla="*/ 2147483646 w 226"/>
                <a:gd name="T3" fmla="*/ 2147483646 h 131"/>
                <a:gd name="T4" fmla="*/ 2147483646 w 226"/>
                <a:gd name="T5" fmla="*/ 2147483646 h 131"/>
                <a:gd name="T6" fmla="*/ 2147483646 w 226"/>
                <a:gd name="T7" fmla="*/ 2147483646 h 131"/>
                <a:gd name="T8" fmla="*/ 2147483646 w 226"/>
                <a:gd name="T9" fmla="*/ 2147483646 h 131"/>
                <a:gd name="T10" fmla="*/ 2147483646 w 226"/>
                <a:gd name="T11" fmla="*/ 2147483646 h 131"/>
                <a:gd name="T12" fmla="*/ 2147483646 w 226"/>
                <a:gd name="T13" fmla="*/ 2147483646 h 131"/>
                <a:gd name="T14" fmla="*/ 2147483646 w 226"/>
                <a:gd name="T15" fmla="*/ 2147483646 h 131"/>
                <a:gd name="T16" fmla="*/ 2147483646 w 226"/>
                <a:gd name="T17" fmla="*/ 2147483646 h 131"/>
                <a:gd name="T18" fmla="*/ 2147483646 w 226"/>
                <a:gd name="T19" fmla="*/ 2147483646 h 131"/>
                <a:gd name="T20" fmla="*/ 2147483646 w 226"/>
                <a:gd name="T21" fmla="*/ 2147483646 h 131"/>
                <a:gd name="T22" fmla="*/ 2147483646 w 226"/>
                <a:gd name="T23" fmla="*/ 2147483646 h 131"/>
                <a:gd name="T24" fmla="*/ 2147483646 w 226"/>
                <a:gd name="T25" fmla="*/ 2147483646 h 131"/>
                <a:gd name="T26" fmla="*/ 2147483646 w 226"/>
                <a:gd name="T27" fmla="*/ 2147483646 h 131"/>
                <a:gd name="T28" fmla="*/ 2147483646 w 226"/>
                <a:gd name="T29" fmla="*/ 2147483646 h 131"/>
                <a:gd name="T30" fmla="*/ 2147483646 w 226"/>
                <a:gd name="T31" fmla="*/ 2147483646 h 131"/>
                <a:gd name="T32" fmla="*/ 2147483646 w 226"/>
                <a:gd name="T33" fmla="*/ 2147483646 h 131"/>
                <a:gd name="T34" fmla="*/ 2147483646 w 226"/>
                <a:gd name="T35" fmla="*/ 2147483646 h 131"/>
                <a:gd name="T36" fmla="*/ 2147483646 w 226"/>
                <a:gd name="T37" fmla="*/ 2147483646 h 131"/>
                <a:gd name="T38" fmla="*/ 2147483646 w 226"/>
                <a:gd name="T39" fmla="*/ 2147483646 h 131"/>
                <a:gd name="T40" fmla="*/ 2147483646 w 226"/>
                <a:gd name="T41" fmla="*/ 2147483646 h 131"/>
                <a:gd name="T42" fmla="*/ 2147483646 w 226"/>
                <a:gd name="T43" fmla="*/ 2147483646 h 1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 h="131">
                  <a:moveTo>
                    <a:pt x="2" y="102"/>
                  </a:moveTo>
                  <a:cubicBezTo>
                    <a:pt x="49" y="130"/>
                    <a:pt x="49" y="130"/>
                    <a:pt x="49" y="130"/>
                  </a:cubicBezTo>
                  <a:cubicBezTo>
                    <a:pt x="50" y="130"/>
                    <a:pt x="51" y="131"/>
                    <a:pt x="53" y="130"/>
                  </a:cubicBezTo>
                  <a:cubicBezTo>
                    <a:pt x="60" y="127"/>
                    <a:pt x="70" y="127"/>
                    <a:pt x="77" y="130"/>
                  </a:cubicBezTo>
                  <a:cubicBezTo>
                    <a:pt x="79" y="130"/>
                    <a:pt x="80" y="130"/>
                    <a:pt x="82" y="130"/>
                  </a:cubicBezTo>
                  <a:cubicBezTo>
                    <a:pt x="224" y="47"/>
                    <a:pt x="224" y="47"/>
                    <a:pt x="224" y="47"/>
                  </a:cubicBezTo>
                  <a:cubicBezTo>
                    <a:pt x="225" y="47"/>
                    <a:pt x="225" y="46"/>
                    <a:pt x="224" y="45"/>
                  </a:cubicBezTo>
                  <a:cubicBezTo>
                    <a:pt x="219" y="41"/>
                    <a:pt x="219" y="35"/>
                    <a:pt x="224" y="31"/>
                  </a:cubicBezTo>
                  <a:cubicBezTo>
                    <a:pt x="226" y="30"/>
                    <a:pt x="225" y="29"/>
                    <a:pt x="224" y="29"/>
                  </a:cubicBezTo>
                  <a:cubicBezTo>
                    <a:pt x="177" y="1"/>
                    <a:pt x="177" y="1"/>
                    <a:pt x="177" y="1"/>
                  </a:cubicBezTo>
                  <a:cubicBezTo>
                    <a:pt x="175" y="0"/>
                    <a:pt x="175" y="0"/>
                    <a:pt x="173" y="1"/>
                  </a:cubicBezTo>
                  <a:cubicBezTo>
                    <a:pt x="165" y="4"/>
                    <a:pt x="155" y="4"/>
                    <a:pt x="148" y="1"/>
                  </a:cubicBezTo>
                  <a:cubicBezTo>
                    <a:pt x="147" y="0"/>
                    <a:pt x="145" y="0"/>
                    <a:pt x="144" y="1"/>
                  </a:cubicBezTo>
                  <a:cubicBezTo>
                    <a:pt x="2" y="83"/>
                    <a:pt x="2" y="83"/>
                    <a:pt x="2" y="83"/>
                  </a:cubicBezTo>
                  <a:cubicBezTo>
                    <a:pt x="1" y="84"/>
                    <a:pt x="0" y="85"/>
                    <a:pt x="1" y="86"/>
                  </a:cubicBezTo>
                  <a:cubicBezTo>
                    <a:pt x="7" y="90"/>
                    <a:pt x="7" y="96"/>
                    <a:pt x="1" y="100"/>
                  </a:cubicBezTo>
                  <a:cubicBezTo>
                    <a:pt x="0" y="101"/>
                    <a:pt x="0" y="101"/>
                    <a:pt x="2" y="102"/>
                  </a:cubicBezTo>
                  <a:close/>
                  <a:moveTo>
                    <a:pt x="82" y="48"/>
                  </a:moveTo>
                  <a:cubicBezTo>
                    <a:pt x="99" y="38"/>
                    <a:pt x="127" y="38"/>
                    <a:pt x="143" y="48"/>
                  </a:cubicBezTo>
                  <a:cubicBezTo>
                    <a:pt x="160" y="57"/>
                    <a:pt x="160" y="73"/>
                    <a:pt x="143" y="83"/>
                  </a:cubicBezTo>
                  <a:cubicBezTo>
                    <a:pt x="126" y="93"/>
                    <a:pt x="99" y="93"/>
                    <a:pt x="82" y="83"/>
                  </a:cubicBezTo>
                  <a:cubicBezTo>
                    <a:pt x="65" y="73"/>
                    <a:pt x="66" y="57"/>
                    <a:pt x="82" y="48"/>
                  </a:cubicBezTo>
                  <a:close/>
                </a:path>
              </a:pathLst>
            </a:custGeom>
            <a:solidFill>
              <a:srgbClr val="7CB53E"/>
            </a:solidFill>
            <a:ln>
              <a:noFill/>
            </a:ln>
          </p:spPr>
          <p:txBody>
            <a:bodyPr anchor="ctr"/>
            <a:lstStyle/>
            <a:p>
              <a:endParaRPr lang="zh-CN" altLang="en-US"/>
            </a:p>
          </p:txBody>
        </p:sp>
        <p:sp>
          <p:nvSpPr>
            <p:cNvPr id="1049468" name="ïṡḷïḑê"/>
            <p:cNvSpPr/>
            <p:nvPr>
              <p:custDataLst>
                <p:tags r:id="rId158"/>
              </p:custDataLst>
            </p:nvPr>
          </p:nvSpPr>
          <p:spPr bwMode="auto">
            <a:xfrm>
              <a:off x="4327762" y="3913138"/>
              <a:ext cx="213702" cy="119144"/>
            </a:xfrm>
            <a:custGeom>
              <a:avLst/>
              <a:gdLst>
                <a:gd name="T0" fmla="*/ 2147483646 w 34"/>
                <a:gd name="T1" fmla="*/ 2147483646 h 19"/>
                <a:gd name="T2" fmla="*/ 2147483646 w 34"/>
                <a:gd name="T3" fmla="*/ 2147483646 h 19"/>
                <a:gd name="T4" fmla="*/ 2147483646 w 34"/>
                <a:gd name="T5" fmla="*/ 2147483646 h 19"/>
                <a:gd name="T6" fmla="*/ 2147483646 w 34"/>
                <a:gd name="T7" fmla="*/ 2147483646 h 19"/>
                <a:gd name="T8" fmla="*/ 2147483646 w 34"/>
                <a:gd name="T9" fmla="*/ 2147483646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19">
                  <a:moveTo>
                    <a:pt x="6" y="3"/>
                  </a:moveTo>
                  <a:cubicBezTo>
                    <a:pt x="12" y="0"/>
                    <a:pt x="22" y="0"/>
                    <a:pt x="28" y="3"/>
                  </a:cubicBezTo>
                  <a:cubicBezTo>
                    <a:pt x="34" y="7"/>
                    <a:pt x="34" y="12"/>
                    <a:pt x="28" y="16"/>
                  </a:cubicBezTo>
                  <a:cubicBezTo>
                    <a:pt x="22" y="19"/>
                    <a:pt x="12" y="19"/>
                    <a:pt x="6" y="16"/>
                  </a:cubicBezTo>
                  <a:cubicBezTo>
                    <a:pt x="0" y="12"/>
                    <a:pt x="0" y="7"/>
                    <a:pt x="6" y="3"/>
                  </a:cubicBezTo>
                  <a:close/>
                </a:path>
              </a:pathLst>
            </a:custGeom>
            <a:solidFill>
              <a:srgbClr val="E3F5D0"/>
            </a:solidFill>
            <a:ln>
              <a:noFill/>
            </a:ln>
          </p:spPr>
          <p:txBody>
            <a:bodyPr anchor="ctr"/>
            <a:lstStyle/>
            <a:p>
              <a:endParaRPr lang="zh-CN" altLang="en-US"/>
            </a:p>
          </p:txBody>
        </p:sp>
        <p:sp>
          <p:nvSpPr>
            <p:cNvPr id="1049469" name="î$ľïḓê"/>
            <p:cNvSpPr/>
            <p:nvPr>
              <p:custDataLst>
                <p:tags r:id="rId159"/>
              </p:custDataLst>
            </p:nvPr>
          </p:nvSpPr>
          <p:spPr bwMode="auto">
            <a:xfrm>
              <a:off x="5099357" y="3463040"/>
              <a:ext cx="215593" cy="126709"/>
            </a:xfrm>
            <a:custGeom>
              <a:avLst/>
              <a:gdLst>
                <a:gd name="T0" fmla="*/ 2147483646 w 34"/>
                <a:gd name="T1" fmla="*/ 2147483646 h 20"/>
                <a:gd name="T2" fmla="*/ 2147483646 w 34"/>
                <a:gd name="T3" fmla="*/ 2147483646 h 20"/>
                <a:gd name="T4" fmla="*/ 2147483646 w 34"/>
                <a:gd name="T5" fmla="*/ 2147483646 h 20"/>
                <a:gd name="T6" fmla="*/ 2147483646 w 34"/>
                <a:gd name="T7" fmla="*/ 2147483646 h 20"/>
                <a:gd name="T8" fmla="*/ 2147483646 w 3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6" y="4"/>
                  </a:moveTo>
                  <a:cubicBezTo>
                    <a:pt x="12" y="0"/>
                    <a:pt x="22" y="0"/>
                    <a:pt x="28" y="4"/>
                  </a:cubicBezTo>
                  <a:cubicBezTo>
                    <a:pt x="34" y="7"/>
                    <a:pt x="34" y="13"/>
                    <a:pt x="28" y="17"/>
                  </a:cubicBezTo>
                  <a:cubicBezTo>
                    <a:pt x="22" y="20"/>
                    <a:pt x="12" y="20"/>
                    <a:pt x="6" y="17"/>
                  </a:cubicBezTo>
                  <a:cubicBezTo>
                    <a:pt x="0" y="13"/>
                    <a:pt x="0" y="7"/>
                    <a:pt x="6" y="4"/>
                  </a:cubicBezTo>
                  <a:close/>
                </a:path>
              </a:pathLst>
            </a:custGeom>
            <a:solidFill>
              <a:srgbClr val="E3F5D0"/>
            </a:solidFill>
            <a:ln>
              <a:noFill/>
            </a:ln>
          </p:spPr>
          <p:txBody>
            <a:bodyPr anchor="ctr"/>
            <a:lstStyle/>
            <a:p>
              <a:endParaRPr lang="zh-CN" altLang="en-US"/>
            </a:p>
          </p:txBody>
        </p:sp>
        <p:sp>
          <p:nvSpPr>
            <p:cNvPr id="1049470" name="íSļïḑe"/>
            <p:cNvSpPr/>
            <p:nvPr>
              <p:custDataLst>
                <p:tags r:id="rId160"/>
              </p:custDataLst>
            </p:nvPr>
          </p:nvSpPr>
          <p:spPr bwMode="auto">
            <a:xfrm>
              <a:off x="4681410" y="3654049"/>
              <a:ext cx="272328" cy="170205"/>
            </a:xfrm>
            <a:custGeom>
              <a:avLst/>
              <a:gdLst>
                <a:gd name="T0" fmla="*/ 2147483646 w 43"/>
                <a:gd name="T1" fmla="*/ 2147483646 h 27"/>
                <a:gd name="T2" fmla="*/ 2147483646 w 43"/>
                <a:gd name="T3" fmla="*/ 2147483646 h 27"/>
                <a:gd name="T4" fmla="*/ 2147483646 w 43"/>
                <a:gd name="T5" fmla="*/ 2147483646 h 27"/>
                <a:gd name="T6" fmla="*/ 2147483646 w 43"/>
                <a:gd name="T7" fmla="*/ 2147483646 h 27"/>
                <a:gd name="T8" fmla="*/ 2147483646 w 43"/>
                <a:gd name="T9" fmla="*/ 2147483646 h 27"/>
                <a:gd name="T10" fmla="*/ 2147483646 w 43"/>
                <a:gd name="T11" fmla="*/ 2147483646 h 27"/>
                <a:gd name="T12" fmla="*/ 2147483646 w 43"/>
                <a:gd name="T13" fmla="*/ 0 h 27"/>
                <a:gd name="T14" fmla="*/ 2147483646 w 43"/>
                <a:gd name="T15" fmla="*/ 2147483646 h 27"/>
                <a:gd name="T16" fmla="*/ 2147483646 w 43"/>
                <a:gd name="T17" fmla="*/ 2147483646 h 27"/>
                <a:gd name="T18" fmla="*/ 2147483646 w 43"/>
                <a:gd name="T19" fmla="*/ 2147483646 h 27"/>
                <a:gd name="T20" fmla="*/ 2147483646 w 43"/>
                <a:gd name="T21" fmla="*/ 2147483646 h 27"/>
                <a:gd name="T22" fmla="*/ 2147483646 w 43"/>
                <a:gd name="T23" fmla="*/ 2147483646 h 27"/>
                <a:gd name="T24" fmla="*/ 2147483646 w 43"/>
                <a:gd name="T25" fmla="*/ 2147483646 h 27"/>
                <a:gd name="T26" fmla="*/ 2147483646 w 43"/>
                <a:gd name="T27" fmla="*/ 2147483646 h 27"/>
                <a:gd name="T28" fmla="*/ 2147483646 w 43"/>
                <a:gd name="T29" fmla="*/ 2147483646 h 27"/>
                <a:gd name="T30" fmla="*/ 2147483646 w 43"/>
                <a:gd name="T31" fmla="*/ 2147483646 h 27"/>
                <a:gd name="T32" fmla="*/ 2147483646 w 43"/>
                <a:gd name="T33" fmla="*/ 2147483646 h 27"/>
                <a:gd name="T34" fmla="*/ 2147483646 w 43"/>
                <a:gd name="T35" fmla="*/ 2147483646 h 27"/>
                <a:gd name="T36" fmla="*/ 2147483646 w 43"/>
                <a:gd name="T37" fmla="*/ 2147483646 h 27"/>
                <a:gd name="T38" fmla="*/ 2147483646 w 43"/>
                <a:gd name="T39" fmla="*/ 2147483646 h 27"/>
                <a:gd name="T40" fmla="*/ 2147483646 w 43"/>
                <a:gd name="T41" fmla="*/ 2147483646 h 27"/>
                <a:gd name="T42" fmla="*/ 2147483646 w 43"/>
                <a:gd name="T43" fmla="*/ 2147483646 h 27"/>
                <a:gd name="T44" fmla="*/ 2147483646 w 43"/>
                <a:gd name="T45" fmla="*/ 2147483646 h 27"/>
                <a:gd name="T46" fmla="*/ 2147483646 w 43"/>
                <a:gd name="T47" fmla="*/ 2147483646 h 27"/>
                <a:gd name="T48" fmla="*/ 2147483646 w 43"/>
                <a:gd name="T49" fmla="*/ 2147483646 h 27"/>
                <a:gd name="T50" fmla="*/ 2147483646 w 43"/>
                <a:gd name="T51" fmla="*/ 2147483646 h 27"/>
                <a:gd name="T52" fmla="*/ 2147483646 w 43"/>
                <a:gd name="T53" fmla="*/ 2147483646 h 27"/>
                <a:gd name="T54" fmla="*/ 2147483646 w 43"/>
                <a:gd name="T55" fmla="*/ 2147483646 h 2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3" h="27">
                  <a:moveTo>
                    <a:pt x="37" y="12"/>
                  </a:moveTo>
                  <a:cubicBezTo>
                    <a:pt x="33" y="9"/>
                    <a:pt x="29" y="9"/>
                    <a:pt x="22" y="11"/>
                  </a:cubicBezTo>
                  <a:cubicBezTo>
                    <a:pt x="16" y="7"/>
                    <a:pt x="16" y="7"/>
                    <a:pt x="16" y="7"/>
                  </a:cubicBezTo>
                  <a:cubicBezTo>
                    <a:pt x="18" y="5"/>
                    <a:pt x="22" y="4"/>
                    <a:pt x="22" y="4"/>
                  </a:cubicBezTo>
                  <a:cubicBezTo>
                    <a:pt x="18" y="1"/>
                    <a:pt x="18" y="1"/>
                    <a:pt x="18" y="1"/>
                  </a:cubicBezTo>
                  <a:cubicBezTo>
                    <a:pt x="18" y="1"/>
                    <a:pt x="15" y="2"/>
                    <a:pt x="11" y="4"/>
                  </a:cubicBezTo>
                  <a:cubicBezTo>
                    <a:pt x="6" y="0"/>
                    <a:pt x="6" y="0"/>
                    <a:pt x="6" y="0"/>
                  </a:cubicBezTo>
                  <a:cubicBezTo>
                    <a:pt x="3" y="2"/>
                    <a:pt x="3" y="2"/>
                    <a:pt x="3" y="2"/>
                  </a:cubicBezTo>
                  <a:cubicBezTo>
                    <a:pt x="8" y="5"/>
                    <a:pt x="8" y="5"/>
                    <a:pt x="8" y="5"/>
                  </a:cubicBezTo>
                  <a:cubicBezTo>
                    <a:pt x="7" y="6"/>
                    <a:pt x="7" y="6"/>
                    <a:pt x="7" y="6"/>
                  </a:cubicBezTo>
                  <a:cubicBezTo>
                    <a:pt x="2" y="9"/>
                    <a:pt x="0" y="13"/>
                    <a:pt x="6" y="16"/>
                  </a:cubicBezTo>
                  <a:cubicBezTo>
                    <a:pt x="11" y="19"/>
                    <a:pt x="15" y="19"/>
                    <a:pt x="22" y="16"/>
                  </a:cubicBezTo>
                  <a:cubicBezTo>
                    <a:pt x="29" y="21"/>
                    <a:pt x="29" y="21"/>
                    <a:pt x="29" y="21"/>
                  </a:cubicBezTo>
                  <a:cubicBezTo>
                    <a:pt x="26" y="22"/>
                    <a:pt x="22" y="24"/>
                    <a:pt x="22" y="24"/>
                  </a:cubicBezTo>
                  <a:cubicBezTo>
                    <a:pt x="26" y="27"/>
                    <a:pt x="26" y="27"/>
                    <a:pt x="26" y="27"/>
                  </a:cubicBezTo>
                  <a:cubicBezTo>
                    <a:pt x="26" y="27"/>
                    <a:pt x="30" y="26"/>
                    <a:pt x="33" y="24"/>
                  </a:cubicBezTo>
                  <a:cubicBezTo>
                    <a:pt x="37" y="27"/>
                    <a:pt x="37" y="27"/>
                    <a:pt x="37" y="27"/>
                  </a:cubicBezTo>
                  <a:cubicBezTo>
                    <a:pt x="41" y="26"/>
                    <a:pt x="41" y="26"/>
                    <a:pt x="41" y="26"/>
                  </a:cubicBezTo>
                  <a:cubicBezTo>
                    <a:pt x="37" y="22"/>
                    <a:pt x="37" y="22"/>
                    <a:pt x="37" y="22"/>
                  </a:cubicBezTo>
                  <a:cubicBezTo>
                    <a:pt x="42" y="19"/>
                    <a:pt x="43" y="15"/>
                    <a:pt x="37" y="12"/>
                  </a:cubicBezTo>
                  <a:close/>
                  <a:moveTo>
                    <a:pt x="11" y="13"/>
                  </a:moveTo>
                  <a:cubicBezTo>
                    <a:pt x="10" y="12"/>
                    <a:pt x="10" y="10"/>
                    <a:pt x="12" y="9"/>
                  </a:cubicBezTo>
                  <a:cubicBezTo>
                    <a:pt x="18" y="12"/>
                    <a:pt x="18" y="12"/>
                    <a:pt x="18" y="12"/>
                  </a:cubicBezTo>
                  <a:cubicBezTo>
                    <a:pt x="14" y="13"/>
                    <a:pt x="13" y="13"/>
                    <a:pt x="11" y="13"/>
                  </a:cubicBezTo>
                  <a:close/>
                  <a:moveTo>
                    <a:pt x="32" y="19"/>
                  </a:moveTo>
                  <a:cubicBezTo>
                    <a:pt x="26" y="15"/>
                    <a:pt x="26" y="15"/>
                    <a:pt x="26" y="15"/>
                  </a:cubicBezTo>
                  <a:cubicBezTo>
                    <a:pt x="29" y="14"/>
                    <a:pt x="31" y="14"/>
                    <a:pt x="32" y="15"/>
                  </a:cubicBezTo>
                  <a:cubicBezTo>
                    <a:pt x="34" y="16"/>
                    <a:pt x="34" y="18"/>
                    <a:pt x="32" y="19"/>
                  </a:cubicBezTo>
                  <a:close/>
                </a:path>
              </a:pathLst>
            </a:custGeom>
            <a:solidFill>
              <a:srgbClr val="7CB53E"/>
            </a:solidFill>
            <a:ln>
              <a:noFill/>
            </a:ln>
          </p:spPr>
          <p:txBody>
            <a:bodyPr anchor="ctr"/>
            <a:lstStyle/>
            <a:p>
              <a:endParaRPr lang="zh-CN" altLang="en-US"/>
            </a:p>
          </p:txBody>
        </p:sp>
        <p:sp>
          <p:nvSpPr>
            <p:cNvPr id="1049471" name="iṣḷîďé"/>
            <p:cNvSpPr/>
            <p:nvPr>
              <p:custDataLst>
                <p:tags r:id="rId161"/>
              </p:custDataLst>
            </p:nvPr>
          </p:nvSpPr>
          <p:spPr bwMode="auto">
            <a:xfrm>
              <a:off x="5751809" y="4406732"/>
              <a:ext cx="841569" cy="364995"/>
            </a:xfrm>
            <a:custGeom>
              <a:avLst/>
              <a:gdLst>
                <a:gd name="T0" fmla="*/ 2147483646 w 133"/>
                <a:gd name="T1" fmla="*/ 0 h 58"/>
                <a:gd name="T2" fmla="*/ 2147483646 w 133"/>
                <a:gd name="T3" fmla="*/ 2147483646 h 58"/>
                <a:gd name="T4" fmla="*/ 2147483646 w 133"/>
                <a:gd name="T5" fmla="*/ 2147483646 h 58"/>
                <a:gd name="T6" fmla="*/ 2147483646 w 133"/>
                <a:gd name="T7" fmla="*/ 2147483646 h 58"/>
                <a:gd name="T8" fmla="*/ 0 w 133"/>
                <a:gd name="T9" fmla="*/ 2147483646 h 58"/>
                <a:gd name="T10" fmla="*/ 0 w 133"/>
                <a:gd name="T11" fmla="*/ 0 h 58"/>
                <a:gd name="T12" fmla="*/ 2147483646 w 133"/>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3" h="58">
                  <a:moveTo>
                    <a:pt x="133" y="0"/>
                  </a:moveTo>
                  <a:cubicBezTo>
                    <a:pt x="133" y="16"/>
                    <a:pt x="133" y="16"/>
                    <a:pt x="133" y="16"/>
                  </a:cubicBezTo>
                  <a:cubicBezTo>
                    <a:pt x="133" y="26"/>
                    <a:pt x="126" y="36"/>
                    <a:pt x="113" y="43"/>
                  </a:cubicBezTo>
                  <a:cubicBezTo>
                    <a:pt x="88" y="58"/>
                    <a:pt x="46" y="58"/>
                    <a:pt x="20" y="43"/>
                  </a:cubicBezTo>
                  <a:cubicBezTo>
                    <a:pt x="7" y="36"/>
                    <a:pt x="0" y="26"/>
                    <a:pt x="0" y="16"/>
                  </a:cubicBezTo>
                  <a:cubicBezTo>
                    <a:pt x="0" y="0"/>
                    <a:pt x="0" y="0"/>
                    <a:pt x="0" y="0"/>
                  </a:cubicBezTo>
                  <a:cubicBezTo>
                    <a:pt x="23" y="0"/>
                    <a:pt x="112" y="0"/>
                    <a:pt x="133" y="0"/>
                  </a:cubicBezTo>
                  <a:close/>
                </a:path>
              </a:pathLst>
            </a:custGeom>
            <a:solidFill>
              <a:srgbClr val="FFE5A3"/>
            </a:solidFill>
            <a:ln w="15875" cap="flat">
              <a:solidFill>
                <a:srgbClr val="FFBC12"/>
              </a:solidFill>
              <a:prstDash val="solid"/>
              <a:round/>
            </a:ln>
          </p:spPr>
          <p:txBody>
            <a:bodyPr anchor="ctr"/>
            <a:lstStyle/>
            <a:p>
              <a:endParaRPr lang="zh-CN" altLang="en-US"/>
            </a:p>
          </p:txBody>
        </p:sp>
        <p:sp>
          <p:nvSpPr>
            <p:cNvPr id="1049472" name="ïṥḷïdê"/>
            <p:cNvSpPr/>
            <p:nvPr>
              <p:custDataLst>
                <p:tags r:id="rId162"/>
              </p:custDataLst>
            </p:nvPr>
          </p:nvSpPr>
          <p:spPr bwMode="auto">
            <a:xfrm>
              <a:off x="5713986" y="4140077"/>
              <a:ext cx="917215" cy="537091"/>
            </a:xfrm>
            <a:custGeom>
              <a:avLst/>
              <a:gdLst>
                <a:gd name="T0" fmla="*/ 2147483646 w 145"/>
                <a:gd name="T1" fmla="*/ 2147483646 h 85"/>
                <a:gd name="T2" fmla="*/ 2147483646 w 145"/>
                <a:gd name="T3" fmla="*/ 2147483646 h 85"/>
                <a:gd name="T4" fmla="*/ 2147483646 w 145"/>
                <a:gd name="T5" fmla="*/ 2147483646 h 85"/>
                <a:gd name="T6" fmla="*/ 2147483646 w 145"/>
                <a:gd name="T7" fmla="*/ 2147483646 h 85"/>
                <a:gd name="T8" fmla="*/ 2147483646 w 145"/>
                <a:gd name="T9" fmla="*/ 2147483646 h 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85">
                  <a:moveTo>
                    <a:pt x="119" y="15"/>
                  </a:moveTo>
                  <a:cubicBezTo>
                    <a:pt x="93" y="0"/>
                    <a:pt x="51" y="0"/>
                    <a:pt x="25" y="15"/>
                  </a:cubicBezTo>
                  <a:cubicBezTo>
                    <a:pt x="0" y="30"/>
                    <a:pt x="0" y="54"/>
                    <a:pt x="26" y="69"/>
                  </a:cubicBezTo>
                  <a:cubicBezTo>
                    <a:pt x="52" y="85"/>
                    <a:pt x="94" y="84"/>
                    <a:pt x="119" y="69"/>
                  </a:cubicBezTo>
                  <a:cubicBezTo>
                    <a:pt x="145" y="54"/>
                    <a:pt x="145" y="30"/>
                    <a:pt x="119" y="15"/>
                  </a:cubicBezTo>
                  <a:close/>
                </a:path>
              </a:pathLst>
            </a:custGeom>
            <a:solidFill>
              <a:srgbClr val="FFFFFF"/>
            </a:solidFill>
            <a:ln w="15875" cap="flat">
              <a:solidFill>
                <a:srgbClr val="FFBC12"/>
              </a:solidFill>
              <a:prstDash val="solid"/>
              <a:round/>
            </a:ln>
          </p:spPr>
          <p:txBody>
            <a:bodyPr anchor="ctr"/>
            <a:lstStyle/>
            <a:p>
              <a:endParaRPr lang="zh-CN" altLang="en-US"/>
            </a:p>
          </p:txBody>
        </p:sp>
        <p:sp>
          <p:nvSpPr>
            <p:cNvPr id="1049473" name="i$liḍè"/>
            <p:cNvSpPr/>
            <p:nvPr>
              <p:custDataLst>
                <p:tags r:id="rId163"/>
              </p:custDataLst>
            </p:nvPr>
          </p:nvSpPr>
          <p:spPr bwMode="auto">
            <a:xfrm>
              <a:off x="5838803" y="4204377"/>
              <a:ext cx="658125" cy="221267"/>
            </a:xfrm>
            <a:custGeom>
              <a:avLst/>
              <a:gdLst>
                <a:gd name="T0" fmla="*/ 2147483646 w 104"/>
                <a:gd name="T1" fmla="*/ 2147483646 h 35"/>
                <a:gd name="T2" fmla="*/ 2147483646 w 104"/>
                <a:gd name="T3" fmla="*/ 2147483646 h 35"/>
                <a:gd name="T4" fmla="*/ 2147483646 w 104"/>
                <a:gd name="T5" fmla="*/ 2147483646 h 35"/>
                <a:gd name="T6" fmla="*/ 2147483646 w 104"/>
                <a:gd name="T7" fmla="*/ 2147483646 h 35"/>
                <a:gd name="T8" fmla="*/ 2147483646 w 104"/>
                <a:gd name="T9" fmla="*/ 2147483646 h 35"/>
                <a:gd name="T10" fmla="*/ 2147483646 w 104"/>
                <a:gd name="T11" fmla="*/ 2147483646 h 35"/>
                <a:gd name="T12" fmla="*/ 2147483646 w 104"/>
                <a:gd name="T13" fmla="*/ 2147483646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35">
                  <a:moveTo>
                    <a:pt x="88" y="12"/>
                  </a:moveTo>
                  <a:cubicBezTo>
                    <a:pt x="100" y="18"/>
                    <a:pt x="104" y="27"/>
                    <a:pt x="103" y="35"/>
                  </a:cubicBezTo>
                  <a:cubicBezTo>
                    <a:pt x="102" y="29"/>
                    <a:pt x="97" y="23"/>
                    <a:pt x="88" y="18"/>
                  </a:cubicBezTo>
                  <a:cubicBezTo>
                    <a:pt x="68" y="6"/>
                    <a:pt x="36" y="6"/>
                    <a:pt x="16" y="18"/>
                  </a:cubicBezTo>
                  <a:cubicBezTo>
                    <a:pt x="8" y="23"/>
                    <a:pt x="3" y="29"/>
                    <a:pt x="2" y="35"/>
                  </a:cubicBezTo>
                  <a:cubicBezTo>
                    <a:pt x="0" y="27"/>
                    <a:pt x="5" y="18"/>
                    <a:pt x="16" y="12"/>
                  </a:cubicBezTo>
                  <a:cubicBezTo>
                    <a:pt x="36" y="0"/>
                    <a:pt x="68" y="0"/>
                    <a:pt x="88" y="12"/>
                  </a:cubicBezTo>
                  <a:close/>
                </a:path>
              </a:pathLst>
            </a:custGeom>
            <a:solidFill>
              <a:srgbClr val="FFE5A3"/>
            </a:solidFill>
            <a:ln>
              <a:noFill/>
            </a:ln>
          </p:spPr>
          <p:txBody>
            <a:bodyPr anchor="ctr"/>
            <a:lstStyle/>
            <a:p>
              <a:endParaRPr lang="zh-CN" altLang="en-US"/>
            </a:p>
          </p:txBody>
        </p:sp>
        <p:sp>
          <p:nvSpPr>
            <p:cNvPr id="1049474" name="išļîḍê"/>
            <p:cNvSpPr/>
            <p:nvPr>
              <p:custDataLst>
                <p:tags r:id="rId164"/>
              </p:custDataLst>
            </p:nvPr>
          </p:nvSpPr>
          <p:spPr bwMode="auto">
            <a:xfrm>
              <a:off x="5852040" y="4242200"/>
              <a:ext cx="639214" cy="372560"/>
            </a:xfrm>
            <a:custGeom>
              <a:avLst/>
              <a:gdLst>
                <a:gd name="T0" fmla="*/ 2147483646 w 101"/>
                <a:gd name="T1" fmla="*/ 2147483646 h 59"/>
                <a:gd name="T2" fmla="*/ 2147483646 w 101"/>
                <a:gd name="T3" fmla="*/ 2147483646 h 59"/>
                <a:gd name="T4" fmla="*/ 2147483646 w 101"/>
                <a:gd name="T5" fmla="*/ 2147483646 h 59"/>
                <a:gd name="T6" fmla="*/ 2147483646 w 101"/>
                <a:gd name="T7" fmla="*/ 2147483646 h 59"/>
                <a:gd name="T8" fmla="*/ 0 w 101"/>
                <a:gd name="T9" fmla="*/ 2147483646 h 59"/>
                <a:gd name="T10" fmla="*/ 2147483646 w 101"/>
                <a:gd name="T11" fmla="*/ 2147483646 h 59"/>
                <a:gd name="T12" fmla="*/ 2147483646 w 101"/>
                <a:gd name="T13" fmla="*/ 2147483646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59">
                  <a:moveTo>
                    <a:pt x="86" y="12"/>
                  </a:moveTo>
                  <a:cubicBezTo>
                    <a:pt x="95" y="17"/>
                    <a:pt x="100" y="23"/>
                    <a:pt x="101" y="29"/>
                  </a:cubicBezTo>
                  <a:cubicBezTo>
                    <a:pt x="100" y="36"/>
                    <a:pt x="95" y="42"/>
                    <a:pt x="86" y="47"/>
                  </a:cubicBezTo>
                  <a:cubicBezTo>
                    <a:pt x="67" y="59"/>
                    <a:pt x="35" y="59"/>
                    <a:pt x="15" y="47"/>
                  </a:cubicBezTo>
                  <a:cubicBezTo>
                    <a:pt x="6" y="42"/>
                    <a:pt x="1" y="36"/>
                    <a:pt x="0" y="29"/>
                  </a:cubicBezTo>
                  <a:cubicBezTo>
                    <a:pt x="1" y="23"/>
                    <a:pt x="6" y="17"/>
                    <a:pt x="14" y="12"/>
                  </a:cubicBezTo>
                  <a:cubicBezTo>
                    <a:pt x="34" y="0"/>
                    <a:pt x="66" y="0"/>
                    <a:pt x="86" y="12"/>
                  </a:cubicBezTo>
                  <a:close/>
                </a:path>
              </a:pathLst>
            </a:custGeom>
            <a:solidFill>
              <a:srgbClr val="FFFFFF"/>
            </a:solidFill>
            <a:ln>
              <a:noFill/>
            </a:ln>
          </p:spPr>
          <p:txBody>
            <a:bodyPr anchor="ctr"/>
            <a:lstStyle/>
            <a:p>
              <a:endParaRPr lang="zh-CN" altLang="en-US"/>
            </a:p>
          </p:txBody>
        </p:sp>
        <p:sp>
          <p:nvSpPr>
            <p:cNvPr id="1049475" name="íṥlîḓé"/>
            <p:cNvSpPr/>
            <p:nvPr>
              <p:custDataLst>
                <p:tags r:id="rId165"/>
              </p:custDataLst>
            </p:nvPr>
          </p:nvSpPr>
          <p:spPr bwMode="auto">
            <a:xfrm>
              <a:off x="5838803" y="4204377"/>
              <a:ext cx="658125" cy="410383"/>
            </a:xfrm>
            <a:custGeom>
              <a:avLst/>
              <a:gdLst>
                <a:gd name="T0" fmla="*/ 2147483646 w 104"/>
                <a:gd name="T1" fmla="*/ 2147483646 h 65"/>
                <a:gd name="T2" fmla="*/ 2147483646 w 104"/>
                <a:gd name="T3" fmla="*/ 2147483646 h 65"/>
                <a:gd name="T4" fmla="*/ 2147483646 w 104"/>
                <a:gd name="T5" fmla="*/ 2147483646 h 65"/>
                <a:gd name="T6" fmla="*/ 2147483646 w 104"/>
                <a:gd name="T7" fmla="*/ 2147483646 h 65"/>
                <a:gd name="T8" fmla="*/ 2147483646 w 104"/>
                <a:gd name="T9" fmla="*/ 2147483646 h 65"/>
                <a:gd name="T10" fmla="*/ 2147483646 w 104"/>
                <a:gd name="T11" fmla="*/ 2147483646 h 65"/>
                <a:gd name="T12" fmla="*/ 2147483646 w 104"/>
                <a:gd name="T13" fmla="*/ 2147483646 h 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65">
                  <a:moveTo>
                    <a:pt x="103" y="35"/>
                  </a:moveTo>
                  <a:cubicBezTo>
                    <a:pt x="104" y="27"/>
                    <a:pt x="100" y="18"/>
                    <a:pt x="88" y="12"/>
                  </a:cubicBezTo>
                  <a:cubicBezTo>
                    <a:pt x="68" y="0"/>
                    <a:pt x="36" y="0"/>
                    <a:pt x="16" y="12"/>
                  </a:cubicBezTo>
                  <a:cubicBezTo>
                    <a:pt x="5" y="18"/>
                    <a:pt x="0" y="27"/>
                    <a:pt x="2" y="35"/>
                  </a:cubicBezTo>
                  <a:cubicBezTo>
                    <a:pt x="3" y="42"/>
                    <a:pt x="8" y="48"/>
                    <a:pt x="17" y="53"/>
                  </a:cubicBezTo>
                  <a:cubicBezTo>
                    <a:pt x="37" y="65"/>
                    <a:pt x="69" y="65"/>
                    <a:pt x="88" y="53"/>
                  </a:cubicBezTo>
                  <a:cubicBezTo>
                    <a:pt x="97" y="48"/>
                    <a:pt x="102" y="42"/>
                    <a:pt x="103" y="35"/>
                  </a:cubicBezTo>
                  <a:close/>
                </a:path>
              </a:pathLst>
            </a:custGeom>
            <a:noFill/>
            <a:ln w="15875" cap="flat">
              <a:solidFill>
                <a:srgbClr val="FFBC12"/>
              </a:solidFill>
              <a:prstDash val="solid"/>
              <a:round/>
            </a:ln>
          </p:spPr>
          <p:txBody>
            <a:bodyPr anchor="ctr"/>
            <a:lstStyle/>
            <a:p>
              <a:endParaRPr lang="zh-CN" altLang="en-US"/>
            </a:p>
          </p:txBody>
        </p:sp>
        <p:sp>
          <p:nvSpPr>
            <p:cNvPr id="1049476" name="išļïďê"/>
            <p:cNvSpPr/>
            <p:nvPr>
              <p:custDataLst>
                <p:tags r:id="rId166"/>
              </p:custDataLst>
            </p:nvPr>
          </p:nvSpPr>
          <p:spPr bwMode="auto">
            <a:xfrm>
              <a:off x="5852040" y="4242200"/>
              <a:ext cx="639214" cy="189116"/>
            </a:xfrm>
            <a:custGeom>
              <a:avLst/>
              <a:gdLst>
                <a:gd name="T0" fmla="*/ 2147483646 w 101"/>
                <a:gd name="T1" fmla="*/ 2147483646 h 30"/>
                <a:gd name="T2" fmla="*/ 2147483646 w 101"/>
                <a:gd name="T3" fmla="*/ 2147483646 h 30"/>
                <a:gd name="T4" fmla="*/ 2147483646 w 101"/>
                <a:gd name="T5" fmla="*/ 2147483646 h 30"/>
                <a:gd name="T6" fmla="*/ 2147483646 w 101"/>
                <a:gd name="T7" fmla="*/ 2147483646 h 30"/>
                <a:gd name="T8" fmla="*/ 0 w 101"/>
                <a:gd name="T9" fmla="*/ 2147483646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30">
                  <a:moveTo>
                    <a:pt x="101" y="30"/>
                  </a:moveTo>
                  <a:cubicBezTo>
                    <a:pt x="101" y="30"/>
                    <a:pt x="101" y="29"/>
                    <a:pt x="101" y="29"/>
                  </a:cubicBezTo>
                  <a:cubicBezTo>
                    <a:pt x="100" y="23"/>
                    <a:pt x="95" y="17"/>
                    <a:pt x="86" y="12"/>
                  </a:cubicBezTo>
                  <a:cubicBezTo>
                    <a:pt x="66" y="0"/>
                    <a:pt x="34" y="0"/>
                    <a:pt x="14" y="12"/>
                  </a:cubicBezTo>
                  <a:cubicBezTo>
                    <a:pt x="6" y="17"/>
                    <a:pt x="1" y="23"/>
                    <a:pt x="0" y="29"/>
                  </a:cubicBezTo>
                </a:path>
              </a:pathLst>
            </a:custGeom>
            <a:noFill/>
            <a:ln w="15875" cap="flat">
              <a:solidFill>
                <a:srgbClr val="FFBC12"/>
              </a:solidFill>
              <a:prstDash val="solid"/>
              <a:round/>
            </a:ln>
          </p:spPr>
          <p:txBody>
            <a:bodyPr anchor="ctr"/>
            <a:lstStyle/>
            <a:p>
              <a:endParaRPr lang="zh-CN" altLang="en-US"/>
            </a:p>
          </p:txBody>
        </p:sp>
        <p:sp>
          <p:nvSpPr>
            <p:cNvPr id="1049477" name="íSľide"/>
            <p:cNvSpPr/>
            <p:nvPr>
              <p:custDataLst>
                <p:tags r:id="rId167"/>
              </p:custDataLst>
            </p:nvPr>
          </p:nvSpPr>
          <p:spPr bwMode="auto">
            <a:xfrm>
              <a:off x="6016572" y="4329194"/>
              <a:ext cx="310151" cy="177769"/>
            </a:xfrm>
            <a:custGeom>
              <a:avLst/>
              <a:gdLst>
                <a:gd name="T0" fmla="*/ 2147483646 w 49"/>
                <a:gd name="T1" fmla="*/ 2147483646 h 28"/>
                <a:gd name="T2" fmla="*/ 2147483646 w 49"/>
                <a:gd name="T3" fmla="*/ 2147483646 h 28"/>
                <a:gd name="T4" fmla="*/ 2147483646 w 49"/>
                <a:gd name="T5" fmla="*/ 0 h 28"/>
                <a:gd name="T6" fmla="*/ 2147483646 w 49"/>
                <a:gd name="T7" fmla="*/ 2147483646 h 28"/>
                <a:gd name="T8" fmla="*/ 2147483646 w 49"/>
                <a:gd name="T9" fmla="*/ 2147483646 h 28"/>
                <a:gd name="T10" fmla="*/ 2147483646 w 49"/>
                <a:gd name="T11" fmla="*/ 2147483646 h 28"/>
                <a:gd name="T12" fmla="*/ 2147483646 w 49"/>
                <a:gd name="T13" fmla="*/ 2147483646 h 28"/>
                <a:gd name="T14" fmla="*/ 2147483646 w 49"/>
                <a:gd name="T15" fmla="*/ 2147483646 h 28"/>
                <a:gd name="T16" fmla="*/ 2147483646 w 49"/>
                <a:gd name="T17" fmla="*/ 2147483646 h 28"/>
                <a:gd name="T18" fmla="*/ 2147483646 w 49"/>
                <a:gd name="T19" fmla="*/ 2147483646 h 28"/>
                <a:gd name="T20" fmla="*/ 0 w 49"/>
                <a:gd name="T21" fmla="*/ 2147483646 h 28"/>
                <a:gd name="T22" fmla="*/ 2147483646 w 49"/>
                <a:gd name="T23" fmla="*/ 2147483646 h 28"/>
                <a:gd name="T24" fmla="*/ 2147483646 w 49"/>
                <a:gd name="T25" fmla="*/ 2147483646 h 28"/>
                <a:gd name="T26" fmla="*/ 2147483646 w 49"/>
                <a:gd name="T27" fmla="*/ 2147483646 h 28"/>
                <a:gd name="T28" fmla="*/ 2147483646 w 49"/>
                <a:gd name="T29" fmla="*/ 2147483646 h 28"/>
                <a:gd name="T30" fmla="*/ 2147483646 w 49"/>
                <a:gd name="T31" fmla="*/ 2147483646 h 28"/>
                <a:gd name="T32" fmla="*/ 2147483646 w 49"/>
                <a:gd name="T33" fmla="*/ 2147483646 h 28"/>
                <a:gd name="T34" fmla="*/ 2147483646 w 49"/>
                <a:gd name="T35" fmla="*/ 2147483646 h 28"/>
                <a:gd name="T36" fmla="*/ 2147483646 w 49"/>
                <a:gd name="T37" fmla="*/ 2147483646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9" h="28">
                  <a:moveTo>
                    <a:pt x="43" y="7"/>
                  </a:moveTo>
                  <a:cubicBezTo>
                    <a:pt x="49" y="3"/>
                    <a:pt x="49" y="3"/>
                    <a:pt x="49" y="3"/>
                  </a:cubicBezTo>
                  <a:cubicBezTo>
                    <a:pt x="43" y="0"/>
                    <a:pt x="43" y="0"/>
                    <a:pt x="43" y="0"/>
                  </a:cubicBezTo>
                  <a:cubicBezTo>
                    <a:pt x="37" y="3"/>
                    <a:pt x="37" y="3"/>
                    <a:pt x="37" y="3"/>
                  </a:cubicBezTo>
                  <a:cubicBezTo>
                    <a:pt x="30" y="1"/>
                    <a:pt x="24" y="1"/>
                    <a:pt x="19" y="4"/>
                  </a:cubicBezTo>
                  <a:cubicBezTo>
                    <a:pt x="9" y="10"/>
                    <a:pt x="28" y="17"/>
                    <a:pt x="22" y="20"/>
                  </a:cubicBezTo>
                  <a:cubicBezTo>
                    <a:pt x="21" y="21"/>
                    <a:pt x="18" y="21"/>
                    <a:pt x="16" y="20"/>
                  </a:cubicBezTo>
                  <a:cubicBezTo>
                    <a:pt x="13" y="18"/>
                    <a:pt x="10" y="14"/>
                    <a:pt x="9" y="11"/>
                  </a:cubicBezTo>
                  <a:cubicBezTo>
                    <a:pt x="1" y="12"/>
                    <a:pt x="1" y="12"/>
                    <a:pt x="1" y="12"/>
                  </a:cubicBezTo>
                  <a:cubicBezTo>
                    <a:pt x="1" y="15"/>
                    <a:pt x="3" y="18"/>
                    <a:pt x="6" y="21"/>
                  </a:cubicBezTo>
                  <a:cubicBezTo>
                    <a:pt x="0" y="25"/>
                    <a:pt x="0" y="25"/>
                    <a:pt x="0" y="25"/>
                  </a:cubicBezTo>
                  <a:cubicBezTo>
                    <a:pt x="5" y="28"/>
                    <a:pt x="5" y="28"/>
                    <a:pt x="5" y="28"/>
                  </a:cubicBezTo>
                  <a:cubicBezTo>
                    <a:pt x="12" y="24"/>
                    <a:pt x="12" y="24"/>
                    <a:pt x="12" y="24"/>
                  </a:cubicBezTo>
                  <a:cubicBezTo>
                    <a:pt x="18" y="27"/>
                    <a:pt x="26" y="28"/>
                    <a:pt x="31" y="25"/>
                  </a:cubicBezTo>
                  <a:cubicBezTo>
                    <a:pt x="42" y="18"/>
                    <a:pt x="23" y="11"/>
                    <a:pt x="28" y="8"/>
                  </a:cubicBezTo>
                  <a:cubicBezTo>
                    <a:pt x="30" y="7"/>
                    <a:pt x="32" y="7"/>
                    <a:pt x="34" y="8"/>
                  </a:cubicBezTo>
                  <a:cubicBezTo>
                    <a:pt x="36" y="10"/>
                    <a:pt x="39" y="13"/>
                    <a:pt x="40" y="16"/>
                  </a:cubicBezTo>
                  <a:cubicBezTo>
                    <a:pt x="49" y="14"/>
                    <a:pt x="49" y="14"/>
                    <a:pt x="49" y="14"/>
                  </a:cubicBezTo>
                  <a:cubicBezTo>
                    <a:pt x="48" y="12"/>
                    <a:pt x="46" y="9"/>
                    <a:pt x="43" y="7"/>
                  </a:cubicBezTo>
                  <a:close/>
                </a:path>
              </a:pathLst>
            </a:custGeom>
            <a:solidFill>
              <a:srgbClr val="FFBC12"/>
            </a:solidFill>
            <a:ln>
              <a:noFill/>
            </a:ln>
          </p:spPr>
          <p:txBody>
            <a:bodyPr anchor="ctr"/>
            <a:lstStyle/>
            <a:p>
              <a:endParaRPr lang="zh-CN" altLang="en-US"/>
            </a:p>
          </p:txBody>
        </p:sp>
        <p:sp>
          <p:nvSpPr>
            <p:cNvPr id="1049478" name="iṣ1îďé"/>
            <p:cNvSpPr/>
            <p:nvPr>
              <p:custDataLst>
                <p:tags r:id="rId168"/>
              </p:custDataLst>
            </p:nvPr>
          </p:nvSpPr>
          <p:spPr bwMode="auto">
            <a:xfrm>
              <a:off x="5751809" y="4266786"/>
              <a:ext cx="841569" cy="366886"/>
            </a:xfrm>
            <a:custGeom>
              <a:avLst/>
              <a:gdLst>
                <a:gd name="T0" fmla="*/ 2147483646 w 133"/>
                <a:gd name="T1" fmla="*/ 0 h 58"/>
                <a:gd name="T2" fmla="*/ 2147483646 w 133"/>
                <a:gd name="T3" fmla="*/ 2147483646 h 58"/>
                <a:gd name="T4" fmla="*/ 2147483646 w 133"/>
                <a:gd name="T5" fmla="*/ 2147483646 h 58"/>
                <a:gd name="T6" fmla="*/ 2147483646 w 133"/>
                <a:gd name="T7" fmla="*/ 2147483646 h 58"/>
                <a:gd name="T8" fmla="*/ 0 w 133"/>
                <a:gd name="T9" fmla="*/ 2147483646 h 58"/>
                <a:gd name="T10" fmla="*/ 0 w 133"/>
                <a:gd name="T11" fmla="*/ 0 h 58"/>
                <a:gd name="T12" fmla="*/ 2147483646 w 133"/>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3" h="58">
                  <a:moveTo>
                    <a:pt x="133" y="0"/>
                  </a:moveTo>
                  <a:cubicBezTo>
                    <a:pt x="133" y="16"/>
                    <a:pt x="133" y="16"/>
                    <a:pt x="133" y="16"/>
                  </a:cubicBezTo>
                  <a:cubicBezTo>
                    <a:pt x="133" y="26"/>
                    <a:pt x="126" y="35"/>
                    <a:pt x="113" y="43"/>
                  </a:cubicBezTo>
                  <a:cubicBezTo>
                    <a:pt x="88" y="58"/>
                    <a:pt x="46" y="58"/>
                    <a:pt x="20" y="43"/>
                  </a:cubicBezTo>
                  <a:cubicBezTo>
                    <a:pt x="7" y="35"/>
                    <a:pt x="0" y="25"/>
                    <a:pt x="0" y="15"/>
                  </a:cubicBezTo>
                  <a:cubicBezTo>
                    <a:pt x="0" y="0"/>
                    <a:pt x="0" y="0"/>
                    <a:pt x="0" y="0"/>
                  </a:cubicBezTo>
                  <a:cubicBezTo>
                    <a:pt x="23" y="0"/>
                    <a:pt x="112" y="0"/>
                    <a:pt x="133" y="0"/>
                  </a:cubicBezTo>
                  <a:close/>
                </a:path>
              </a:pathLst>
            </a:custGeom>
            <a:solidFill>
              <a:srgbClr val="FFE5A3"/>
            </a:solidFill>
            <a:ln w="15875" cap="flat">
              <a:solidFill>
                <a:srgbClr val="FFBC12"/>
              </a:solidFill>
              <a:prstDash val="solid"/>
              <a:round/>
            </a:ln>
          </p:spPr>
          <p:txBody>
            <a:bodyPr anchor="ctr"/>
            <a:lstStyle/>
            <a:p>
              <a:endParaRPr lang="zh-CN" altLang="en-US"/>
            </a:p>
          </p:txBody>
        </p:sp>
        <p:sp>
          <p:nvSpPr>
            <p:cNvPr id="1049479" name="îSḷíďé"/>
            <p:cNvSpPr/>
            <p:nvPr>
              <p:custDataLst>
                <p:tags r:id="rId169"/>
              </p:custDataLst>
            </p:nvPr>
          </p:nvSpPr>
          <p:spPr bwMode="auto">
            <a:xfrm>
              <a:off x="5713986" y="4002023"/>
              <a:ext cx="917215" cy="529526"/>
            </a:xfrm>
            <a:custGeom>
              <a:avLst/>
              <a:gdLst>
                <a:gd name="T0" fmla="*/ 2147483646 w 145"/>
                <a:gd name="T1" fmla="*/ 2147483646 h 84"/>
                <a:gd name="T2" fmla="*/ 2147483646 w 145"/>
                <a:gd name="T3" fmla="*/ 2147483646 h 84"/>
                <a:gd name="T4" fmla="*/ 2147483646 w 145"/>
                <a:gd name="T5" fmla="*/ 2147483646 h 84"/>
                <a:gd name="T6" fmla="*/ 2147483646 w 145"/>
                <a:gd name="T7" fmla="*/ 2147483646 h 84"/>
                <a:gd name="T8" fmla="*/ 2147483646 w 145"/>
                <a:gd name="T9" fmla="*/ 2147483646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84">
                  <a:moveTo>
                    <a:pt x="119" y="15"/>
                  </a:moveTo>
                  <a:cubicBezTo>
                    <a:pt x="93" y="0"/>
                    <a:pt x="51" y="0"/>
                    <a:pt x="25" y="15"/>
                  </a:cubicBezTo>
                  <a:cubicBezTo>
                    <a:pt x="0" y="30"/>
                    <a:pt x="0" y="54"/>
                    <a:pt x="26" y="69"/>
                  </a:cubicBezTo>
                  <a:cubicBezTo>
                    <a:pt x="52" y="84"/>
                    <a:pt x="94" y="84"/>
                    <a:pt x="119" y="69"/>
                  </a:cubicBezTo>
                  <a:cubicBezTo>
                    <a:pt x="145" y="54"/>
                    <a:pt x="145" y="30"/>
                    <a:pt x="119" y="15"/>
                  </a:cubicBezTo>
                  <a:close/>
                </a:path>
              </a:pathLst>
            </a:custGeom>
            <a:solidFill>
              <a:srgbClr val="FFFFFF"/>
            </a:solidFill>
            <a:ln w="15875" cap="flat">
              <a:solidFill>
                <a:srgbClr val="FFBC12"/>
              </a:solidFill>
              <a:prstDash val="solid"/>
              <a:round/>
            </a:ln>
          </p:spPr>
          <p:txBody>
            <a:bodyPr anchor="ctr"/>
            <a:lstStyle/>
            <a:p>
              <a:endParaRPr lang="zh-CN" altLang="en-US"/>
            </a:p>
          </p:txBody>
        </p:sp>
        <p:sp>
          <p:nvSpPr>
            <p:cNvPr id="1049480" name="îślïḍè"/>
            <p:cNvSpPr/>
            <p:nvPr>
              <p:custDataLst>
                <p:tags r:id="rId170"/>
              </p:custDataLst>
            </p:nvPr>
          </p:nvSpPr>
          <p:spPr bwMode="auto">
            <a:xfrm>
              <a:off x="5838803" y="4064431"/>
              <a:ext cx="658125" cy="221267"/>
            </a:xfrm>
            <a:custGeom>
              <a:avLst/>
              <a:gdLst>
                <a:gd name="T0" fmla="*/ 2147483646 w 104"/>
                <a:gd name="T1" fmla="*/ 2147483646 h 35"/>
                <a:gd name="T2" fmla="*/ 2147483646 w 104"/>
                <a:gd name="T3" fmla="*/ 2147483646 h 35"/>
                <a:gd name="T4" fmla="*/ 2147483646 w 104"/>
                <a:gd name="T5" fmla="*/ 2147483646 h 35"/>
                <a:gd name="T6" fmla="*/ 2147483646 w 104"/>
                <a:gd name="T7" fmla="*/ 2147483646 h 35"/>
                <a:gd name="T8" fmla="*/ 2147483646 w 104"/>
                <a:gd name="T9" fmla="*/ 2147483646 h 35"/>
                <a:gd name="T10" fmla="*/ 2147483646 w 104"/>
                <a:gd name="T11" fmla="*/ 2147483646 h 35"/>
                <a:gd name="T12" fmla="*/ 2147483646 w 104"/>
                <a:gd name="T13" fmla="*/ 2147483646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35">
                  <a:moveTo>
                    <a:pt x="88" y="11"/>
                  </a:moveTo>
                  <a:cubicBezTo>
                    <a:pt x="100" y="18"/>
                    <a:pt x="104" y="26"/>
                    <a:pt x="103" y="35"/>
                  </a:cubicBezTo>
                  <a:cubicBezTo>
                    <a:pt x="102" y="28"/>
                    <a:pt x="97" y="22"/>
                    <a:pt x="88" y="17"/>
                  </a:cubicBezTo>
                  <a:cubicBezTo>
                    <a:pt x="68" y="6"/>
                    <a:pt x="36" y="6"/>
                    <a:pt x="16" y="17"/>
                  </a:cubicBezTo>
                  <a:cubicBezTo>
                    <a:pt x="8" y="22"/>
                    <a:pt x="3" y="28"/>
                    <a:pt x="2" y="35"/>
                  </a:cubicBezTo>
                  <a:cubicBezTo>
                    <a:pt x="0" y="26"/>
                    <a:pt x="5" y="18"/>
                    <a:pt x="16" y="11"/>
                  </a:cubicBezTo>
                  <a:cubicBezTo>
                    <a:pt x="36" y="0"/>
                    <a:pt x="68" y="0"/>
                    <a:pt x="88" y="11"/>
                  </a:cubicBezTo>
                  <a:close/>
                </a:path>
              </a:pathLst>
            </a:custGeom>
            <a:solidFill>
              <a:srgbClr val="FFE5A3"/>
            </a:solidFill>
            <a:ln>
              <a:noFill/>
            </a:ln>
          </p:spPr>
          <p:txBody>
            <a:bodyPr anchor="ctr"/>
            <a:lstStyle/>
            <a:p>
              <a:endParaRPr lang="zh-CN" altLang="en-US"/>
            </a:p>
          </p:txBody>
        </p:sp>
        <p:sp>
          <p:nvSpPr>
            <p:cNvPr id="1049481" name="íṡḻiďe"/>
            <p:cNvSpPr/>
            <p:nvPr>
              <p:custDataLst>
                <p:tags r:id="rId171"/>
              </p:custDataLst>
            </p:nvPr>
          </p:nvSpPr>
          <p:spPr bwMode="auto">
            <a:xfrm>
              <a:off x="5852040" y="4102254"/>
              <a:ext cx="639214" cy="366886"/>
            </a:xfrm>
            <a:custGeom>
              <a:avLst/>
              <a:gdLst>
                <a:gd name="T0" fmla="*/ 2147483646 w 101"/>
                <a:gd name="T1" fmla="*/ 2147483646 h 58"/>
                <a:gd name="T2" fmla="*/ 2147483646 w 101"/>
                <a:gd name="T3" fmla="*/ 2147483646 h 58"/>
                <a:gd name="T4" fmla="*/ 2147483646 w 101"/>
                <a:gd name="T5" fmla="*/ 2147483646 h 58"/>
                <a:gd name="T6" fmla="*/ 2147483646 w 101"/>
                <a:gd name="T7" fmla="*/ 2147483646 h 58"/>
                <a:gd name="T8" fmla="*/ 0 w 101"/>
                <a:gd name="T9" fmla="*/ 2147483646 h 58"/>
                <a:gd name="T10" fmla="*/ 2147483646 w 101"/>
                <a:gd name="T11" fmla="*/ 2147483646 h 58"/>
                <a:gd name="T12" fmla="*/ 2147483646 w 101"/>
                <a:gd name="T13" fmla="*/ 2147483646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58">
                  <a:moveTo>
                    <a:pt x="86" y="11"/>
                  </a:moveTo>
                  <a:cubicBezTo>
                    <a:pt x="95" y="16"/>
                    <a:pt x="100" y="22"/>
                    <a:pt x="101" y="29"/>
                  </a:cubicBezTo>
                  <a:cubicBezTo>
                    <a:pt x="100" y="35"/>
                    <a:pt x="95" y="42"/>
                    <a:pt x="86" y="47"/>
                  </a:cubicBezTo>
                  <a:cubicBezTo>
                    <a:pt x="67" y="58"/>
                    <a:pt x="35" y="58"/>
                    <a:pt x="15" y="47"/>
                  </a:cubicBezTo>
                  <a:cubicBezTo>
                    <a:pt x="6" y="42"/>
                    <a:pt x="1" y="35"/>
                    <a:pt x="0" y="29"/>
                  </a:cubicBezTo>
                  <a:cubicBezTo>
                    <a:pt x="1" y="22"/>
                    <a:pt x="6" y="16"/>
                    <a:pt x="14" y="11"/>
                  </a:cubicBezTo>
                  <a:cubicBezTo>
                    <a:pt x="34" y="0"/>
                    <a:pt x="66" y="0"/>
                    <a:pt x="86" y="11"/>
                  </a:cubicBezTo>
                  <a:close/>
                </a:path>
              </a:pathLst>
            </a:custGeom>
            <a:solidFill>
              <a:srgbClr val="FFFFFF"/>
            </a:solidFill>
            <a:ln>
              <a:noFill/>
            </a:ln>
          </p:spPr>
          <p:txBody>
            <a:bodyPr anchor="ctr"/>
            <a:lstStyle/>
            <a:p>
              <a:endParaRPr lang="zh-CN" altLang="en-US"/>
            </a:p>
          </p:txBody>
        </p:sp>
        <p:sp>
          <p:nvSpPr>
            <p:cNvPr id="1049482" name="i$líḓè"/>
            <p:cNvSpPr/>
            <p:nvPr>
              <p:custDataLst>
                <p:tags r:id="rId172"/>
              </p:custDataLst>
            </p:nvPr>
          </p:nvSpPr>
          <p:spPr bwMode="auto">
            <a:xfrm>
              <a:off x="5838803" y="4064431"/>
              <a:ext cx="658125" cy="404709"/>
            </a:xfrm>
            <a:custGeom>
              <a:avLst/>
              <a:gdLst>
                <a:gd name="T0" fmla="*/ 2147483646 w 104"/>
                <a:gd name="T1" fmla="*/ 2147483646 h 64"/>
                <a:gd name="T2" fmla="*/ 2147483646 w 104"/>
                <a:gd name="T3" fmla="*/ 2147483646 h 64"/>
                <a:gd name="T4" fmla="*/ 2147483646 w 104"/>
                <a:gd name="T5" fmla="*/ 2147483646 h 64"/>
                <a:gd name="T6" fmla="*/ 2147483646 w 104"/>
                <a:gd name="T7" fmla="*/ 2147483646 h 64"/>
                <a:gd name="T8" fmla="*/ 2147483646 w 104"/>
                <a:gd name="T9" fmla="*/ 2147483646 h 64"/>
                <a:gd name="T10" fmla="*/ 2147483646 w 104"/>
                <a:gd name="T11" fmla="*/ 2147483646 h 64"/>
                <a:gd name="T12" fmla="*/ 2147483646 w 104"/>
                <a:gd name="T13" fmla="*/ 2147483646 h 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64">
                  <a:moveTo>
                    <a:pt x="103" y="35"/>
                  </a:moveTo>
                  <a:cubicBezTo>
                    <a:pt x="104" y="26"/>
                    <a:pt x="100" y="18"/>
                    <a:pt x="88" y="11"/>
                  </a:cubicBezTo>
                  <a:cubicBezTo>
                    <a:pt x="68" y="0"/>
                    <a:pt x="36" y="0"/>
                    <a:pt x="16" y="11"/>
                  </a:cubicBezTo>
                  <a:cubicBezTo>
                    <a:pt x="5" y="18"/>
                    <a:pt x="0" y="26"/>
                    <a:pt x="2" y="35"/>
                  </a:cubicBezTo>
                  <a:cubicBezTo>
                    <a:pt x="3" y="41"/>
                    <a:pt x="8" y="48"/>
                    <a:pt x="17" y="53"/>
                  </a:cubicBezTo>
                  <a:cubicBezTo>
                    <a:pt x="37" y="64"/>
                    <a:pt x="69" y="64"/>
                    <a:pt x="88" y="53"/>
                  </a:cubicBezTo>
                  <a:cubicBezTo>
                    <a:pt x="97" y="48"/>
                    <a:pt x="102" y="41"/>
                    <a:pt x="103" y="35"/>
                  </a:cubicBezTo>
                  <a:close/>
                </a:path>
              </a:pathLst>
            </a:custGeom>
            <a:noFill/>
            <a:ln w="15875" cap="flat">
              <a:solidFill>
                <a:srgbClr val="FFBC12"/>
              </a:solidFill>
              <a:prstDash val="solid"/>
              <a:round/>
            </a:ln>
          </p:spPr>
          <p:txBody>
            <a:bodyPr anchor="ctr"/>
            <a:lstStyle/>
            <a:p>
              <a:endParaRPr lang="zh-CN" altLang="en-US"/>
            </a:p>
          </p:txBody>
        </p:sp>
        <p:sp>
          <p:nvSpPr>
            <p:cNvPr id="1049483" name="ïşḷîḓê"/>
            <p:cNvSpPr/>
            <p:nvPr>
              <p:custDataLst>
                <p:tags r:id="rId173"/>
              </p:custDataLst>
            </p:nvPr>
          </p:nvSpPr>
          <p:spPr bwMode="auto">
            <a:xfrm>
              <a:off x="5852040" y="4102254"/>
              <a:ext cx="639214" cy="183444"/>
            </a:xfrm>
            <a:custGeom>
              <a:avLst/>
              <a:gdLst>
                <a:gd name="T0" fmla="*/ 2147483646 w 101"/>
                <a:gd name="T1" fmla="*/ 2147483646 h 29"/>
                <a:gd name="T2" fmla="*/ 2147483646 w 101"/>
                <a:gd name="T3" fmla="*/ 2147483646 h 29"/>
                <a:gd name="T4" fmla="*/ 2147483646 w 101"/>
                <a:gd name="T5" fmla="*/ 2147483646 h 29"/>
                <a:gd name="T6" fmla="*/ 2147483646 w 101"/>
                <a:gd name="T7" fmla="*/ 2147483646 h 29"/>
                <a:gd name="T8" fmla="*/ 0 w 101"/>
                <a:gd name="T9" fmla="*/ 2147483646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29">
                  <a:moveTo>
                    <a:pt x="101" y="29"/>
                  </a:moveTo>
                  <a:cubicBezTo>
                    <a:pt x="101" y="29"/>
                    <a:pt x="101" y="29"/>
                    <a:pt x="101" y="29"/>
                  </a:cubicBezTo>
                  <a:cubicBezTo>
                    <a:pt x="100" y="22"/>
                    <a:pt x="95" y="16"/>
                    <a:pt x="86" y="11"/>
                  </a:cubicBezTo>
                  <a:cubicBezTo>
                    <a:pt x="66" y="0"/>
                    <a:pt x="34" y="0"/>
                    <a:pt x="14" y="11"/>
                  </a:cubicBezTo>
                  <a:cubicBezTo>
                    <a:pt x="6" y="16"/>
                    <a:pt x="1" y="22"/>
                    <a:pt x="0" y="29"/>
                  </a:cubicBezTo>
                </a:path>
              </a:pathLst>
            </a:custGeom>
            <a:noFill/>
            <a:ln w="15875" cap="flat">
              <a:solidFill>
                <a:srgbClr val="FFBC12"/>
              </a:solidFill>
              <a:prstDash val="solid"/>
              <a:round/>
            </a:ln>
          </p:spPr>
          <p:txBody>
            <a:bodyPr anchor="ctr"/>
            <a:lstStyle/>
            <a:p>
              <a:endParaRPr lang="zh-CN" altLang="en-US"/>
            </a:p>
          </p:txBody>
        </p:sp>
        <p:sp>
          <p:nvSpPr>
            <p:cNvPr id="1049484" name="ïṣļïďé"/>
            <p:cNvSpPr/>
            <p:nvPr>
              <p:custDataLst>
                <p:tags r:id="rId174"/>
              </p:custDataLst>
            </p:nvPr>
          </p:nvSpPr>
          <p:spPr bwMode="auto">
            <a:xfrm>
              <a:off x="6016572" y="4185465"/>
              <a:ext cx="310151" cy="183444"/>
            </a:xfrm>
            <a:custGeom>
              <a:avLst/>
              <a:gdLst>
                <a:gd name="T0" fmla="*/ 2147483646 w 49"/>
                <a:gd name="T1" fmla="*/ 2147483646 h 29"/>
                <a:gd name="T2" fmla="*/ 2147483646 w 49"/>
                <a:gd name="T3" fmla="*/ 2147483646 h 29"/>
                <a:gd name="T4" fmla="*/ 2147483646 w 49"/>
                <a:gd name="T5" fmla="*/ 0 h 29"/>
                <a:gd name="T6" fmla="*/ 2147483646 w 49"/>
                <a:gd name="T7" fmla="*/ 2147483646 h 29"/>
                <a:gd name="T8" fmla="*/ 2147483646 w 49"/>
                <a:gd name="T9" fmla="*/ 2147483646 h 29"/>
                <a:gd name="T10" fmla="*/ 2147483646 w 49"/>
                <a:gd name="T11" fmla="*/ 2147483646 h 29"/>
                <a:gd name="T12" fmla="*/ 2147483646 w 49"/>
                <a:gd name="T13" fmla="*/ 2147483646 h 29"/>
                <a:gd name="T14" fmla="*/ 2147483646 w 49"/>
                <a:gd name="T15" fmla="*/ 2147483646 h 29"/>
                <a:gd name="T16" fmla="*/ 2147483646 w 49"/>
                <a:gd name="T17" fmla="*/ 2147483646 h 29"/>
                <a:gd name="T18" fmla="*/ 2147483646 w 49"/>
                <a:gd name="T19" fmla="*/ 2147483646 h 29"/>
                <a:gd name="T20" fmla="*/ 0 w 49"/>
                <a:gd name="T21" fmla="*/ 2147483646 h 29"/>
                <a:gd name="T22" fmla="*/ 2147483646 w 49"/>
                <a:gd name="T23" fmla="*/ 2147483646 h 29"/>
                <a:gd name="T24" fmla="*/ 2147483646 w 49"/>
                <a:gd name="T25" fmla="*/ 2147483646 h 29"/>
                <a:gd name="T26" fmla="*/ 2147483646 w 49"/>
                <a:gd name="T27" fmla="*/ 2147483646 h 29"/>
                <a:gd name="T28" fmla="*/ 2147483646 w 49"/>
                <a:gd name="T29" fmla="*/ 2147483646 h 29"/>
                <a:gd name="T30" fmla="*/ 2147483646 w 49"/>
                <a:gd name="T31" fmla="*/ 2147483646 h 29"/>
                <a:gd name="T32" fmla="*/ 2147483646 w 49"/>
                <a:gd name="T33" fmla="*/ 2147483646 h 29"/>
                <a:gd name="T34" fmla="*/ 2147483646 w 49"/>
                <a:gd name="T35" fmla="*/ 2147483646 h 29"/>
                <a:gd name="T36" fmla="*/ 2147483646 w 49"/>
                <a:gd name="T37" fmla="*/ 2147483646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9" h="29">
                  <a:moveTo>
                    <a:pt x="43" y="7"/>
                  </a:moveTo>
                  <a:cubicBezTo>
                    <a:pt x="49" y="4"/>
                    <a:pt x="49" y="4"/>
                    <a:pt x="49" y="4"/>
                  </a:cubicBezTo>
                  <a:cubicBezTo>
                    <a:pt x="43" y="0"/>
                    <a:pt x="43" y="0"/>
                    <a:pt x="43" y="0"/>
                  </a:cubicBezTo>
                  <a:cubicBezTo>
                    <a:pt x="37" y="4"/>
                    <a:pt x="37" y="4"/>
                    <a:pt x="37" y="4"/>
                  </a:cubicBezTo>
                  <a:cubicBezTo>
                    <a:pt x="30" y="1"/>
                    <a:pt x="24" y="1"/>
                    <a:pt x="19" y="4"/>
                  </a:cubicBezTo>
                  <a:cubicBezTo>
                    <a:pt x="9" y="10"/>
                    <a:pt x="28" y="18"/>
                    <a:pt x="22" y="21"/>
                  </a:cubicBezTo>
                  <a:cubicBezTo>
                    <a:pt x="21" y="22"/>
                    <a:pt x="18" y="21"/>
                    <a:pt x="16" y="20"/>
                  </a:cubicBezTo>
                  <a:cubicBezTo>
                    <a:pt x="13" y="18"/>
                    <a:pt x="10" y="14"/>
                    <a:pt x="9" y="11"/>
                  </a:cubicBezTo>
                  <a:cubicBezTo>
                    <a:pt x="1" y="13"/>
                    <a:pt x="1" y="13"/>
                    <a:pt x="1" y="13"/>
                  </a:cubicBezTo>
                  <a:cubicBezTo>
                    <a:pt x="1" y="16"/>
                    <a:pt x="3" y="19"/>
                    <a:pt x="6" y="21"/>
                  </a:cubicBezTo>
                  <a:cubicBezTo>
                    <a:pt x="0" y="25"/>
                    <a:pt x="0" y="25"/>
                    <a:pt x="0" y="25"/>
                  </a:cubicBezTo>
                  <a:cubicBezTo>
                    <a:pt x="5" y="29"/>
                    <a:pt x="5" y="29"/>
                    <a:pt x="5" y="29"/>
                  </a:cubicBezTo>
                  <a:cubicBezTo>
                    <a:pt x="12" y="25"/>
                    <a:pt x="12" y="25"/>
                    <a:pt x="12" y="25"/>
                  </a:cubicBezTo>
                  <a:cubicBezTo>
                    <a:pt x="18" y="28"/>
                    <a:pt x="26" y="28"/>
                    <a:pt x="31" y="25"/>
                  </a:cubicBezTo>
                  <a:cubicBezTo>
                    <a:pt x="42" y="19"/>
                    <a:pt x="23" y="11"/>
                    <a:pt x="28" y="8"/>
                  </a:cubicBezTo>
                  <a:cubicBezTo>
                    <a:pt x="30" y="8"/>
                    <a:pt x="32" y="8"/>
                    <a:pt x="34" y="9"/>
                  </a:cubicBezTo>
                  <a:cubicBezTo>
                    <a:pt x="36" y="10"/>
                    <a:pt x="39" y="14"/>
                    <a:pt x="40" y="16"/>
                  </a:cubicBezTo>
                  <a:cubicBezTo>
                    <a:pt x="49" y="15"/>
                    <a:pt x="49" y="15"/>
                    <a:pt x="49" y="15"/>
                  </a:cubicBezTo>
                  <a:cubicBezTo>
                    <a:pt x="48" y="12"/>
                    <a:pt x="46" y="9"/>
                    <a:pt x="43" y="7"/>
                  </a:cubicBezTo>
                  <a:close/>
                </a:path>
              </a:pathLst>
            </a:custGeom>
            <a:solidFill>
              <a:srgbClr val="FFBC12"/>
            </a:solidFill>
            <a:ln>
              <a:noFill/>
            </a:ln>
          </p:spPr>
          <p:txBody>
            <a:bodyPr anchor="ctr"/>
            <a:lstStyle/>
            <a:p>
              <a:endParaRPr lang="zh-CN" altLang="en-US"/>
            </a:p>
          </p:txBody>
        </p:sp>
        <p:sp>
          <p:nvSpPr>
            <p:cNvPr id="1049485" name="ïŝ1ïḍé"/>
            <p:cNvSpPr/>
            <p:nvPr>
              <p:custDataLst>
                <p:tags r:id="rId175"/>
              </p:custDataLst>
            </p:nvPr>
          </p:nvSpPr>
          <p:spPr bwMode="auto">
            <a:xfrm>
              <a:off x="5751809" y="4121166"/>
              <a:ext cx="841569" cy="366886"/>
            </a:xfrm>
            <a:custGeom>
              <a:avLst/>
              <a:gdLst>
                <a:gd name="T0" fmla="*/ 2147483646 w 133"/>
                <a:gd name="T1" fmla="*/ 2147483646 h 58"/>
                <a:gd name="T2" fmla="*/ 2147483646 w 133"/>
                <a:gd name="T3" fmla="*/ 2147483646 h 58"/>
                <a:gd name="T4" fmla="*/ 2147483646 w 133"/>
                <a:gd name="T5" fmla="*/ 2147483646 h 58"/>
                <a:gd name="T6" fmla="*/ 2147483646 w 133"/>
                <a:gd name="T7" fmla="*/ 2147483646 h 58"/>
                <a:gd name="T8" fmla="*/ 0 w 133"/>
                <a:gd name="T9" fmla="*/ 2147483646 h 58"/>
                <a:gd name="T10" fmla="*/ 0 w 133"/>
                <a:gd name="T11" fmla="*/ 0 h 58"/>
                <a:gd name="T12" fmla="*/ 2147483646 w 133"/>
                <a:gd name="T13" fmla="*/ 2147483646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3" h="58">
                  <a:moveTo>
                    <a:pt x="133" y="1"/>
                  </a:moveTo>
                  <a:cubicBezTo>
                    <a:pt x="133" y="16"/>
                    <a:pt x="133" y="16"/>
                    <a:pt x="133" y="16"/>
                  </a:cubicBezTo>
                  <a:cubicBezTo>
                    <a:pt x="133" y="26"/>
                    <a:pt x="126" y="36"/>
                    <a:pt x="113" y="43"/>
                  </a:cubicBezTo>
                  <a:cubicBezTo>
                    <a:pt x="88" y="58"/>
                    <a:pt x="46" y="58"/>
                    <a:pt x="20" y="43"/>
                  </a:cubicBezTo>
                  <a:cubicBezTo>
                    <a:pt x="7" y="36"/>
                    <a:pt x="0" y="26"/>
                    <a:pt x="0" y="16"/>
                  </a:cubicBezTo>
                  <a:cubicBezTo>
                    <a:pt x="0" y="0"/>
                    <a:pt x="0" y="0"/>
                    <a:pt x="0" y="0"/>
                  </a:cubicBezTo>
                  <a:cubicBezTo>
                    <a:pt x="23" y="0"/>
                    <a:pt x="112" y="1"/>
                    <a:pt x="133" y="1"/>
                  </a:cubicBezTo>
                  <a:close/>
                </a:path>
              </a:pathLst>
            </a:custGeom>
            <a:solidFill>
              <a:srgbClr val="FFE5A3"/>
            </a:solidFill>
            <a:ln w="15875" cap="flat">
              <a:solidFill>
                <a:srgbClr val="FFBC12"/>
              </a:solidFill>
              <a:prstDash val="solid"/>
              <a:round/>
            </a:ln>
          </p:spPr>
          <p:txBody>
            <a:bodyPr anchor="ctr"/>
            <a:lstStyle/>
            <a:p>
              <a:endParaRPr lang="zh-CN" altLang="en-US"/>
            </a:p>
          </p:txBody>
        </p:sp>
        <p:sp>
          <p:nvSpPr>
            <p:cNvPr id="1049486" name="îṣļiḓê"/>
            <p:cNvSpPr/>
            <p:nvPr>
              <p:custDataLst>
                <p:tags r:id="rId176"/>
              </p:custDataLst>
            </p:nvPr>
          </p:nvSpPr>
          <p:spPr bwMode="auto">
            <a:xfrm>
              <a:off x="5713986" y="3856403"/>
              <a:ext cx="917215" cy="537091"/>
            </a:xfrm>
            <a:custGeom>
              <a:avLst/>
              <a:gdLst>
                <a:gd name="T0" fmla="*/ 2147483646 w 145"/>
                <a:gd name="T1" fmla="*/ 2147483646 h 85"/>
                <a:gd name="T2" fmla="*/ 2147483646 w 145"/>
                <a:gd name="T3" fmla="*/ 2147483646 h 85"/>
                <a:gd name="T4" fmla="*/ 2147483646 w 145"/>
                <a:gd name="T5" fmla="*/ 2147483646 h 85"/>
                <a:gd name="T6" fmla="*/ 2147483646 w 145"/>
                <a:gd name="T7" fmla="*/ 2147483646 h 85"/>
                <a:gd name="T8" fmla="*/ 2147483646 w 145"/>
                <a:gd name="T9" fmla="*/ 2147483646 h 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85">
                  <a:moveTo>
                    <a:pt x="119" y="15"/>
                  </a:moveTo>
                  <a:cubicBezTo>
                    <a:pt x="93" y="0"/>
                    <a:pt x="51" y="0"/>
                    <a:pt x="25" y="15"/>
                  </a:cubicBezTo>
                  <a:cubicBezTo>
                    <a:pt x="0" y="30"/>
                    <a:pt x="0" y="55"/>
                    <a:pt x="26" y="70"/>
                  </a:cubicBezTo>
                  <a:cubicBezTo>
                    <a:pt x="52" y="85"/>
                    <a:pt x="94" y="85"/>
                    <a:pt x="119" y="70"/>
                  </a:cubicBezTo>
                  <a:cubicBezTo>
                    <a:pt x="145" y="55"/>
                    <a:pt x="145" y="30"/>
                    <a:pt x="119" y="15"/>
                  </a:cubicBezTo>
                  <a:close/>
                </a:path>
              </a:pathLst>
            </a:custGeom>
            <a:solidFill>
              <a:srgbClr val="FFFFFF"/>
            </a:solidFill>
            <a:ln w="15875" cap="flat">
              <a:solidFill>
                <a:srgbClr val="FFBC12"/>
              </a:solidFill>
              <a:prstDash val="solid"/>
              <a:round/>
            </a:ln>
          </p:spPr>
          <p:txBody>
            <a:bodyPr anchor="ctr"/>
            <a:lstStyle/>
            <a:p>
              <a:endParaRPr lang="zh-CN" altLang="en-US"/>
            </a:p>
          </p:txBody>
        </p:sp>
        <p:sp>
          <p:nvSpPr>
            <p:cNvPr id="1049487" name="išḷïḍé"/>
            <p:cNvSpPr/>
            <p:nvPr>
              <p:custDataLst>
                <p:tags r:id="rId177"/>
              </p:custDataLst>
            </p:nvPr>
          </p:nvSpPr>
          <p:spPr bwMode="auto">
            <a:xfrm>
              <a:off x="5838803" y="3918812"/>
              <a:ext cx="658125" cy="226940"/>
            </a:xfrm>
            <a:custGeom>
              <a:avLst/>
              <a:gdLst>
                <a:gd name="T0" fmla="*/ 2147483646 w 104"/>
                <a:gd name="T1" fmla="*/ 2147483646 h 36"/>
                <a:gd name="T2" fmla="*/ 2147483646 w 104"/>
                <a:gd name="T3" fmla="*/ 2147483646 h 36"/>
                <a:gd name="T4" fmla="*/ 2147483646 w 104"/>
                <a:gd name="T5" fmla="*/ 2147483646 h 36"/>
                <a:gd name="T6" fmla="*/ 2147483646 w 104"/>
                <a:gd name="T7" fmla="*/ 2147483646 h 36"/>
                <a:gd name="T8" fmla="*/ 2147483646 w 104"/>
                <a:gd name="T9" fmla="*/ 2147483646 h 36"/>
                <a:gd name="T10" fmla="*/ 2147483646 w 104"/>
                <a:gd name="T11" fmla="*/ 2147483646 h 36"/>
                <a:gd name="T12" fmla="*/ 2147483646 w 104"/>
                <a:gd name="T13" fmla="*/ 2147483646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36">
                  <a:moveTo>
                    <a:pt x="88" y="12"/>
                  </a:moveTo>
                  <a:cubicBezTo>
                    <a:pt x="100" y="18"/>
                    <a:pt x="104" y="27"/>
                    <a:pt x="103" y="36"/>
                  </a:cubicBezTo>
                  <a:cubicBezTo>
                    <a:pt x="102" y="29"/>
                    <a:pt x="97" y="23"/>
                    <a:pt x="88" y="18"/>
                  </a:cubicBezTo>
                  <a:cubicBezTo>
                    <a:pt x="68" y="6"/>
                    <a:pt x="36" y="6"/>
                    <a:pt x="16" y="18"/>
                  </a:cubicBezTo>
                  <a:cubicBezTo>
                    <a:pt x="8" y="23"/>
                    <a:pt x="3" y="29"/>
                    <a:pt x="2" y="35"/>
                  </a:cubicBezTo>
                  <a:cubicBezTo>
                    <a:pt x="0" y="27"/>
                    <a:pt x="5" y="18"/>
                    <a:pt x="16" y="12"/>
                  </a:cubicBezTo>
                  <a:cubicBezTo>
                    <a:pt x="36" y="0"/>
                    <a:pt x="68" y="0"/>
                    <a:pt x="88" y="12"/>
                  </a:cubicBezTo>
                  <a:close/>
                </a:path>
              </a:pathLst>
            </a:custGeom>
            <a:solidFill>
              <a:srgbClr val="FFE5A3"/>
            </a:solidFill>
            <a:ln>
              <a:noFill/>
            </a:ln>
          </p:spPr>
          <p:txBody>
            <a:bodyPr anchor="ctr"/>
            <a:lstStyle/>
            <a:p>
              <a:endParaRPr lang="zh-CN" altLang="en-US"/>
            </a:p>
          </p:txBody>
        </p:sp>
        <p:sp>
          <p:nvSpPr>
            <p:cNvPr id="1049488" name="iṡľíḍê"/>
            <p:cNvSpPr/>
            <p:nvPr>
              <p:custDataLst>
                <p:tags r:id="rId178"/>
              </p:custDataLst>
            </p:nvPr>
          </p:nvSpPr>
          <p:spPr bwMode="auto">
            <a:xfrm>
              <a:off x="5852040" y="3956635"/>
              <a:ext cx="639214" cy="372560"/>
            </a:xfrm>
            <a:custGeom>
              <a:avLst/>
              <a:gdLst>
                <a:gd name="T0" fmla="*/ 2147483646 w 101"/>
                <a:gd name="T1" fmla="*/ 2147483646 h 59"/>
                <a:gd name="T2" fmla="*/ 2147483646 w 101"/>
                <a:gd name="T3" fmla="*/ 2147483646 h 59"/>
                <a:gd name="T4" fmla="*/ 2147483646 w 101"/>
                <a:gd name="T5" fmla="*/ 2147483646 h 59"/>
                <a:gd name="T6" fmla="*/ 2147483646 w 101"/>
                <a:gd name="T7" fmla="*/ 2147483646 h 59"/>
                <a:gd name="T8" fmla="*/ 0 w 101"/>
                <a:gd name="T9" fmla="*/ 2147483646 h 59"/>
                <a:gd name="T10" fmla="*/ 2147483646 w 101"/>
                <a:gd name="T11" fmla="*/ 2147483646 h 59"/>
                <a:gd name="T12" fmla="*/ 2147483646 w 101"/>
                <a:gd name="T13" fmla="*/ 2147483646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59">
                  <a:moveTo>
                    <a:pt x="86" y="12"/>
                  </a:moveTo>
                  <a:cubicBezTo>
                    <a:pt x="95" y="17"/>
                    <a:pt x="100" y="23"/>
                    <a:pt x="101" y="30"/>
                  </a:cubicBezTo>
                  <a:cubicBezTo>
                    <a:pt x="100" y="36"/>
                    <a:pt x="95" y="42"/>
                    <a:pt x="86" y="47"/>
                  </a:cubicBezTo>
                  <a:cubicBezTo>
                    <a:pt x="67" y="59"/>
                    <a:pt x="35" y="59"/>
                    <a:pt x="15" y="47"/>
                  </a:cubicBezTo>
                  <a:cubicBezTo>
                    <a:pt x="6" y="42"/>
                    <a:pt x="1" y="36"/>
                    <a:pt x="0" y="29"/>
                  </a:cubicBezTo>
                  <a:cubicBezTo>
                    <a:pt x="1" y="23"/>
                    <a:pt x="6" y="17"/>
                    <a:pt x="14" y="12"/>
                  </a:cubicBezTo>
                  <a:cubicBezTo>
                    <a:pt x="34" y="0"/>
                    <a:pt x="66" y="0"/>
                    <a:pt x="86" y="12"/>
                  </a:cubicBezTo>
                  <a:close/>
                </a:path>
              </a:pathLst>
            </a:custGeom>
            <a:solidFill>
              <a:srgbClr val="FFFFFF"/>
            </a:solidFill>
            <a:ln>
              <a:noFill/>
            </a:ln>
          </p:spPr>
          <p:txBody>
            <a:bodyPr anchor="ctr"/>
            <a:lstStyle/>
            <a:p>
              <a:endParaRPr lang="zh-CN" altLang="en-US"/>
            </a:p>
          </p:txBody>
        </p:sp>
        <p:sp>
          <p:nvSpPr>
            <p:cNvPr id="1049489" name="ïšļídê"/>
            <p:cNvSpPr/>
            <p:nvPr>
              <p:custDataLst>
                <p:tags r:id="rId179"/>
              </p:custDataLst>
            </p:nvPr>
          </p:nvSpPr>
          <p:spPr bwMode="auto">
            <a:xfrm>
              <a:off x="5838803" y="3918812"/>
              <a:ext cx="658125" cy="410383"/>
            </a:xfrm>
            <a:custGeom>
              <a:avLst/>
              <a:gdLst>
                <a:gd name="T0" fmla="*/ 2147483646 w 104"/>
                <a:gd name="T1" fmla="*/ 2147483646 h 65"/>
                <a:gd name="T2" fmla="*/ 2147483646 w 104"/>
                <a:gd name="T3" fmla="*/ 2147483646 h 65"/>
                <a:gd name="T4" fmla="*/ 2147483646 w 104"/>
                <a:gd name="T5" fmla="*/ 2147483646 h 65"/>
                <a:gd name="T6" fmla="*/ 2147483646 w 104"/>
                <a:gd name="T7" fmla="*/ 2147483646 h 65"/>
                <a:gd name="T8" fmla="*/ 2147483646 w 104"/>
                <a:gd name="T9" fmla="*/ 2147483646 h 65"/>
                <a:gd name="T10" fmla="*/ 2147483646 w 104"/>
                <a:gd name="T11" fmla="*/ 2147483646 h 65"/>
                <a:gd name="T12" fmla="*/ 2147483646 w 104"/>
                <a:gd name="T13" fmla="*/ 2147483646 h 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65">
                  <a:moveTo>
                    <a:pt x="103" y="36"/>
                  </a:moveTo>
                  <a:cubicBezTo>
                    <a:pt x="104" y="27"/>
                    <a:pt x="100" y="18"/>
                    <a:pt x="88" y="12"/>
                  </a:cubicBezTo>
                  <a:cubicBezTo>
                    <a:pt x="68" y="0"/>
                    <a:pt x="36" y="0"/>
                    <a:pt x="16" y="12"/>
                  </a:cubicBezTo>
                  <a:cubicBezTo>
                    <a:pt x="5" y="18"/>
                    <a:pt x="0" y="27"/>
                    <a:pt x="2" y="35"/>
                  </a:cubicBezTo>
                  <a:cubicBezTo>
                    <a:pt x="3" y="42"/>
                    <a:pt x="8" y="48"/>
                    <a:pt x="17" y="53"/>
                  </a:cubicBezTo>
                  <a:cubicBezTo>
                    <a:pt x="37" y="65"/>
                    <a:pt x="69" y="65"/>
                    <a:pt x="88" y="53"/>
                  </a:cubicBezTo>
                  <a:cubicBezTo>
                    <a:pt x="97" y="48"/>
                    <a:pt x="102" y="42"/>
                    <a:pt x="103" y="36"/>
                  </a:cubicBezTo>
                  <a:close/>
                </a:path>
              </a:pathLst>
            </a:custGeom>
            <a:noFill/>
            <a:ln w="15875" cap="flat">
              <a:solidFill>
                <a:srgbClr val="FFBC12"/>
              </a:solidFill>
              <a:prstDash val="solid"/>
              <a:round/>
            </a:ln>
          </p:spPr>
          <p:txBody>
            <a:bodyPr anchor="ctr"/>
            <a:lstStyle/>
            <a:p>
              <a:endParaRPr lang="zh-CN" altLang="en-US"/>
            </a:p>
          </p:txBody>
        </p:sp>
        <p:sp>
          <p:nvSpPr>
            <p:cNvPr id="1049490" name="îṥľiḋe"/>
            <p:cNvSpPr/>
            <p:nvPr>
              <p:custDataLst>
                <p:tags r:id="rId180"/>
              </p:custDataLst>
            </p:nvPr>
          </p:nvSpPr>
          <p:spPr bwMode="auto">
            <a:xfrm>
              <a:off x="5852040" y="3956635"/>
              <a:ext cx="639214" cy="189116"/>
            </a:xfrm>
            <a:custGeom>
              <a:avLst/>
              <a:gdLst>
                <a:gd name="T0" fmla="*/ 2147483646 w 101"/>
                <a:gd name="T1" fmla="*/ 2147483646 h 30"/>
                <a:gd name="T2" fmla="*/ 2147483646 w 101"/>
                <a:gd name="T3" fmla="*/ 2147483646 h 30"/>
                <a:gd name="T4" fmla="*/ 2147483646 w 101"/>
                <a:gd name="T5" fmla="*/ 2147483646 h 30"/>
                <a:gd name="T6" fmla="*/ 2147483646 w 101"/>
                <a:gd name="T7" fmla="*/ 2147483646 h 30"/>
                <a:gd name="T8" fmla="*/ 0 w 101"/>
                <a:gd name="T9" fmla="*/ 2147483646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30">
                  <a:moveTo>
                    <a:pt x="101" y="30"/>
                  </a:moveTo>
                  <a:cubicBezTo>
                    <a:pt x="101" y="30"/>
                    <a:pt x="101" y="30"/>
                    <a:pt x="101" y="30"/>
                  </a:cubicBezTo>
                  <a:cubicBezTo>
                    <a:pt x="100" y="23"/>
                    <a:pt x="95" y="17"/>
                    <a:pt x="86" y="12"/>
                  </a:cubicBezTo>
                  <a:cubicBezTo>
                    <a:pt x="66" y="0"/>
                    <a:pt x="34" y="0"/>
                    <a:pt x="14" y="12"/>
                  </a:cubicBezTo>
                  <a:cubicBezTo>
                    <a:pt x="6" y="17"/>
                    <a:pt x="1" y="23"/>
                    <a:pt x="0" y="29"/>
                  </a:cubicBezTo>
                </a:path>
              </a:pathLst>
            </a:custGeom>
            <a:noFill/>
            <a:ln w="15875" cap="flat">
              <a:solidFill>
                <a:srgbClr val="FFBC12"/>
              </a:solidFill>
              <a:prstDash val="solid"/>
              <a:round/>
            </a:ln>
          </p:spPr>
          <p:txBody>
            <a:bodyPr anchor="ctr"/>
            <a:lstStyle/>
            <a:p>
              <a:endParaRPr lang="zh-CN" altLang="en-US"/>
            </a:p>
          </p:txBody>
        </p:sp>
        <p:sp>
          <p:nvSpPr>
            <p:cNvPr id="1049491" name="i$ḷîḑe"/>
            <p:cNvSpPr/>
            <p:nvPr>
              <p:custDataLst>
                <p:tags r:id="rId181"/>
              </p:custDataLst>
            </p:nvPr>
          </p:nvSpPr>
          <p:spPr bwMode="auto">
            <a:xfrm>
              <a:off x="6016572" y="4045519"/>
              <a:ext cx="310151" cy="177769"/>
            </a:xfrm>
            <a:custGeom>
              <a:avLst/>
              <a:gdLst>
                <a:gd name="T0" fmla="*/ 2147483646 w 49"/>
                <a:gd name="T1" fmla="*/ 2147483646 h 28"/>
                <a:gd name="T2" fmla="*/ 2147483646 w 49"/>
                <a:gd name="T3" fmla="*/ 2147483646 h 28"/>
                <a:gd name="T4" fmla="*/ 2147483646 w 49"/>
                <a:gd name="T5" fmla="*/ 0 h 28"/>
                <a:gd name="T6" fmla="*/ 2147483646 w 49"/>
                <a:gd name="T7" fmla="*/ 2147483646 h 28"/>
                <a:gd name="T8" fmla="*/ 2147483646 w 49"/>
                <a:gd name="T9" fmla="*/ 2147483646 h 28"/>
                <a:gd name="T10" fmla="*/ 2147483646 w 49"/>
                <a:gd name="T11" fmla="*/ 2147483646 h 28"/>
                <a:gd name="T12" fmla="*/ 2147483646 w 49"/>
                <a:gd name="T13" fmla="*/ 2147483646 h 28"/>
                <a:gd name="T14" fmla="*/ 2147483646 w 49"/>
                <a:gd name="T15" fmla="*/ 2147483646 h 28"/>
                <a:gd name="T16" fmla="*/ 2147483646 w 49"/>
                <a:gd name="T17" fmla="*/ 2147483646 h 28"/>
                <a:gd name="T18" fmla="*/ 2147483646 w 49"/>
                <a:gd name="T19" fmla="*/ 2147483646 h 28"/>
                <a:gd name="T20" fmla="*/ 0 w 49"/>
                <a:gd name="T21" fmla="*/ 2147483646 h 28"/>
                <a:gd name="T22" fmla="*/ 2147483646 w 49"/>
                <a:gd name="T23" fmla="*/ 2147483646 h 28"/>
                <a:gd name="T24" fmla="*/ 2147483646 w 49"/>
                <a:gd name="T25" fmla="*/ 2147483646 h 28"/>
                <a:gd name="T26" fmla="*/ 2147483646 w 49"/>
                <a:gd name="T27" fmla="*/ 2147483646 h 28"/>
                <a:gd name="T28" fmla="*/ 2147483646 w 49"/>
                <a:gd name="T29" fmla="*/ 2147483646 h 28"/>
                <a:gd name="T30" fmla="*/ 2147483646 w 49"/>
                <a:gd name="T31" fmla="*/ 2147483646 h 28"/>
                <a:gd name="T32" fmla="*/ 2147483646 w 49"/>
                <a:gd name="T33" fmla="*/ 2147483646 h 28"/>
                <a:gd name="T34" fmla="*/ 2147483646 w 49"/>
                <a:gd name="T35" fmla="*/ 2147483646 h 28"/>
                <a:gd name="T36" fmla="*/ 2147483646 w 49"/>
                <a:gd name="T37" fmla="*/ 2147483646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9" h="28">
                  <a:moveTo>
                    <a:pt x="43" y="7"/>
                  </a:moveTo>
                  <a:cubicBezTo>
                    <a:pt x="49" y="3"/>
                    <a:pt x="49" y="3"/>
                    <a:pt x="49" y="3"/>
                  </a:cubicBezTo>
                  <a:cubicBezTo>
                    <a:pt x="43" y="0"/>
                    <a:pt x="43" y="0"/>
                    <a:pt x="43" y="0"/>
                  </a:cubicBezTo>
                  <a:cubicBezTo>
                    <a:pt x="37" y="3"/>
                    <a:pt x="37" y="3"/>
                    <a:pt x="37" y="3"/>
                  </a:cubicBezTo>
                  <a:cubicBezTo>
                    <a:pt x="30" y="1"/>
                    <a:pt x="24" y="1"/>
                    <a:pt x="19" y="4"/>
                  </a:cubicBezTo>
                  <a:cubicBezTo>
                    <a:pt x="9" y="10"/>
                    <a:pt x="28" y="17"/>
                    <a:pt x="22" y="20"/>
                  </a:cubicBezTo>
                  <a:cubicBezTo>
                    <a:pt x="21" y="21"/>
                    <a:pt x="18" y="21"/>
                    <a:pt x="16" y="20"/>
                  </a:cubicBezTo>
                  <a:cubicBezTo>
                    <a:pt x="13" y="18"/>
                    <a:pt x="10" y="14"/>
                    <a:pt x="9" y="11"/>
                  </a:cubicBezTo>
                  <a:cubicBezTo>
                    <a:pt x="1" y="12"/>
                    <a:pt x="1" y="12"/>
                    <a:pt x="1" y="12"/>
                  </a:cubicBezTo>
                  <a:cubicBezTo>
                    <a:pt x="1" y="15"/>
                    <a:pt x="3" y="18"/>
                    <a:pt x="6" y="21"/>
                  </a:cubicBezTo>
                  <a:cubicBezTo>
                    <a:pt x="0" y="25"/>
                    <a:pt x="0" y="25"/>
                    <a:pt x="0" y="25"/>
                  </a:cubicBezTo>
                  <a:cubicBezTo>
                    <a:pt x="5" y="28"/>
                    <a:pt x="5" y="28"/>
                    <a:pt x="5" y="28"/>
                  </a:cubicBezTo>
                  <a:cubicBezTo>
                    <a:pt x="12" y="24"/>
                    <a:pt x="12" y="24"/>
                    <a:pt x="12" y="24"/>
                  </a:cubicBezTo>
                  <a:cubicBezTo>
                    <a:pt x="18" y="27"/>
                    <a:pt x="26" y="28"/>
                    <a:pt x="31" y="25"/>
                  </a:cubicBezTo>
                  <a:cubicBezTo>
                    <a:pt x="42" y="19"/>
                    <a:pt x="23" y="11"/>
                    <a:pt x="28" y="8"/>
                  </a:cubicBezTo>
                  <a:cubicBezTo>
                    <a:pt x="30" y="7"/>
                    <a:pt x="32" y="7"/>
                    <a:pt x="34" y="9"/>
                  </a:cubicBezTo>
                  <a:cubicBezTo>
                    <a:pt x="36" y="10"/>
                    <a:pt x="39" y="13"/>
                    <a:pt x="40" y="16"/>
                  </a:cubicBezTo>
                  <a:cubicBezTo>
                    <a:pt x="49" y="14"/>
                    <a:pt x="49" y="14"/>
                    <a:pt x="49" y="14"/>
                  </a:cubicBezTo>
                  <a:cubicBezTo>
                    <a:pt x="48" y="12"/>
                    <a:pt x="46" y="9"/>
                    <a:pt x="43" y="7"/>
                  </a:cubicBezTo>
                  <a:close/>
                </a:path>
              </a:pathLst>
            </a:custGeom>
            <a:solidFill>
              <a:srgbClr val="FFBC12"/>
            </a:solidFill>
            <a:ln>
              <a:noFill/>
            </a:ln>
          </p:spPr>
          <p:txBody>
            <a:bodyPr anchor="ctr"/>
            <a:lstStyle/>
            <a:p>
              <a:endParaRPr lang="zh-CN" altLang="en-US"/>
            </a:p>
          </p:txBody>
        </p:sp>
        <p:sp>
          <p:nvSpPr>
            <p:cNvPr id="1049492" name="îŝ1iḍê"/>
            <p:cNvSpPr/>
            <p:nvPr>
              <p:custDataLst>
                <p:tags r:id="rId182"/>
              </p:custDataLst>
            </p:nvPr>
          </p:nvSpPr>
          <p:spPr bwMode="auto">
            <a:xfrm>
              <a:off x="5751809" y="3983111"/>
              <a:ext cx="841569" cy="364995"/>
            </a:xfrm>
            <a:custGeom>
              <a:avLst/>
              <a:gdLst>
                <a:gd name="T0" fmla="*/ 2147483646 w 133"/>
                <a:gd name="T1" fmla="*/ 0 h 58"/>
                <a:gd name="T2" fmla="*/ 2147483646 w 133"/>
                <a:gd name="T3" fmla="*/ 2147483646 h 58"/>
                <a:gd name="T4" fmla="*/ 2147483646 w 133"/>
                <a:gd name="T5" fmla="*/ 2147483646 h 58"/>
                <a:gd name="T6" fmla="*/ 2147483646 w 133"/>
                <a:gd name="T7" fmla="*/ 2147483646 h 58"/>
                <a:gd name="T8" fmla="*/ 0 w 133"/>
                <a:gd name="T9" fmla="*/ 2147483646 h 58"/>
                <a:gd name="T10" fmla="*/ 0 w 133"/>
                <a:gd name="T11" fmla="*/ 0 h 58"/>
                <a:gd name="T12" fmla="*/ 2147483646 w 133"/>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3" h="58">
                  <a:moveTo>
                    <a:pt x="133" y="0"/>
                  </a:moveTo>
                  <a:cubicBezTo>
                    <a:pt x="133" y="16"/>
                    <a:pt x="133" y="16"/>
                    <a:pt x="133" y="16"/>
                  </a:cubicBezTo>
                  <a:cubicBezTo>
                    <a:pt x="133" y="26"/>
                    <a:pt x="126" y="36"/>
                    <a:pt x="113" y="43"/>
                  </a:cubicBezTo>
                  <a:cubicBezTo>
                    <a:pt x="88" y="58"/>
                    <a:pt x="46" y="58"/>
                    <a:pt x="20" y="43"/>
                  </a:cubicBezTo>
                  <a:cubicBezTo>
                    <a:pt x="7" y="35"/>
                    <a:pt x="0" y="26"/>
                    <a:pt x="0" y="16"/>
                  </a:cubicBezTo>
                  <a:cubicBezTo>
                    <a:pt x="0" y="0"/>
                    <a:pt x="0" y="0"/>
                    <a:pt x="0" y="0"/>
                  </a:cubicBezTo>
                  <a:cubicBezTo>
                    <a:pt x="23" y="0"/>
                    <a:pt x="112" y="0"/>
                    <a:pt x="133" y="0"/>
                  </a:cubicBezTo>
                  <a:close/>
                </a:path>
              </a:pathLst>
            </a:custGeom>
            <a:solidFill>
              <a:srgbClr val="FFE5A3"/>
            </a:solidFill>
            <a:ln w="15875" cap="flat">
              <a:solidFill>
                <a:srgbClr val="FFBC12"/>
              </a:solidFill>
              <a:prstDash val="solid"/>
              <a:round/>
            </a:ln>
          </p:spPr>
          <p:txBody>
            <a:bodyPr anchor="ctr"/>
            <a:lstStyle/>
            <a:p>
              <a:endParaRPr lang="zh-CN" altLang="en-US"/>
            </a:p>
          </p:txBody>
        </p:sp>
        <p:sp>
          <p:nvSpPr>
            <p:cNvPr id="1049493" name="iṧlïḑé"/>
            <p:cNvSpPr/>
            <p:nvPr>
              <p:custDataLst>
                <p:tags r:id="rId183"/>
              </p:custDataLst>
            </p:nvPr>
          </p:nvSpPr>
          <p:spPr bwMode="auto">
            <a:xfrm>
              <a:off x="5713986" y="3716456"/>
              <a:ext cx="917215" cy="531418"/>
            </a:xfrm>
            <a:custGeom>
              <a:avLst/>
              <a:gdLst>
                <a:gd name="T0" fmla="*/ 2147483646 w 145"/>
                <a:gd name="T1" fmla="*/ 2147483646 h 84"/>
                <a:gd name="T2" fmla="*/ 2147483646 w 145"/>
                <a:gd name="T3" fmla="*/ 2147483646 h 84"/>
                <a:gd name="T4" fmla="*/ 2147483646 w 145"/>
                <a:gd name="T5" fmla="*/ 2147483646 h 84"/>
                <a:gd name="T6" fmla="*/ 2147483646 w 145"/>
                <a:gd name="T7" fmla="*/ 2147483646 h 84"/>
                <a:gd name="T8" fmla="*/ 2147483646 w 145"/>
                <a:gd name="T9" fmla="*/ 2147483646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84">
                  <a:moveTo>
                    <a:pt x="119" y="15"/>
                  </a:moveTo>
                  <a:cubicBezTo>
                    <a:pt x="93" y="0"/>
                    <a:pt x="51" y="0"/>
                    <a:pt x="25" y="15"/>
                  </a:cubicBezTo>
                  <a:cubicBezTo>
                    <a:pt x="0" y="30"/>
                    <a:pt x="0" y="54"/>
                    <a:pt x="26" y="69"/>
                  </a:cubicBezTo>
                  <a:cubicBezTo>
                    <a:pt x="52" y="84"/>
                    <a:pt x="94" y="84"/>
                    <a:pt x="119" y="69"/>
                  </a:cubicBezTo>
                  <a:cubicBezTo>
                    <a:pt x="145" y="54"/>
                    <a:pt x="145" y="30"/>
                    <a:pt x="119" y="15"/>
                  </a:cubicBezTo>
                  <a:close/>
                </a:path>
              </a:pathLst>
            </a:custGeom>
            <a:solidFill>
              <a:srgbClr val="FFFFFF"/>
            </a:solidFill>
            <a:ln w="15875" cap="flat">
              <a:solidFill>
                <a:srgbClr val="FFBC12"/>
              </a:solidFill>
              <a:prstDash val="solid"/>
              <a:round/>
            </a:ln>
          </p:spPr>
          <p:txBody>
            <a:bodyPr anchor="ctr"/>
            <a:lstStyle/>
            <a:p>
              <a:endParaRPr lang="zh-CN" altLang="en-US"/>
            </a:p>
          </p:txBody>
        </p:sp>
        <p:sp>
          <p:nvSpPr>
            <p:cNvPr id="1049494" name="íṥlidé"/>
            <p:cNvSpPr/>
            <p:nvPr>
              <p:custDataLst>
                <p:tags r:id="rId184"/>
              </p:custDataLst>
            </p:nvPr>
          </p:nvSpPr>
          <p:spPr bwMode="auto">
            <a:xfrm>
              <a:off x="5838803" y="3780756"/>
              <a:ext cx="658125" cy="221267"/>
            </a:xfrm>
            <a:custGeom>
              <a:avLst/>
              <a:gdLst>
                <a:gd name="T0" fmla="*/ 2147483646 w 104"/>
                <a:gd name="T1" fmla="*/ 2147483646 h 35"/>
                <a:gd name="T2" fmla="*/ 2147483646 w 104"/>
                <a:gd name="T3" fmla="*/ 2147483646 h 35"/>
                <a:gd name="T4" fmla="*/ 2147483646 w 104"/>
                <a:gd name="T5" fmla="*/ 2147483646 h 35"/>
                <a:gd name="T6" fmla="*/ 2147483646 w 104"/>
                <a:gd name="T7" fmla="*/ 2147483646 h 35"/>
                <a:gd name="T8" fmla="*/ 2147483646 w 104"/>
                <a:gd name="T9" fmla="*/ 2147483646 h 35"/>
                <a:gd name="T10" fmla="*/ 2147483646 w 104"/>
                <a:gd name="T11" fmla="*/ 2147483646 h 35"/>
                <a:gd name="T12" fmla="*/ 2147483646 w 104"/>
                <a:gd name="T13" fmla="*/ 2147483646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35">
                  <a:moveTo>
                    <a:pt x="88" y="11"/>
                  </a:moveTo>
                  <a:cubicBezTo>
                    <a:pt x="100" y="18"/>
                    <a:pt x="104" y="27"/>
                    <a:pt x="103" y="35"/>
                  </a:cubicBezTo>
                  <a:cubicBezTo>
                    <a:pt x="102" y="29"/>
                    <a:pt x="97" y="22"/>
                    <a:pt x="88" y="17"/>
                  </a:cubicBezTo>
                  <a:cubicBezTo>
                    <a:pt x="68" y="6"/>
                    <a:pt x="36" y="6"/>
                    <a:pt x="16" y="17"/>
                  </a:cubicBezTo>
                  <a:cubicBezTo>
                    <a:pt x="8" y="22"/>
                    <a:pt x="3" y="28"/>
                    <a:pt x="2" y="35"/>
                  </a:cubicBezTo>
                  <a:cubicBezTo>
                    <a:pt x="0" y="26"/>
                    <a:pt x="5" y="18"/>
                    <a:pt x="16" y="11"/>
                  </a:cubicBezTo>
                  <a:cubicBezTo>
                    <a:pt x="36" y="0"/>
                    <a:pt x="68" y="0"/>
                    <a:pt x="88" y="11"/>
                  </a:cubicBezTo>
                  <a:close/>
                </a:path>
              </a:pathLst>
            </a:custGeom>
            <a:solidFill>
              <a:srgbClr val="FFE5A3"/>
            </a:solidFill>
            <a:ln>
              <a:noFill/>
            </a:ln>
          </p:spPr>
          <p:txBody>
            <a:bodyPr anchor="ctr"/>
            <a:lstStyle/>
            <a:p>
              <a:endParaRPr lang="zh-CN" altLang="en-US"/>
            </a:p>
          </p:txBody>
        </p:sp>
        <p:sp>
          <p:nvSpPr>
            <p:cNvPr id="1049495" name="ïṡļïḍè"/>
            <p:cNvSpPr/>
            <p:nvPr>
              <p:custDataLst>
                <p:tags r:id="rId185"/>
              </p:custDataLst>
            </p:nvPr>
          </p:nvSpPr>
          <p:spPr bwMode="auto">
            <a:xfrm>
              <a:off x="5852040" y="3818579"/>
              <a:ext cx="639214" cy="366886"/>
            </a:xfrm>
            <a:custGeom>
              <a:avLst/>
              <a:gdLst>
                <a:gd name="T0" fmla="*/ 2147483646 w 101"/>
                <a:gd name="T1" fmla="*/ 2147483646 h 58"/>
                <a:gd name="T2" fmla="*/ 2147483646 w 101"/>
                <a:gd name="T3" fmla="*/ 2147483646 h 58"/>
                <a:gd name="T4" fmla="*/ 2147483646 w 101"/>
                <a:gd name="T5" fmla="*/ 2147483646 h 58"/>
                <a:gd name="T6" fmla="*/ 2147483646 w 101"/>
                <a:gd name="T7" fmla="*/ 2147483646 h 58"/>
                <a:gd name="T8" fmla="*/ 0 w 101"/>
                <a:gd name="T9" fmla="*/ 2147483646 h 58"/>
                <a:gd name="T10" fmla="*/ 2147483646 w 101"/>
                <a:gd name="T11" fmla="*/ 2147483646 h 58"/>
                <a:gd name="T12" fmla="*/ 2147483646 w 101"/>
                <a:gd name="T13" fmla="*/ 2147483646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58">
                  <a:moveTo>
                    <a:pt x="86" y="11"/>
                  </a:moveTo>
                  <a:cubicBezTo>
                    <a:pt x="95" y="16"/>
                    <a:pt x="100" y="23"/>
                    <a:pt x="101" y="29"/>
                  </a:cubicBezTo>
                  <a:cubicBezTo>
                    <a:pt x="100" y="36"/>
                    <a:pt x="95" y="42"/>
                    <a:pt x="86" y="47"/>
                  </a:cubicBezTo>
                  <a:cubicBezTo>
                    <a:pt x="67" y="58"/>
                    <a:pt x="35" y="58"/>
                    <a:pt x="15" y="47"/>
                  </a:cubicBezTo>
                  <a:cubicBezTo>
                    <a:pt x="6" y="42"/>
                    <a:pt x="1" y="35"/>
                    <a:pt x="0" y="29"/>
                  </a:cubicBezTo>
                  <a:cubicBezTo>
                    <a:pt x="1" y="22"/>
                    <a:pt x="6" y="16"/>
                    <a:pt x="14" y="11"/>
                  </a:cubicBezTo>
                  <a:cubicBezTo>
                    <a:pt x="34" y="0"/>
                    <a:pt x="66" y="0"/>
                    <a:pt x="86" y="11"/>
                  </a:cubicBezTo>
                  <a:close/>
                </a:path>
              </a:pathLst>
            </a:custGeom>
            <a:solidFill>
              <a:srgbClr val="FFFFFF"/>
            </a:solidFill>
            <a:ln>
              <a:noFill/>
            </a:ln>
          </p:spPr>
          <p:txBody>
            <a:bodyPr anchor="ctr"/>
            <a:lstStyle/>
            <a:p>
              <a:endParaRPr lang="zh-CN" altLang="en-US"/>
            </a:p>
          </p:txBody>
        </p:sp>
        <p:sp>
          <p:nvSpPr>
            <p:cNvPr id="1049496" name="íšļîḓe"/>
            <p:cNvSpPr/>
            <p:nvPr>
              <p:custDataLst>
                <p:tags r:id="rId186"/>
              </p:custDataLst>
            </p:nvPr>
          </p:nvSpPr>
          <p:spPr bwMode="auto">
            <a:xfrm>
              <a:off x="5838803" y="3780756"/>
              <a:ext cx="658125" cy="404709"/>
            </a:xfrm>
            <a:custGeom>
              <a:avLst/>
              <a:gdLst>
                <a:gd name="T0" fmla="*/ 2147483646 w 104"/>
                <a:gd name="T1" fmla="*/ 2147483646 h 64"/>
                <a:gd name="T2" fmla="*/ 2147483646 w 104"/>
                <a:gd name="T3" fmla="*/ 2147483646 h 64"/>
                <a:gd name="T4" fmla="*/ 2147483646 w 104"/>
                <a:gd name="T5" fmla="*/ 2147483646 h 64"/>
                <a:gd name="T6" fmla="*/ 2147483646 w 104"/>
                <a:gd name="T7" fmla="*/ 2147483646 h 64"/>
                <a:gd name="T8" fmla="*/ 2147483646 w 104"/>
                <a:gd name="T9" fmla="*/ 2147483646 h 64"/>
                <a:gd name="T10" fmla="*/ 2147483646 w 104"/>
                <a:gd name="T11" fmla="*/ 2147483646 h 64"/>
                <a:gd name="T12" fmla="*/ 2147483646 w 104"/>
                <a:gd name="T13" fmla="*/ 2147483646 h 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64">
                  <a:moveTo>
                    <a:pt x="103" y="35"/>
                  </a:moveTo>
                  <a:cubicBezTo>
                    <a:pt x="104" y="27"/>
                    <a:pt x="100" y="18"/>
                    <a:pt x="88" y="11"/>
                  </a:cubicBezTo>
                  <a:cubicBezTo>
                    <a:pt x="68" y="0"/>
                    <a:pt x="36" y="0"/>
                    <a:pt x="16" y="11"/>
                  </a:cubicBezTo>
                  <a:cubicBezTo>
                    <a:pt x="5" y="18"/>
                    <a:pt x="0" y="26"/>
                    <a:pt x="2" y="35"/>
                  </a:cubicBezTo>
                  <a:cubicBezTo>
                    <a:pt x="3" y="41"/>
                    <a:pt x="8" y="48"/>
                    <a:pt x="17" y="53"/>
                  </a:cubicBezTo>
                  <a:cubicBezTo>
                    <a:pt x="37" y="64"/>
                    <a:pt x="69" y="64"/>
                    <a:pt x="88" y="53"/>
                  </a:cubicBezTo>
                  <a:cubicBezTo>
                    <a:pt x="97" y="48"/>
                    <a:pt x="102" y="42"/>
                    <a:pt x="103" y="35"/>
                  </a:cubicBezTo>
                  <a:close/>
                </a:path>
              </a:pathLst>
            </a:custGeom>
            <a:noFill/>
            <a:ln w="15875" cap="flat">
              <a:solidFill>
                <a:srgbClr val="FFBC12"/>
              </a:solidFill>
              <a:prstDash val="solid"/>
              <a:round/>
            </a:ln>
          </p:spPr>
          <p:txBody>
            <a:bodyPr anchor="ctr"/>
            <a:lstStyle/>
            <a:p>
              <a:endParaRPr lang="zh-CN" altLang="en-US"/>
            </a:p>
          </p:txBody>
        </p:sp>
        <p:sp>
          <p:nvSpPr>
            <p:cNvPr id="1049497" name="ïṥḷiḓé"/>
            <p:cNvSpPr/>
            <p:nvPr>
              <p:custDataLst>
                <p:tags r:id="rId187"/>
              </p:custDataLst>
            </p:nvPr>
          </p:nvSpPr>
          <p:spPr bwMode="auto">
            <a:xfrm>
              <a:off x="5852040" y="3818579"/>
              <a:ext cx="639214" cy="183444"/>
            </a:xfrm>
            <a:custGeom>
              <a:avLst/>
              <a:gdLst>
                <a:gd name="T0" fmla="*/ 2147483646 w 101"/>
                <a:gd name="T1" fmla="*/ 2147483646 h 29"/>
                <a:gd name="T2" fmla="*/ 2147483646 w 101"/>
                <a:gd name="T3" fmla="*/ 2147483646 h 29"/>
                <a:gd name="T4" fmla="*/ 2147483646 w 101"/>
                <a:gd name="T5" fmla="*/ 2147483646 h 29"/>
                <a:gd name="T6" fmla="*/ 2147483646 w 101"/>
                <a:gd name="T7" fmla="*/ 2147483646 h 29"/>
                <a:gd name="T8" fmla="*/ 0 w 101"/>
                <a:gd name="T9" fmla="*/ 2147483646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29">
                  <a:moveTo>
                    <a:pt x="101" y="29"/>
                  </a:moveTo>
                  <a:cubicBezTo>
                    <a:pt x="101" y="29"/>
                    <a:pt x="101" y="29"/>
                    <a:pt x="101" y="29"/>
                  </a:cubicBezTo>
                  <a:cubicBezTo>
                    <a:pt x="100" y="23"/>
                    <a:pt x="95" y="16"/>
                    <a:pt x="86" y="11"/>
                  </a:cubicBezTo>
                  <a:cubicBezTo>
                    <a:pt x="66" y="0"/>
                    <a:pt x="34" y="0"/>
                    <a:pt x="14" y="11"/>
                  </a:cubicBezTo>
                  <a:cubicBezTo>
                    <a:pt x="6" y="16"/>
                    <a:pt x="1" y="22"/>
                    <a:pt x="0" y="29"/>
                  </a:cubicBezTo>
                </a:path>
              </a:pathLst>
            </a:custGeom>
            <a:noFill/>
            <a:ln w="15875" cap="flat">
              <a:solidFill>
                <a:srgbClr val="FFBC12"/>
              </a:solidFill>
              <a:prstDash val="solid"/>
              <a:round/>
            </a:ln>
          </p:spPr>
          <p:txBody>
            <a:bodyPr anchor="ctr"/>
            <a:lstStyle/>
            <a:p>
              <a:endParaRPr lang="zh-CN" altLang="en-US"/>
            </a:p>
          </p:txBody>
        </p:sp>
        <p:sp>
          <p:nvSpPr>
            <p:cNvPr id="1049498" name="îṧľïḋe"/>
            <p:cNvSpPr/>
            <p:nvPr>
              <p:custDataLst>
                <p:tags r:id="rId188"/>
              </p:custDataLst>
            </p:nvPr>
          </p:nvSpPr>
          <p:spPr bwMode="auto">
            <a:xfrm>
              <a:off x="6016572" y="3899900"/>
              <a:ext cx="310151" cy="183444"/>
            </a:xfrm>
            <a:custGeom>
              <a:avLst/>
              <a:gdLst>
                <a:gd name="T0" fmla="*/ 2147483646 w 49"/>
                <a:gd name="T1" fmla="*/ 2147483646 h 29"/>
                <a:gd name="T2" fmla="*/ 2147483646 w 49"/>
                <a:gd name="T3" fmla="*/ 2147483646 h 29"/>
                <a:gd name="T4" fmla="*/ 2147483646 w 49"/>
                <a:gd name="T5" fmla="*/ 0 h 29"/>
                <a:gd name="T6" fmla="*/ 2147483646 w 49"/>
                <a:gd name="T7" fmla="*/ 2147483646 h 29"/>
                <a:gd name="T8" fmla="*/ 2147483646 w 49"/>
                <a:gd name="T9" fmla="*/ 2147483646 h 29"/>
                <a:gd name="T10" fmla="*/ 2147483646 w 49"/>
                <a:gd name="T11" fmla="*/ 2147483646 h 29"/>
                <a:gd name="T12" fmla="*/ 2147483646 w 49"/>
                <a:gd name="T13" fmla="*/ 2147483646 h 29"/>
                <a:gd name="T14" fmla="*/ 2147483646 w 49"/>
                <a:gd name="T15" fmla="*/ 2147483646 h 29"/>
                <a:gd name="T16" fmla="*/ 2147483646 w 49"/>
                <a:gd name="T17" fmla="*/ 2147483646 h 29"/>
                <a:gd name="T18" fmla="*/ 2147483646 w 49"/>
                <a:gd name="T19" fmla="*/ 2147483646 h 29"/>
                <a:gd name="T20" fmla="*/ 0 w 49"/>
                <a:gd name="T21" fmla="*/ 2147483646 h 29"/>
                <a:gd name="T22" fmla="*/ 2147483646 w 49"/>
                <a:gd name="T23" fmla="*/ 2147483646 h 29"/>
                <a:gd name="T24" fmla="*/ 2147483646 w 49"/>
                <a:gd name="T25" fmla="*/ 2147483646 h 29"/>
                <a:gd name="T26" fmla="*/ 2147483646 w 49"/>
                <a:gd name="T27" fmla="*/ 2147483646 h 29"/>
                <a:gd name="T28" fmla="*/ 2147483646 w 49"/>
                <a:gd name="T29" fmla="*/ 2147483646 h 29"/>
                <a:gd name="T30" fmla="*/ 2147483646 w 49"/>
                <a:gd name="T31" fmla="*/ 2147483646 h 29"/>
                <a:gd name="T32" fmla="*/ 2147483646 w 49"/>
                <a:gd name="T33" fmla="*/ 2147483646 h 29"/>
                <a:gd name="T34" fmla="*/ 2147483646 w 49"/>
                <a:gd name="T35" fmla="*/ 2147483646 h 29"/>
                <a:gd name="T36" fmla="*/ 2147483646 w 49"/>
                <a:gd name="T37" fmla="*/ 2147483646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9" h="29">
                  <a:moveTo>
                    <a:pt x="43" y="7"/>
                  </a:moveTo>
                  <a:cubicBezTo>
                    <a:pt x="49" y="4"/>
                    <a:pt x="49" y="4"/>
                    <a:pt x="49" y="4"/>
                  </a:cubicBezTo>
                  <a:cubicBezTo>
                    <a:pt x="43" y="0"/>
                    <a:pt x="43" y="0"/>
                    <a:pt x="43" y="0"/>
                  </a:cubicBezTo>
                  <a:cubicBezTo>
                    <a:pt x="37" y="4"/>
                    <a:pt x="37" y="4"/>
                    <a:pt x="37" y="4"/>
                  </a:cubicBezTo>
                  <a:cubicBezTo>
                    <a:pt x="30" y="2"/>
                    <a:pt x="24" y="2"/>
                    <a:pt x="19" y="4"/>
                  </a:cubicBezTo>
                  <a:cubicBezTo>
                    <a:pt x="9" y="10"/>
                    <a:pt x="28" y="18"/>
                    <a:pt x="22" y="21"/>
                  </a:cubicBezTo>
                  <a:cubicBezTo>
                    <a:pt x="21" y="22"/>
                    <a:pt x="18" y="22"/>
                    <a:pt x="16" y="20"/>
                  </a:cubicBezTo>
                  <a:cubicBezTo>
                    <a:pt x="13" y="18"/>
                    <a:pt x="10" y="15"/>
                    <a:pt x="9" y="11"/>
                  </a:cubicBezTo>
                  <a:cubicBezTo>
                    <a:pt x="1" y="13"/>
                    <a:pt x="1" y="13"/>
                    <a:pt x="1" y="13"/>
                  </a:cubicBezTo>
                  <a:cubicBezTo>
                    <a:pt x="1" y="16"/>
                    <a:pt x="3" y="19"/>
                    <a:pt x="6" y="22"/>
                  </a:cubicBezTo>
                  <a:cubicBezTo>
                    <a:pt x="0" y="25"/>
                    <a:pt x="0" y="25"/>
                    <a:pt x="0" y="25"/>
                  </a:cubicBezTo>
                  <a:cubicBezTo>
                    <a:pt x="5" y="29"/>
                    <a:pt x="5" y="29"/>
                    <a:pt x="5" y="29"/>
                  </a:cubicBezTo>
                  <a:cubicBezTo>
                    <a:pt x="12" y="25"/>
                    <a:pt x="12" y="25"/>
                    <a:pt x="12" y="25"/>
                  </a:cubicBezTo>
                  <a:cubicBezTo>
                    <a:pt x="18" y="28"/>
                    <a:pt x="26" y="29"/>
                    <a:pt x="31" y="25"/>
                  </a:cubicBezTo>
                  <a:cubicBezTo>
                    <a:pt x="42" y="19"/>
                    <a:pt x="23" y="12"/>
                    <a:pt x="28" y="9"/>
                  </a:cubicBezTo>
                  <a:cubicBezTo>
                    <a:pt x="30" y="8"/>
                    <a:pt x="32" y="8"/>
                    <a:pt x="34" y="9"/>
                  </a:cubicBezTo>
                  <a:cubicBezTo>
                    <a:pt x="36" y="11"/>
                    <a:pt x="39" y="14"/>
                    <a:pt x="40" y="17"/>
                  </a:cubicBezTo>
                  <a:cubicBezTo>
                    <a:pt x="49" y="15"/>
                    <a:pt x="49" y="15"/>
                    <a:pt x="49" y="15"/>
                  </a:cubicBezTo>
                  <a:cubicBezTo>
                    <a:pt x="48" y="12"/>
                    <a:pt x="46" y="10"/>
                    <a:pt x="43" y="7"/>
                  </a:cubicBezTo>
                  <a:close/>
                </a:path>
              </a:pathLst>
            </a:custGeom>
            <a:solidFill>
              <a:srgbClr val="FFBC12"/>
            </a:solidFill>
            <a:ln>
              <a:noFill/>
            </a:ln>
          </p:spPr>
          <p:txBody>
            <a:bodyPr anchor="ctr"/>
            <a:lstStyle/>
            <a:p>
              <a:endParaRPr lang="zh-CN" altLang="en-US"/>
            </a:p>
          </p:txBody>
        </p:sp>
        <p:sp>
          <p:nvSpPr>
            <p:cNvPr id="1049499" name="îŝ1ïďé"/>
            <p:cNvSpPr/>
            <p:nvPr>
              <p:custDataLst>
                <p:tags r:id="rId189"/>
              </p:custDataLst>
            </p:nvPr>
          </p:nvSpPr>
          <p:spPr bwMode="auto">
            <a:xfrm>
              <a:off x="5751809" y="3837491"/>
              <a:ext cx="841569" cy="372560"/>
            </a:xfrm>
            <a:custGeom>
              <a:avLst/>
              <a:gdLst>
                <a:gd name="T0" fmla="*/ 2147483646 w 133"/>
                <a:gd name="T1" fmla="*/ 2147483646 h 59"/>
                <a:gd name="T2" fmla="*/ 2147483646 w 133"/>
                <a:gd name="T3" fmla="*/ 2147483646 h 59"/>
                <a:gd name="T4" fmla="*/ 2147483646 w 133"/>
                <a:gd name="T5" fmla="*/ 2147483646 h 59"/>
                <a:gd name="T6" fmla="*/ 2147483646 w 133"/>
                <a:gd name="T7" fmla="*/ 2147483646 h 59"/>
                <a:gd name="T8" fmla="*/ 0 w 133"/>
                <a:gd name="T9" fmla="*/ 2147483646 h 59"/>
                <a:gd name="T10" fmla="*/ 0 w 133"/>
                <a:gd name="T11" fmla="*/ 0 h 59"/>
                <a:gd name="T12" fmla="*/ 2147483646 w 133"/>
                <a:gd name="T13" fmla="*/ 2147483646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3" h="59">
                  <a:moveTo>
                    <a:pt x="133" y="1"/>
                  </a:moveTo>
                  <a:cubicBezTo>
                    <a:pt x="133" y="17"/>
                    <a:pt x="133" y="17"/>
                    <a:pt x="133" y="17"/>
                  </a:cubicBezTo>
                  <a:cubicBezTo>
                    <a:pt x="133" y="26"/>
                    <a:pt x="126" y="36"/>
                    <a:pt x="113" y="44"/>
                  </a:cubicBezTo>
                  <a:cubicBezTo>
                    <a:pt x="88" y="59"/>
                    <a:pt x="46" y="59"/>
                    <a:pt x="20" y="44"/>
                  </a:cubicBezTo>
                  <a:cubicBezTo>
                    <a:pt x="7" y="36"/>
                    <a:pt x="0" y="26"/>
                    <a:pt x="0" y="16"/>
                  </a:cubicBezTo>
                  <a:cubicBezTo>
                    <a:pt x="0" y="0"/>
                    <a:pt x="0" y="0"/>
                    <a:pt x="0" y="0"/>
                  </a:cubicBezTo>
                  <a:cubicBezTo>
                    <a:pt x="23" y="0"/>
                    <a:pt x="112" y="1"/>
                    <a:pt x="133" y="1"/>
                  </a:cubicBezTo>
                  <a:close/>
                </a:path>
              </a:pathLst>
            </a:custGeom>
            <a:solidFill>
              <a:srgbClr val="FFE5A3"/>
            </a:solidFill>
            <a:ln w="15875" cap="flat">
              <a:solidFill>
                <a:srgbClr val="FFBC12"/>
              </a:solidFill>
              <a:prstDash val="solid"/>
              <a:round/>
            </a:ln>
          </p:spPr>
          <p:txBody>
            <a:bodyPr anchor="ctr"/>
            <a:lstStyle/>
            <a:p>
              <a:endParaRPr lang="zh-CN" altLang="en-US"/>
            </a:p>
          </p:txBody>
        </p:sp>
        <p:sp>
          <p:nvSpPr>
            <p:cNvPr id="1049500" name="ïş1íḓe"/>
            <p:cNvSpPr/>
            <p:nvPr>
              <p:custDataLst>
                <p:tags r:id="rId190"/>
              </p:custDataLst>
            </p:nvPr>
          </p:nvSpPr>
          <p:spPr bwMode="auto">
            <a:xfrm>
              <a:off x="5713986" y="3570837"/>
              <a:ext cx="917215" cy="537091"/>
            </a:xfrm>
            <a:custGeom>
              <a:avLst/>
              <a:gdLst>
                <a:gd name="T0" fmla="*/ 2147483646 w 145"/>
                <a:gd name="T1" fmla="*/ 2147483646 h 85"/>
                <a:gd name="T2" fmla="*/ 2147483646 w 145"/>
                <a:gd name="T3" fmla="*/ 2147483646 h 85"/>
                <a:gd name="T4" fmla="*/ 2147483646 w 145"/>
                <a:gd name="T5" fmla="*/ 2147483646 h 85"/>
                <a:gd name="T6" fmla="*/ 2147483646 w 145"/>
                <a:gd name="T7" fmla="*/ 2147483646 h 85"/>
                <a:gd name="T8" fmla="*/ 2147483646 w 145"/>
                <a:gd name="T9" fmla="*/ 2147483646 h 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85">
                  <a:moveTo>
                    <a:pt x="119" y="15"/>
                  </a:moveTo>
                  <a:cubicBezTo>
                    <a:pt x="93" y="0"/>
                    <a:pt x="51" y="0"/>
                    <a:pt x="25" y="15"/>
                  </a:cubicBezTo>
                  <a:cubicBezTo>
                    <a:pt x="0" y="30"/>
                    <a:pt x="0" y="55"/>
                    <a:pt x="26" y="70"/>
                  </a:cubicBezTo>
                  <a:cubicBezTo>
                    <a:pt x="52" y="85"/>
                    <a:pt x="94" y="85"/>
                    <a:pt x="119" y="70"/>
                  </a:cubicBezTo>
                  <a:cubicBezTo>
                    <a:pt x="145" y="55"/>
                    <a:pt x="145" y="30"/>
                    <a:pt x="119" y="15"/>
                  </a:cubicBezTo>
                  <a:close/>
                </a:path>
              </a:pathLst>
            </a:custGeom>
            <a:solidFill>
              <a:srgbClr val="FFFFFF"/>
            </a:solidFill>
            <a:ln w="15875" cap="flat">
              <a:solidFill>
                <a:srgbClr val="FFBC12"/>
              </a:solidFill>
              <a:prstDash val="solid"/>
              <a:round/>
            </a:ln>
          </p:spPr>
          <p:txBody>
            <a:bodyPr anchor="ctr"/>
            <a:lstStyle/>
            <a:p>
              <a:endParaRPr lang="zh-CN" altLang="en-US"/>
            </a:p>
          </p:txBody>
        </p:sp>
        <p:sp>
          <p:nvSpPr>
            <p:cNvPr id="1049501" name="îšlïḓé"/>
            <p:cNvSpPr/>
            <p:nvPr>
              <p:custDataLst>
                <p:tags r:id="rId191"/>
              </p:custDataLst>
            </p:nvPr>
          </p:nvSpPr>
          <p:spPr bwMode="auto">
            <a:xfrm>
              <a:off x="5838803" y="3635137"/>
              <a:ext cx="658125" cy="226940"/>
            </a:xfrm>
            <a:custGeom>
              <a:avLst/>
              <a:gdLst>
                <a:gd name="T0" fmla="*/ 2147483646 w 104"/>
                <a:gd name="T1" fmla="*/ 2147483646 h 36"/>
                <a:gd name="T2" fmla="*/ 2147483646 w 104"/>
                <a:gd name="T3" fmla="*/ 2147483646 h 36"/>
                <a:gd name="T4" fmla="*/ 2147483646 w 104"/>
                <a:gd name="T5" fmla="*/ 2147483646 h 36"/>
                <a:gd name="T6" fmla="*/ 2147483646 w 104"/>
                <a:gd name="T7" fmla="*/ 2147483646 h 36"/>
                <a:gd name="T8" fmla="*/ 2147483646 w 104"/>
                <a:gd name="T9" fmla="*/ 2147483646 h 36"/>
                <a:gd name="T10" fmla="*/ 2147483646 w 104"/>
                <a:gd name="T11" fmla="*/ 2147483646 h 36"/>
                <a:gd name="T12" fmla="*/ 2147483646 w 104"/>
                <a:gd name="T13" fmla="*/ 2147483646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36">
                  <a:moveTo>
                    <a:pt x="88" y="12"/>
                  </a:moveTo>
                  <a:cubicBezTo>
                    <a:pt x="100" y="18"/>
                    <a:pt x="104" y="27"/>
                    <a:pt x="103" y="36"/>
                  </a:cubicBezTo>
                  <a:cubicBezTo>
                    <a:pt x="102" y="29"/>
                    <a:pt x="97" y="23"/>
                    <a:pt x="88" y="18"/>
                  </a:cubicBezTo>
                  <a:cubicBezTo>
                    <a:pt x="68" y="6"/>
                    <a:pt x="36" y="6"/>
                    <a:pt x="16" y="18"/>
                  </a:cubicBezTo>
                  <a:cubicBezTo>
                    <a:pt x="8" y="23"/>
                    <a:pt x="3" y="29"/>
                    <a:pt x="2" y="36"/>
                  </a:cubicBezTo>
                  <a:cubicBezTo>
                    <a:pt x="0" y="27"/>
                    <a:pt x="5" y="18"/>
                    <a:pt x="16" y="12"/>
                  </a:cubicBezTo>
                  <a:cubicBezTo>
                    <a:pt x="36" y="0"/>
                    <a:pt x="68" y="0"/>
                    <a:pt x="88" y="12"/>
                  </a:cubicBezTo>
                  <a:close/>
                </a:path>
              </a:pathLst>
            </a:custGeom>
            <a:solidFill>
              <a:srgbClr val="FFE5A3"/>
            </a:solidFill>
            <a:ln>
              <a:noFill/>
            </a:ln>
          </p:spPr>
          <p:txBody>
            <a:bodyPr anchor="ctr"/>
            <a:lstStyle/>
            <a:p>
              <a:endParaRPr lang="zh-CN" altLang="en-US"/>
            </a:p>
          </p:txBody>
        </p:sp>
        <p:sp>
          <p:nvSpPr>
            <p:cNvPr id="1049502" name="iṩḻidê"/>
            <p:cNvSpPr/>
            <p:nvPr>
              <p:custDataLst>
                <p:tags r:id="rId192"/>
              </p:custDataLst>
            </p:nvPr>
          </p:nvSpPr>
          <p:spPr bwMode="auto">
            <a:xfrm>
              <a:off x="5852040" y="3672960"/>
              <a:ext cx="639214" cy="372560"/>
            </a:xfrm>
            <a:custGeom>
              <a:avLst/>
              <a:gdLst>
                <a:gd name="T0" fmla="*/ 2147483646 w 101"/>
                <a:gd name="T1" fmla="*/ 2147483646 h 59"/>
                <a:gd name="T2" fmla="*/ 2147483646 w 101"/>
                <a:gd name="T3" fmla="*/ 2147483646 h 59"/>
                <a:gd name="T4" fmla="*/ 2147483646 w 101"/>
                <a:gd name="T5" fmla="*/ 2147483646 h 59"/>
                <a:gd name="T6" fmla="*/ 2147483646 w 101"/>
                <a:gd name="T7" fmla="*/ 2147483646 h 59"/>
                <a:gd name="T8" fmla="*/ 0 w 101"/>
                <a:gd name="T9" fmla="*/ 2147483646 h 59"/>
                <a:gd name="T10" fmla="*/ 2147483646 w 101"/>
                <a:gd name="T11" fmla="*/ 2147483646 h 59"/>
                <a:gd name="T12" fmla="*/ 2147483646 w 101"/>
                <a:gd name="T13" fmla="*/ 2147483646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59">
                  <a:moveTo>
                    <a:pt x="86" y="12"/>
                  </a:moveTo>
                  <a:cubicBezTo>
                    <a:pt x="95" y="17"/>
                    <a:pt x="100" y="23"/>
                    <a:pt x="101" y="30"/>
                  </a:cubicBezTo>
                  <a:cubicBezTo>
                    <a:pt x="100" y="36"/>
                    <a:pt x="95" y="42"/>
                    <a:pt x="86" y="47"/>
                  </a:cubicBezTo>
                  <a:cubicBezTo>
                    <a:pt x="67" y="59"/>
                    <a:pt x="35" y="59"/>
                    <a:pt x="15" y="47"/>
                  </a:cubicBezTo>
                  <a:cubicBezTo>
                    <a:pt x="6" y="42"/>
                    <a:pt x="1" y="36"/>
                    <a:pt x="0" y="30"/>
                  </a:cubicBezTo>
                  <a:cubicBezTo>
                    <a:pt x="1" y="23"/>
                    <a:pt x="6" y="17"/>
                    <a:pt x="14" y="12"/>
                  </a:cubicBezTo>
                  <a:cubicBezTo>
                    <a:pt x="34" y="0"/>
                    <a:pt x="66" y="0"/>
                    <a:pt x="86" y="12"/>
                  </a:cubicBezTo>
                  <a:close/>
                </a:path>
              </a:pathLst>
            </a:custGeom>
            <a:solidFill>
              <a:srgbClr val="FFFFFF"/>
            </a:solidFill>
            <a:ln>
              <a:noFill/>
            </a:ln>
          </p:spPr>
          <p:txBody>
            <a:bodyPr anchor="ctr"/>
            <a:lstStyle/>
            <a:p>
              <a:endParaRPr lang="zh-CN" altLang="en-US"/>
            </a:p>
          </p:txBody>
        </p:sp>
        <p:sp>
          <p:nvSpPr>
            <p:cNvPr id="1049503" name="ïSḷîḍè"/>
            <p:cNvSpPr/>
            <p:nvPr>
              <p:custDataLst>
                <p:tags r:id="rId193"/>
              </p:custDataLst>
            </p:nvPr>
          </p:nvSpPr>
          <p:spPr bwMode="auto">
            <a:xfrm>
              <a:off x="5838803" y="3635137"/>
              <a:ext cx="658125" cy="410383"/>
            </a:xfrm>
            <a:custGeom>
              <a:avLst/>
              <a:gdLst>
                <a:gd name="T0" fmla="*/ 2147483646 w 104"/>
                <a:gd name="T1" fmla="*/ 2147483646 h 65"/>
                <a:gd name="T2" fmla="*/ 2147483646 w 104"/>
                <a:gd name="T3" fmla="*/ 2147483646 h 65"/>
                <a:gd name="T4" fmla="*/ 2147483646 w 104"/>
                <a:gd name="T5" fmla="*/ 2147483646 h 65"/>
                <a:gd name="T6" fmla="*/ 2147483646 w 104"/>
                <a:gd name="T7" fmla="*/ 2147483646 h 65"/>
                <a:gd name="T8" fmla="*/ 2147483646 w 104"/>
                <a:gd name="T9" fmla="*/ 2147483646 h 65"/>
                <a:gd name="T10" fmla="*/ 2147483646 w 104"/>
                <a:gd name="T11" fmla="*/ 2147483646 h 65"/>
                <a:gd name="T12" fmla="*/ 2147483646 w 104"/>
                <a:gd name="T13" fmla="*/ 2147483646 h 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65">
                  <a:moveTo>
                    <a:pt x="103" y="36"/>
                  </a:moveTo>
                  <a:cubicBezTo>
                    <a:pt x="104" y="27"/>
                    <a:pt x="100" y="18"/>
                    <a:pt x="88" y="12"/>
                  </a:cubicBezTo>
                  <a:cubicBezTo>
                    <a:pt x="68" y="0"/>
                    <a:pt x="36" y="0"/>
                    <a:pt x="16" y="12"/>
                  </a:cubicBezTo>
                  <a:cubicBezTo>
                    <a:pt x="5" y="18"/>
                    <a:pt x="0" y="27"/>
                    <a:pt x="2" y="36"/>
                  </a:cubicBezTo>
                  <a:cubicBezTo>
                    <a:pt x="3" y="42"/>
                    <a:pt x="8" y="48"/>
                    <a:pt x="17" y="53"/>
                  </a:cubicBezTo>
                  <a:cubicBezTo>
                    <a:pt x="37" y="65"/>
                    <a:pt x="69" y="65"/>
                    <a:pt x="88" y="53"/>
                  </a:cubicBezTo>
                  <a:cubicBezTo>
                    <a:pt x="97" y="48"/>
                    <a:pt x="102" y="42"/>
                    <a:pt x="103" y="36"/>
                  </a:cubicBezTo>
                  <a:close/>
                </a:path>
              </a:pathLst>
            </a:custGeom>
            <a:noFill/>
            <a:ln w="15875" cap="flat">
              <a:solidFill>
                <a:srgbClr val="FFBC12"/>
              </a:solidFill>
              <a:prstDash val="solid"/>
              <a:round/>
            </a:ln>
          </p:spPr>
          <p:txBody>
            <a:bodyPr anchor="ctr"/>
            <a:lstStyle/>
            <a:p>
              <a:endParaRPr lang="zh-CN" altLang="en-US"/>
            </a:p>
          </p:txBody>
        </p:sp>
        <p:sp>
          <p:nvSpPr>
            <p:cNvPr id="1049504" name="is1íḋé"/>
            <p:cNvSpPr/>
            <p:nvPr>
              <p:custDataLst>
                <p:tags r:id="rId194"/>
              </p:custDataLst>
            </p:nvPr>
          </p:nvSpPr>
          <p:spPr bwMode="auto">
            <a:xfrm>
              <a:off x="5852040" y="3672960"/>
              <a:ext cx="639214" cy="189116"/>
            </a:xfrm>
            <a:custGeom>
              <a:avLst/>
              <a:gdLst>
                <a:gd name="T0" fmla="*/ 2147483646 w 101"/>
                <a:gd name="T1" fmla="*/ 2147483646 h 30"/>
                <a:gd name="T2" fmla="*/ 2147483646 w 101"/>
                <a:gd name="T3" fmla="*/ 2147483646 h 30"/>
                <a:gd name="T4" fmla="*/ 2147483646 w 101"/>
                <a:gd name="T5" fmla="*/ 2147483646 h 30"/>
                <a:gd name="T6" fmla="*/ 2147483646 w 101"/>
                <a:gd name="T7" fmla="*/ 2147483646 h 30"/>
                <a:gd name="T8" fmla="*/ 0 w 101"/>
                <a:gd name="T9" fmla="*/ 2147483646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30">
                  <a:moveTo>
                    <a:pt x="101" y="30"/>
                  </a:moveTo>
                  <a:cubicBezTo>
                    <a:pt x="101" y="30"/>
                    <a:pt x="101" y="30"/>
                    <a:pt x="101" y="30"/>
                  </a:cubicBezTo>
                  <a:cubicBezTo>
                    <a:pt x="100" y="23"/>
                    <a:pt x="95" y="17"/>
                    <a:pt x="86" y="12"/>
                  </a:cubicBezTo>
                  <a:cubicBezTo>
                    <a:pt x="66" y="0"/>
                    <a:pt x="34" y="0"/>
                    <a:pt x="14" y="12"/>
                  </a:cubicBezTo>
                  <a:cubicBezTo>
                    <a:pt x="6" y="17"/>
                    <a:pt x="1" y="23"/>
                    <a:pt x="0" y="30"/>
                  </a:cubicBezTo>
                </a:path>
              </a:pathLst>
            </a:custGeom>
            <a:noFill/>
            <a:ln w="15875" cap="flat">
              <a:solidFill>
                <a:srgbClr val="FFBC12"/>
              </a:solidFill>
              <a:prstDash val="solid"/>
              <a:round/>
            </a:ln>
          </p:spPr>
          <p:txBody>
            <a:bodyPr anchor="ctr"/>
            <a:lstStyle/>
            <a:p>
              <a:endParaRPr lang="zh-CN" altLang="en-US"/>
            </a:p>
          </p:txBody>
        </p:sp>
        <p:sp>
          <p:nvSpPr>
            <p:cNvPr id="1049505" name="iṥḻïḓê"/>
            <p:cNvSpPr/>
            <p:nvPr>
              <p:custDataLst>
                <p:tags r:id="rId195"/>
              </p:custDataLst>
            </p:nvPr>
          </p:nvSpPr>
          <p:spPr bwMode="auto">
            <a:xfrm>
              <a:off x="6016572" y="3761844"/>
              <a:ext cx="310151" cy="175879"/>
            </a:xfrm>
            <a:custGeom>
              <a:avLst/>
              <a:gdLst>
                <a:gd name="T0" fmla="*/ 2147483646 w 49"/>
                <a:gd name="T1" fmla="*/ 2147483646 h 28"/>
                <a:gd name="T2" fmla="*/ 2147483646 w 49"/>
                <a:gd name="T3" fmla="*/ 2147483646 h 28"/>
                <a:gd name="T4" fmla="*/ 2147483646 w 49"/>
                <a:gd name="T5" fmla="*/ 0 h 28"/>
                <a:gd name="T6" fmla="*/ 2147483646 w 49"/>
                <a:gd name="T7" fmla="*/ 2147483646 h 28"/>
                <a:gd name="T8" fmla="*/ 2147483646 w 49"/>
                <a:gd name="T9" fmla="*/ 2147483646 h 28"/>
                <a:gd name="T10" fmla="*/ 2147483646 w 49"/>
                <a:gd name="T11" fmla="*/ 2147483646 h 28"/>
                <a:gd name="T12" fmla="*/ 2147483646 w 49"/>
                <a:gd name="T13" fmla="*/ 2147483646 h 28"/>
                <a:gd name="T14" fmla="*/ 2147483646 w 49"/>
                <a:gd name="T15" fmla="*/ 2147483646 h 28"/>
                <a:gd name="T16" fmla="*/ 2147483646 w 49"/>
                <a:gd name="T17" fmla="*/ 2147483646 h 28"/>
                <a:gd name="T18" fmla="*/ 2147483646 w 49"/>
                <a:gd name="T19" fmla="*/ 2147483646 h 28"/>
                <a:gd name="T20" fmla="*/ 0 w 49"/>
                <a:gd name="T21" fmla="*/ 2147483646 h 28"/>
                <a:gd name="T22" fmla="*/ 2147483646 w 49"/>
                <a:gd name="T23" fmla="*/ 2147483646 h 28"/>
                <a:gd name="T24" fmla="*/ 2147483646 w 49"/>
                <a:gd name="T25" fmla="*/ 2147483646 h 28"/>
                <a:gd name="T26" fmla="*/ 2147483646 w 49"/>
                <a:gd name="T27" fmla="*/ 2147483646 h 28"/>
                <a:gd name="T28" fmla="*/ 2147483646 w 49"/>
                <a:gd name="T29" fmla="*/ 2147483646 h 28"/>
                <a:gd name="T30" fmla="*/ 2147483646 w 49"/>
                <a:gd name="T31" fmla="*/ 2147483646 h 28"/>
                <a:gd name="T32" fmla="*/ 2147483646 w 49"/>
                <a:gd name="T33" fmla="*/ 2147483646 h 28"/>
                <a:gd name="T34" fmla="*/ 2147483646 w 49"/>
                <a:gd name="T35" fmla="*/ 2147483646 h 28"/>
                <a:gd name="T36" fmla="*/ 2147483646 w 49"/>
                <a:gd name="T37" fmla="*/ 2147483646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9" h="28">
                  <a:moveTo>
                    <a:pt x="43" y="7"/>
                  </a:moveTo>
                  <a:cubicBezTo>
                    <a:pt x="49" y="3"/>
                    <a:pt x="49" y="3"/>
                    <a:pt x="49" y="3"/>
                  </a:cubicBezTo>
                  <a:cubicBezTo>
                    <a:pt x="43" y="0"/>
                    <a:pt x="43" y="0"/>
                    <a:pt x="43" y="0"/>
                  </a:cubicBezTo>
                  <a:cubicBezTo>
                    <a:pt x="37" y="4"/>
                    <a:pt x="37" y="4"/>
                    <a:pt x="37" y="4"/>
                  </a:cubicBezTo>
                  <a:cubicBezTo>
                    <a:pt x="30" y="1"/>
                    <a:pt x="24" y="1"/>
                    <a:pt x="19" y="4"/>
                  </a:cubicBezTo>
                  <a:cubicBezTo>
                    <a:pt x="9" y="10"/>
                    <a:pt x="28" y="17"/>
                    <a:pt x="22" y="21"/>
                  </a:cubicBezTo>
                  <a:cubicBezTo>
                    <a:pt x="21" y="22"/>
                    <a:pt x="18" y="21"/>
                    <a:pt x="16" y="20"/>
                  </a:cubicBezTo>
                  <a:cubicBezTo>
                    <a:pt x="13" y="18"/>
                    <a:pt x="10" y="14"/>
                    <a:pt x="9" y="11"/>
                  </a:cubicBezTo>
                  <a:cubicBezTo>
                    <a:pt x="1" y="13"/>
                    <a:pt x="1" y="13"/>
                    <a:pt x="1" y="13"/>
                  </a:cubicBezTo>
                  <a:cubicBezTo>
                    <a:pt x="1" y="15"/>
                    <a:pt x="3" y="19"/>
                    <a:pt x="6" y="21"/>
                  </a:cubicBezTo>
                  <a:cubicBezTo>
                    <a:pt x="0" y="25"/>
                    <a:pt x="0" y="25"/>
                    <a:pt x="0" y="25"/>
                  </a:cubicBezTo>
                  <a:cubicBezTo>
                    <a:pt x="5" y="28"/>
                    <a:pt x="5" y="28"/>
                    <a:pt x="5" y="28"/>
                  </a:cubicBezTo>
                  <a:cubicBezTo>
                    <a:pt x="12" y="25"/>
                    <a:pt x="12" y="25"/>
                    <a:pt x="12" y="25"/>
                  </a:cubicBezTo>
                  <a:cubicBezTo>
                    <a:pt x="18" y="27"/>
                    <a:pt x="26" y="28"/>
                    <a:pt x="31" y="25"/>
                  </a:cubicBezTo>
                  <a:cubicBezTo>
                    <a:pt x="42" y="19"/>
                    <a:pt x="23" y="11"/>
                    <a:pt x="28" y="8"/>
                  </a:cubicBezTo>
                  <a:cubicBezTo>
                    <a:pt x="30" y="7"/>
                    <a:pt x="32" y="8"/>
                    <a:pt x="34" y="9"/>
                  </a:cubicBezTo>
                  <a:cubicBezTo>
                    <a:pt x="36" y="10"/>
                    <a:pt x="39" y="13"/>
                    <a:pt x="40" y="16"/>
                  </a:cubicBezTo>
                  <a:cubicBezTo>
                    <a:pt x="49" y="14"/>
                    <a:pt x="49" y="14"/>
                    <a:pt x="49" y="14"/>
                  </a:cubicBezTo>
                  <a:cubicBezTo>
                    <a:pt x="48" y="12"/>
                    <a:pt x="46" y="9"/>
                    <a:pt x="43" y="7"/>
                  </a:cubicBezTo>
                  <a:close/>
                </a:path>
              </a:pathLst>
            </a:custGeom>
            <a:solidFill>
              <a:srgbClr val="FFBC12"/>
            </a:solidFill>
            <a:ln>
              <a:noFill/>
            </a:ln>
          </p:spPr>
          <p:txBody>
            <a:bodyPr anchor="ctr"/>
            <a:lstStyle/>
            <a:p>
              <a:endParaRPr lang="zh-CN" altLang="en-US"/>
            </a:p>
          </p:txBody>
        </p:sp>
        <p:sp>
          <p:nvSpPr>
            <p:cNvPr id="1049506" name="iṣḻîḓê"/>
            <p:cNvSpPr/>
            <p:nvPr>
              <p:custDataLst>
                <p:tags r:id="rId196"/>
              </p:custDataLst>
            </p:nvPr>
          </p:nvSpPr>
          <p:spPr bwMode="auto">
            <a:xfrm>
              <a:off x="5067208" y="4671495"/>
              <a:ext cx="835895" cy="366886"/>
            </a:xfrm>
            <a:custGeom>
              <a:avLst/>
              <a:gdLst>
                <a:gd name="T0" fmla="*/ 2147483646 w 132"/>
                <a:gd name="T1" fmla="*/ 0 h 58"/>
                <a:gd name="T2" fmla="*/ 2147483646 w 132"/>
                <a:gd name="T3" fmla="*/ 2147483646 h 58"/>
                <a:gd name="T4" fmla="*/ 2147483646 w 132"/>
                <a:gd name="T5" fmla="*/ 2147483646 h 58"/>
                <a:gd name="T6" fmla="*/ 2147483646 w 132"/>
                <a:gd name="T7" fmla="*/ 2147483646 h 58"/>
                <a:gd name="T8" fmla="*/ 0 w 132"/>
                <a:gd name="T9" fmla="*/ 2147483646 h 58"/>
                <a:gd name="T10" fmla="*/ 0 w 132"/>
                <a:gd name="T11" fmla="*/ 0 h 58"/>
                <a:gd name="T12" fmla="*/ 2147483646 w 132"/>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2" h="58">
                  <a:moveTo>
                    <a:pt x="132" y="0"/>
                  </a:moveTo>
                  <a:cubicBezTo>
                    <a:pt x="132" y="16"/>
                    <a:pt x="132" y="16"/>
                    <a:pt x="132" y="16"/>
                  </a:cubicBezTo>
                  <a:cubicBezTo>
                    <a:pt x="132" y="26"/>
                    <a:pt x="126" y="35"/>
                    <a:pt x="113" y="43"/>
                  </a:cubicBezTo>
                  <a:cubicBezTo>
                    <a:pt x="87" y="58"/>
                    <a:pt x="45" y="58"/>
                    <a:pt x="19" y="43"/>
                  </a:cubicBezTo>
                  <a:cubicBezTo>
                    <a:pt x="6" y="35"/>
                    <a:pt x="0" y="25"/>
                    <a:pt x="0" y="15"/>
                  </a:cubicBezTo>
                  <a:cubicBezTo>
                    <a:pt x="0" y="0"/>
                    <a:pt x="0" y="0"/>
                    <a:pt x="0" y="0"/>
                  </a:cubicBezTo>
                  <a:cubicBezTo>
                    <a:pt x="23" y="0"/>
                    <a:pt x="111" y="0"/>
                    <a:pt x="132" y="0"/>
                  </a:cubicBezTo>
                  <a:close/>
                </a:path>
              </a:pathLst>
            </a:custGeom>
            <a:solidFill>
              <a:srgbClr val="FFE5A3"/>
            </a:solidFill>
            <a:ln w="15875" cap="flat">
              <a:solidFill>
                <a:srgbClr val="FFBC12"/>
              </a:solidFill>
              <a:prstDash val="solid"/>
              <a:round/>
            </a:ln>
          </p:spPr>
          <p:txBody>
            <a:bodyPr anchor="ctr"/>
            <a:lstStyle/>
            <a:p>
              <a:endParaRPr lang="zh-CN" altLang="en-US"/>
            </a:p>
          </p:txBody>
        </p:sp>
        <p:sp>
          <p:nvSpPr>
            <p:cNvPr id="1049507" name="íš1ïḑê"/>
            <p:cNvSpPr/>
            <p:nvPr>
              <p:custDataLst>
                <p:tags r:id="rId197"/>
              </p:custDataLst>
            </p:nvPr>
          </p:nvSpPr>
          <p:spPr bwMode="auto">
            <a:xfrm>
              <a:off x="5023710" y="4406732"/>
              <a:ext cx="922888" cy="529526"/>
            </a:xfrm>
            <a:custGeom>
              <a:avLst/>
              <a:gdLst>
                <a:gd name="T0" fmla="*/ 2147483646 w 146"/>
                <a:gd name="T1" fmla="*/ 2147483646 h 84"/>
                <a:gd name="T2" fmla="*/ 2147483646 w 146"/>
                <a:gd name="T3" fmla="*/ 2147483646 h 84"/>
                <a:gd name="T4" fmla="*/ 2147483646 w 146"/>
                <a:gd name="T5" fmla="*/ 2147483646 h 84"/>
                <a:gd name="T6" fmla="*/ 2147483646 w 146"/>
                <a:gd name="T7" fmla="*/ 2147483646 h 84"/>
                <a:gd name="T8" fmla="*/ 2147483646 w 146"/>
                <a:gd name="T9" fmla="*/ 2147483646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84">
                  <a:moveTo>
                    <a:pt x="120" y="15"/>
                  </a:moveTo>
                  <a:cubicBezTo>
                    <a:pt x="94" y="0"/>
                    <a:pt x="52" y="0"/>
                    <a:pt x="26" y="15"/>
                  </a:cubicBezTo>
                  <a:cubicBezTo>
                    <a:pt x="0" y="30"/>
                    <a:pt x="0" y="54"/>
                    <a:pt x="26" y="69"/>
                  </a:cubicBezTo>
                  <a:cubicBezTo>
                    <a:pt x="52" y="84"/>
                    <a:pt x="94" y="84"/>
                    <a:pt x="120" y="69"/>
                  </a:cubicBezTo>
                  <a:cubicBezTo>
                    <a:pt x="146" y="54"/>
                    <a:pt x="146" y="30"/>
                    <a:pt x="120" y="15"/>
                  </a:cubicBezTo>
                  <a:close/>
                </a:path>
              </a:pathLst>
            </a:custGeom>
            <a:solidFill>
              <a:srgbClr val="FFFFFF"/>
            </a:solidFill>
            <a:ln w="15875" cap="flat">
              <a:solidFill>
                <a:srgbClr val="FFBC12"/>
              </a:solidFill>
              <a:prstDash val="solid"/>
              <a:round/>
            </a:ln>
          </p:spPr>
          <p:txBody>
            <a:bodyPr anchor="ctr"/>
            <a:lstStyle/>
            <a:p>
              <a:endParaRPr lang="zh-CN" altLang="en-US"/>
            </a:p>
          </p:txBody>
        </p:sp>
        <p:sp>
          <p:nvSpPr>
            <p:cNvPr id="1049508" name="iṣḷidê"/>
            <p:cNvSpPr/>
            <p:nvPr>
              <p:custDataLst>
                <p:tags r:id="rId198"/>
              </p:custDataLst>
            </p:nvPr>
          </p:nvSpPr>
          <p:spPr bwMode="auto">
            <a:xfrm>
              <a:off x="5156092" y="4469140"/>
              <a:ext cx="658125" cy="221267"/>
            </a:xfrm>
            <a:custGeom>
              <a:avLst/>
              <a:gdLst>
                <a:gd name="T0" fmla="*/ 2147483646 w 104"/>
                <a:gd name="T1" fmla="*/ 2147483646 h 35"/>
                <a:gd name="T2" fmla="*/ 2147483646 w 104"/>
                <a:gd name="T3" fmla="*/ 2147483646 h 35"/>
                <a:gd name="T4" fmla="*/ 2147483646 w 104"/>
                <a:gd name="T5" fmla="*/ 2147483646 h 35"/>
                <a:gd name="T6" fmla="*/ 2147483646 w 104"/>
                <a:gd name="T7" fmla="*/ 2147483646 h 35"/>
                <a:gd name="T8" fmla="*/ 2147483646 w 104"/>
                <a:gd name="T9" fmla="*/ 2147483646 h 35"/>
                <a:gd name="T10" fmla="*/ 2147483646 w 104"/>
                <a:gd name="T11" fmla="*/ 2147483646 h 35"/>
                <a:gd name="T12" fmla="*/ 2147483646 w 104"/>
                <a:gd name="T13" fmla="*/ 2147483646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35">
                  <a:moveTo>
                    <a:pt x="88" y="11"/>
                  </a:moveTo>
                  <a:cubicBezTo>
                    <a:pt x="99" y="18"/>
                    <a:pt x="104" y="26"/>
                    <a:pt x="103" y="35"/>
                  </a:cubicBezTo>
                  <a:cubicBezTo>
                    <a:pt x="101" y="28"/>
                    <a:pt x="97" y="22"/>
                    <a:pt x="88" y="17"/>
                  </a:cubicBezTo>
                  <a:cubicBezTo>
                    <a:pt x="68" y="6"/>
                    <a:pt x="36" y="6"/>
                    <a:pt x="16" y="17"/>
                  </a:cubicBezTo>
                  <a:cubicBezTo>
                    <a:pt x="7" y="22"/>
                    <a:pt x="3" y="28"/>
                    <a:pt x="2" y="35"/>
                  </a:cubicBezTo>
                  <a:cubicBezTo>
                    <a:pt x="0" y="26"/>
                    <a:pt x="5" y="18"/>
                    <a:pt x="16" y="11"/>
                  </a:cubicBezTo>
                  <a:cubicBezTo>
                    <a:pt x="36" y="0"/>
                    <a:pt x="68" y="0"/>
                    <a:pt x="88" y="11"/>
                  </a:cubicBezTo>
                  <a:close/>
                </a:path>
              </a:pathLst>
            </a:custGeom>
            <a:solidFill>
              <a:srgbClr val="FFE5A3"/>
            </a:solidFill>
            <a:ln>
              <a:noFill/>
            </a:ln>
          </p:spPr>
          <p:txBody>
            <a:bodyPr anchor="ctr"/>
            <a:lstStyle/>
            <a:p>
              <a:endParaRPr lang="zh-CN" altLang="en-US"/>
            </a:p>
          </p:txBody>
        </p:sp>
        <p:sp>
          <p:nvSpPr>
            <p:cNvPr id="1049509" name="ïśļïdé"/>
            <p:cNvSpPr/>
            <p:nvPr>
              <p:custDataLst>
                <p:tags r:id="rId199"/>
              </p:custDataLst>
            </p:nvPr>
          </p:nvSpPr>
          <p:spPr bwMode="auto">
            <a:xfrm>
              <a:off x="5169329" y="4506963"/>
              <a:ext cx="639214" cy="366886"/>
            </a:xfrm>
            <a:custGeom>
              <a:avLst/>
              <a:gdLst>
                <a:gd name="T0" fmla="*/ 2147483646 w 101"/>
                <a:gd name="T1" fmla="*/ 2147483646 h 58"/>
                <a:gd name="T2" fmla="*/ 2147483646 w 101"/>
                <a:gd name="T3" fmla="*/ 2147483646 h 58"/>
                <a:gd name="T4" fmla="*/ 2147483646 w 101"/>
                <a:gd name="T5" fmla="*/ 2147483646 h 58"/>
                <a:gd name="T6" fmla="*/ 2147483646 w 101"/>
                <a:gd name="T7" fmla="*/ 2147483646 h 58"/>
                <a:gd name="T8" fmla="*/ 0 w 101"/>
                <a:gd name="T9" fmla="*/ 2147483646 h 58"/>
                <a:gd name="T10" fmla="*/ 2147483646 w 101"/>
                <a:gd name="T11" fmla="*/ 2147483646 h 58"/>
                <a:gd name="T12" fmla="*/ 2147483646 w 101"/>
                <a:gd name="T13" fmla="*/ 2147483646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58">
                  <a:moveTo>
                    <a:pt x="86" y="11"/>
                  </a:moveTo>
                  <a:cubicBezTo>
                    <a:pt x="95" y="16"/>
                    <a:pt x="99" y="22"/>
                    <a:pt x="101" y="29"/>
                  </a:cubicBezTo>
                  <a:cubicBezTo>
                    <a:pt x="99" y="35"/>
                    <a:pt x="95" y="42"/>
                    <a:pt x="86" y="47"/>
                  </a:cubicBezTo>
                  <a:cubicBezTo>
                    <a:pt x="66" y="58"/>
                    <a:pt x="34" y="58"/>
                    <a:pt x="14" y="47"/>
                  </a:cubicBezTo>
                  <a:cubicBezTo>
                    <a:pt x="6" y="42"/>
                    <a:pt x="1" y="35"/>
                    <a:pt x="0" y="29"/>
                  </a:cubicBezTo>
                  <a:cubicBezTo>
                    <a:pt x="1" y="22"/>
                    <a:pt x="5" y="16"/>
                    <a:pt x="14" y="11"/>
                  </a:cubicBezTo>
                  <a:cubicBezTo>
                    <a:pt x="34" y="0"/>
                    <a:pt x="66" y="0"/>
                    <a:pt x="86" y="11"/>
                  </a:cubicBezTo>
                  <a:close/>
                </a:path>
              </a:pathLst>
            </a:custGeom>
            <a:solidFill>
              <a:srgbClr val="FFFFFF"/>
            </a:solidFill>
            <a:ln>
              <a:noFill/>
            </a:ln>
          </p:spPr>
          <p:txBody>
            <a:bodyPr anchor="ctr"/>
            <a:lstStyle/>
            <a:p>
              <a:endParaRPr lang="zh-CN" altLang="en-US"/>
            </a:p>
          </p:txBody>
        </p:sp>
        <p:sp>
          <p:nvSpPr>
            <p:cNvPr id="1049510" name="i$ļîḑe"/>
            <p:cNvSpPr/>
            <p:nvPr>
              <p:custDataLst>
                <p:tags r:id="rId200"/>
              </p:custDataLst>
            </p:nvPr>
          </p:nvSpPr>
          <p:spPr bwMode="auto">
            <a:xfrm>
              <a:off x="5156092" y="4469140"/>
              <a:ext cx="658125" cy="404709"/>
            </a:xfrm>
            <a:custGeom>
              <a:avLst/>
              <a:gdLst>
                <a:gd name="T0" fmla="*/ 2147483646 w 104"/>
                <a:gd name="T1" fmla="*/ 2147483646 h 64"/>
                <a:gd name="T2" fmla="*/ 2147483646 w 104"/>
                <a:gd name="T3" fmla="*/ 2147483646 h 64"/>
                <a:gd name="T4" fmla="*/ 2147483646 w 104"/>
                <a:gd name="T5" fmla="*/ 2147483646 h 64"/>
                <a:gd name="T6" fmla="*/ 2147483646 w 104"/>
                <a:gd name="T7" fmla="*/ 2147483646 h 64"/>
                <a:gd name="T8" fmla="*/ 2147483646 w 104"/>
                <a:gd name="T9" fmla="*/ 2147483646 h 64"/>
                <a:gd name="T10" fmla="*/ 2147483646 w 104"/>
                <a:gd name="T11" fmla="*/ 2147483646 h 64"/>
                <a:gd name="T12" fmla="*/ 2147483646 w 104"/>
                <a:gd name="T13" fmla="*/ 2147483646 h 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64">
                  <a:moveTo>
                    <a:pt x="103" y="35"/>
                  </a:moveTo>
                  <a:cubicBezTo>
                    <a:pt x="104" y="26"/>
                    <a:pt x="99" y="18"/>
                    <a:pt x="88" y="11"/>
                  </a:cubicBezTo>
                  <a:cubicBezTo>
                    <a:pt x="68" y="0"/>
                    <a:pt x="36" y="0"/>
                    <a:pt x="16" y="11"/>
                  </a:cubicBezTo>
                  <a:cubicBezTo>
                    <a:pt x="5" y="18"/>
                    <a:pt x="0" y="26"/>
                    <a:pt x="2" y="35"/>
                  </a:cubicBezTo>
                  <a:cubicBezTo>
                    <a:pt x="3" y="41"/>
                    <a:pt x="8" y="48"/>
                    <a:pt x="16" y="53"/>
                  </a:cubicBezTo>
                  <a:cubicBezTo>
                    <a:pt x="36" y="64"/>
                    <a:pt x="68" y="64"/>
                    <a:pt x="88" y="53"/>
                  </a:cubicBezTo>
                  <a:cubicBezTo>
                    <a:pt x="97" y="48"/>
                    <a:pt x="101" y="41"/>
                    <a:pt x="103" y="35"/>
                  </a:cubicBezTo>
                  <a:close/>
                </a:path>
              </a:pathLst>
            </a:custGeom>
            <a:noFill/>
            <a:ln w="15875" cap="flat">
              <a:solidFill>
                <a:srgbClr val="FFBC12"/>
              </a:solidFill>
              <a:prstDash val="solid"/>
              <a:round/>
            </a:ln>
          </p:spPr>
          <p:txBody>
            <a:bodyPr anchor="ctr"/>
            <a:lstStyle/>
            <a:p>
              <a:endParaRPr lang="zh-CN" altLang="en-US"/>
            </a:p>
          </p:txBody>
        </p:sp>
        <p:sp>
          <p:nvSpPr>
            <p:cNvPr id="1049511" name="îśḷiďè"/>
            <p:cNvSpPr/>
            <p:nvPr>
              <p:custDataLst>
                <p:tags r:id="rId201"/>
              </p:custDataLst>
            </p:nvPr>
          </p:nvSpPr>
          <p:spPr bwMode="auto">
            <a:xfrm>
              <a:off x="5169329" y="4506963"/>
              <a:ext cx="639214" cy="183444"/>
            </a:xfrm>
            <a:custGeom>
              <a:avLst/>
              <a:gdLst>
                <a:gd name="T0" fmla="*/ 2147483646 w 101"/>
                <a:gd name="T1" fmla="*/ 2147483646 h 29"/>
                <a:gd name="T2" fmla="*/ 2147483646 w 101"/>
                <a:gd name="T3" fmla="*/ 2147483646 h 29"/>
                <a:gd name="T4" fmla="*/ 2147483646 w 101"/>
                <a:gd name="T5" fmla="*/ 2147483646 h 29"/>
                <a:gd name="T6" fmla="*/ 2147483646 w 101"/>
                <a:gd name="T7" fmla="*/ 2147483646 h 29"/>
                <a:gd name="T8" fmla="*/ 0 w 101"/>
                <a:gd name="T9" fmla="*/ 2147483646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29">
                  <a:moveTo>
                    <a:pt x="101" y="29"/>
                  </a:moveTo>
                  <a:cubicBezTo>
                    <a:pt x="101" y="29"/>
                    <a:pt x="101" y="29"/>
                    <a:pt x="101" y="29"/>
                  </a:cubicBezTo>
                  <a:cubicBezTo>
                    <a:pt x="99" y="22"/>
                    <a:pt x="95" y="16"/>
                    <a:pt x="86" y="11"/>
                  </a:cubicBezTo>
                  <a:cubicBezTo>
                    <a:pt x="66" y="0"/>
                    <a:pt x="34" y="0"/>
                    <a:pt x="14" y="11"/>
                  </a:cubicBezTo>
                  <a:cubicBezTo>
                    <a:pt x="5" y="16"/>
                    <a:pt x="1" y="22"/>
                    <a:pt x="0" y="29"/>
                  </a:cubicBezTo>
                </a:path>
              </a:pathLst>
            </a:custGeom>
            <a:noFill/>
            <a:ln w="15875" cap="flat">
              <a:solidFill>
                <a:srgbClr val="FFBC12"/>
              </a:solidFill>
              <a:prstDash val="solid"/>
              <a:round/>
            </a:ln>
          </p:spPr>
          <p:txBody>
            <a:bodyPr anchor="ctr"/>
            <a:lstStyle/>
            <a:p>
              <a:endParaRPr lang="zh-CN" altLang="en-US"/>
            </a:p>
          </p:txBody>
        </p:sp>
        <p:sp>
          <p:nvSpPr>
            <p:cNvPr id="1049512" name="isľïdé"/>
            <p:cNvSpPr/>
            <p:nvPr>
              <p:custDataLst>
                <p:tags r:id="rId202"/>
              </p:custDataLst>
            </p:nvPr>
          </p:nvSpPr>
          <p:spPr bwMode="auto">
            <a:xfrm>
              <a:off x="5326297" y="4590174"/>
              <a:ext cx="317716" cy="181552"/>
            </a:xfrm>
            <a:custGeom>
              <a:avLst/>
              <a:gdLst>
                <a:gd name="T0" fmla="*/ 2147483646 w 50"/>
                <a:gd name="T1" fmla="*/ 2147483646 h 29"/>
                <a:gd name="T2" fmla="*/ 2147483646 w 50"/>
                <a:gd name="T3" fmla="*/ 2147483646 h 29"/>
                <a:gd name="T4" fmla="*/ 2147483646 w 50"/>
                <a:gd name="T5" fmla="*/ 0 h 29"/>
                <a:gd name="T6" fmla="*/ 2147483646 w 50"/>
                <a:gd name="T7" fmla="*/ 2147483646 h 29"/>
                <a:gd name="T8" fmla="*/ 2147483646 w 50"/>
                <a:gd name="T9" fmla="*/ 2147483646 h 29"/>
                <a:gd name="T10" fmla="*/ 2147483646 w 50"/>
                <a:gd name="T11" fmla="*/ 2147483646 h 29"/>
                <a:gd name="T12" fmla="*/ 2147483646 w 50"/>
                <a:gd name="T13" fmla="*/ 2147483646 h 29"/>
                <a:gd name="T14" fmla="*/ 2147483646 w 50"/>
                <a:gd name="T15" fmla="*/ 2147483646 h 29"/>
                <a:gd name="T16" fmla="*/ 2147483646 w 50"/>
                <a:gd name="T17" fmla="*/ 2147483646 h 29"/>
                <a:gd name="T18" fmla="*/ 2147483646 w 50"/>
                <a:gd name="T19" fmla="*/ 2147483646 h 29"/>
                <a:gd name="T20" fmla="*/ 0 w 50"/>
                <a:gd name="T21" fmla="*/ 2147483646 h 29"/>
                <a:gd name="T22" fmla="*/ 2147483646 w 50"/>
                <a:gd name="T23" fmla="*/ 2147483646 h 29"/>
                <a:gd name="T24" fmla="*/ 2147483646 w 50"/>
                <a:gd name="T25" fmla="*/ 2147483646 h 29"/>
                <a:gd name="T26" fmla="*/ 2147483646 w 50"/>
                <a:gd name="T27" fmla="*/ 2147483646 h 29"/>
                <a:gd name="T28" fmla="*/ 2147483646 w 50"/>
                <a:gd name="T29" fmla="*/ 2147483646 h 29"/>
                <a:gd name="T30" fmla="*/ 2147483646 w 50"/>
                <a:gd name="T31" fmla="*/ 2147483646 h 29"/>
                <a:gd name="T32" fmla="*/ 2147483646 w 50"/>
                <a:gd name="T33" fmla="*/ 2147483646 h 29"/>
                <a:gd name="T34" fmla="*/ 2147483646 w 50"/>
                <a:gd name="T35" fmla="*/ 2147483646 h 29"/>
                <a:gd name="T36" fmla="*/ 2147483646 w 50"/>
                <a:gd name="T37" fmla="*/ 2147483646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0" h="29">
                  <a:moveTo>
                    <a:pt x="43" y="7"/>
                  </a:moveTo>
                  <a:cubicBezTo>
                    <a:pt x="49" y="3"/>
                    <a:pt x="49" y="3"/>
                    <a:pt x="49" y="3"/>
                  </a:cubicBezTo>
                  <a:cubicBezTo>
                    <a:pt x="44" y="0"/>
                    <a:pt x="44" y="0"/>
                    <a:pt x="44" y="0"/>
                  </a:cubicBezTo>
                  <a:cubicBezTo>
                    <a:pt x="37" y="4"/>
                    <a:pt x="37" y="4"/>
                    <a:pt x="37" y="4"/>
                  </a:cubicBezTo>
                  <a:cubicBezTo>
                    <a:pt x="31" y="1"/>
                    <a:pt x="25" y="1"/>
                    <a:pt x="20" y="4"/>
                  </a:cubicBezTo>
                  <a:cubicBezTo>
                    <a:pt x="9" y="10"/>
                    <a:pt x="28" y="18"/>
                    <a:pt x="23" y="21"/>
                  </a:cubicBezTo>
                  <a:cubicBezTo>
                    <a:pt x="21" y="22"/>
                    <a:pt x="19" y="21"/>
                    <a:pt x="17" y="20"/>
                  </a:cubicBezTo>
                  <a:cubicBezTo>
                    <a:pt x="13" y="18"/>
                    <a:pt x="10" y="14"/>
                    <a:pt x="10" y="11"/>
                  </a:cubicBezTo>
                  <a:cubicBezTo>
                    <a:pt x="1" y="13"/>
                    <a:pt x="1" y="13"/>
                    <a:pt x="1" y="13"/>
                  </a:cubicBezTo>
                  <a:cubicBezTo>
                    <a:pt x="2" y="16"/>
                    <a:pt x="4" y="19"/>
                    <a:pt x="7" y="21"/>
                  </a:cubicBezTo>
                  <a:cubicBezTo>
                    <a:pt x="0" y="25"/>
                    <a:pt x="0" y="25"/>
                    <a:pt x="0" y="25"/>
                  </a:cubicBezTo>
                  <a:cubicBezTo>
                    <a:pt x="6" y="29"/>
                    <a:pt x="6" y="29"/>
                    <a:pt x="6" y="29"/>
                  </a:cubicBezTo>
                  <a:cubicBezTo>
                    <a:pt x="13" y="25"/>
                    <a:pt x="13" y="25"/>
                    <a:pt x="13" y="25"/>
                  </a:cubicBezTo>
                  <a:cubicBezTo>
                    <a:pt x="19" y="28"/>
                    <a:pt x="26" y="28"/>
                    <a:pt x="32" y="25"/>
                  </a:cubicBezTo>
                  <a:cubicBezTo>
                    <a:pt x="43" y="19"/>
                    <a:pt x="23" y="11"/>
                    <a:pt x="29" y="8"/>
                  </a:cubicBezTo>
                  <a:cubicBezTo>
                    <a:pt x="30" y="8"/>
                    <a:pt x="32" y="8"/>
                    <a:pt x="34" y="9"/>
                  </a:cubicBezTo>
                  <a:cubicBezTo>
                    <a:pt x="37" y="10"/>
                    <a:pt x="39" y="14"/>
                    <a:pt x="41" y="16"/>
                  </a:cubicBezTo>
                  <a:cubicBezTo>
                    <a:pt x="50" y="15"/>
                    <a:pt x="50" y="15"/>
                    <a:pt x="50" y="15"/>
                  </a:cubicBezTo>
                  <a:cubicBezTo>
                    <a:pt x="49" y="12"/>
                    <a:pt x="46" y="9"/>
                    <a:pt x="43" y="7"/>
                  </a:cubicBezTo>
                  <a:close/>
                </a:path>
              </a:pathLst>
            </a:custGeom>
            <a:solidFill>
              <a:srgbClr val="FFBC12"/>
            </a:solidFill>
            <a:ln>
              <a:noFill/>
            </a:ln>
          </p:spPr>
          <p:txBody>
            <a:bodyPr anchor="ctr"/>
            <a:lstStyle/>
            <a:p>
              <a:endParaRPr lang="zh-CN" altLang="en-US"/>
            </a:p>
          </p:txBody>
        </p:sp>
        <p:sp>
          <p:nvSpPr>
            <p:cNvPr id="1049513" name="íṡļidé"/>
            <p:cNvSpPr/>
            <p:nvPr>
              <p:custDataLst>
                <p:tags r:id="rId203"/>
              </p:custDataLst>
            </p:nvPr>
          </p:nvSpPr>
          <p:spPr bwMode="auto">
            <a:xfrm>
              <a:off x="5067206" y="4525875"/>
              <a:ext cx="835895" cy="366886"/>
            </a:xfrm>
            <a:custGeom>
              <a:avLst/>
              <a:gdLst>
                <a:gd name="T0" fmla="*/ 2147483646 w 132"/>
                <a:gd name="T1" fmla="*/ 2147483646 h 58"/>
                <a:gd name="T2" fmla="*/ 2147483646 w 132"/>
                <a:gd name="T3" fmla="*/ 2147483646 h 58"/>
                <a:gd name="T4" fmla="*/ 2147483646 w 132"/>
                <a:gd name="T5" fmla="*/ 2147483646 h 58"/>
                <a:gd name="T6" fmla="*/ 2147483646 w 132"/>
                <a:gd name="T7" fmla="*/ 2147483646 h 58"/>
                <a:gd name="T8" fmla="*/ 0 w 132"/>
                <a:gd name="T9" fmla="*/ 2147483646 h 58"/>
                <a:gd name="T10" fmla="*/ 0 w 132"/>
                <a:gd name="T11" fmla="*/ 0 h 58"/>
                <a:gd name="T12" fmla="*/ 2147483646 w 132"/>
                <a:gd name="T13" fmla="*/ 2147483646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2" h="58">
                  <a:moveTo>
                    <a:pt x="132" y="1"/>
                  </a:moveTo>
                  <a:cubicBezTo>
                    <a:pt x="132" y="16"/>
                    <a:pt x="132" y="16"/>
                    <a:pt x="132" y="16"/>
                  </a:cubicBezTo>
                  <a:cubicBezTo>
                    <a:pt x="132" y="26"/>
                    <a:pt x="126" y="36"/>
                    <a:pt x="113" y="43"/>
                  </a:cubicBezTo>
                  <a:cubicBezTo>
                    <a:pt x="87" y="58"/>
                    <a:pt x="45" y="58"/>
                    <a:pt x="19" y="43"/>
                  </a:cubicBezTo>
                  <a:cubicBezTo>
                    <a:pt x="6" y="36"/>
                    <a:pt x="0" y="26"/>
                    <a:pt x="0" y="16"/>
                  </a:cubicBezTo>
                  <a:cubicBezTo>
                    <a:pt x="0" y="0"/>
                    <a:pt x="0" y="0"/>
                    <a:pt x="0" y="0"/>
                  </a:cubicBezTo>
                  <a:cubicBezTo>
                    <a:pt x="23" y="0"/>
                    <a:pt x="111" y="1"/>
                    <a:pt x="132" y="1"/>
                  </a:cubicBezTo>
                  <a:close/>
                </a:path>
              </a:pathLst>
            </a:custGeom>
            <a:solidFill>
              <a:srgbClr val="FFE5A3"/>
            </a:solidFill>
            <a:ln w="15875" cap="flat">
              <a:solidFill>
                <a:srgbClr val="FFBC12"/>
              </a:solidFill>
              <a:prstDash val="solid"/>
              <a:round/>
            </a:ln>
          </p:spPr>
          <p:txBody>
            <a:bodyPr anchor="ctr"/>
            <a:lstStyle/>
            <a:p>
              <a:endParaRPr lang="zh-CN" altLang="en-US"/>
            </a:p>
          </p:txBody>
        </p:sp>
        <p:sp>
          <p:nvSpPr>
            <p:cNvPr id="1049514" name="ï$ľiďè"/>
            <p:cNvSpPr/>
            <p:nvPr>
              <p:custDataLst>
                <p:tags r:id="rId204"/>
              </p:custDataLst>
            </p:nvPr>
          </p:nvSpPr>
          <p:spPr bwMode="auto">
            <a:xfrm>
              <a:off x="5023710" y="4261112"/>
              <a:ext cx="922888" cy="537091"/>
            </a:xfrm>
            <a:custGeom>
              <a:avLst/>
              <a:gdLst>
                <a:gd name="T0" fmla="*/ 2147483646 w 146"/>
                <a:gd name="T1" fmla="*/ 2147483646 h 85"/>
                <a:gd name="T2" fmla="*/ 2147483646 w 146"/>
                <a:gd name="T3" fmla="*/ 2147483646 h 85"/>
                <a:gd name="T4" fmla="*/ 2147483646 w 146"/>
                <a:gd name="T5" fmla="*/ 2147483646 h 85"/>
                <a:gd name="T6" fmla="*/ 2147483646 w 146"/>
                <a:gd name="T7" fmla="*/ 2147483646 h 85"/>
                <a:gd name="T8" fmla="*/ 2147483646 w 146"/>
                <a:gd name="T9" fmla="*/ 2147483646 h 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85">
                  <a:moveTo>
                    <a:pt x="120" y="15"/>
                  </a:moveTo>
                  <a:cubicBezTo>
                    <a:pt x="94" y="0"/>
                    <a:pt x="52" y="0"/>
                    <a:pt x="26" y="15"/>
                  </a:cubicBezTo>
                  <a:cubicBezTo>
                    <a:pt x="0" y="30"/>
                    <a:pt x="0" y="55"/>
                    <a:pt x="26" y="70"/>
                  </a:cubicBezTo>
                  <a:cubicBezTo>
                    <a:pt x="52" y="85"/>
                    <a:pt x="94" y="85"/>
                    <a:pt x="120" y="70"/>
                  </a:cubicBezTo>
                  <a:cubicBezTo>
                    <a:pt x="146" y="55"/>
                    <a:pt x="146" y="30"/>
                    <a:pt x="120" y="15"/>
                  </a:cubicBezTo>
                  <a:close/>
                </a:path>
              </a:pathLst>
            </a:custGeom>
            <a:solidFill>
              <a:srgbClr val="FFFFFF"/>
            </a:solidFill>
            <a:ln w="15875" cap="flat">
              <a:solidFill>
                <a:srgbClr val="FFBC12"/>
              </a:solidFill>
              <a:prstDash val="solid"/>
              <a:round/>
            </a:ln>
          </p:spPr>
          <p:txBody>
            <a:bodyPr anchor="ctr"/>
            <a:lstStyle/>
            <a:p>
              <a:endParaRPr lang="zh-CN" altLang="en-US"/>
            </a:p>
          </p:txBody>
        </p:sp>
        <p:sp>
          <p:nvSpPr>
            <p:cNvPr id="1049515" name="iṡľíḍè"/>
            <p:cNvSpPr/>
            <p:nvPr>
              <p:custDataLst>
                <p:tags r:id="rId205"/>
              </p:custDataLst>
            </p:nvPr>
          </p:nvSpPr>
          <p:spPr bwMode="auto">
            <a:xfrm>
              <a:off x="5156092" y="4323521"/>
              <a:ext cx="658125" cy="226940"/>
            </a:xfrm>
            <a:custGeom>
              <a:avLst/>
              <a:gdLst>
                <a:gd name="T0" fmla="*/ 2147483646 w 104"/>
                <a:gd name="T1" fmla="*/ 2147483646 h 36"/>
                <a:gd name="T2" fmla="*/ 2147483646 w 104"/>
                <a:gd name="T3" fmla="*/ 2147483646 h 36"/>
                <a:gd name="T4" fmla="*/ 2147483646 w 104"/>
                <a:gd name="T5" fmla="*/ 2147483646 h 36"/>
                <a:gd name="T6" fmla="*/ 2147483646 w 104"/>
                <a:gd name="T7" fmla="*/ 2147483646 h 36"/>
                <a:gd name="T8" fmla="*/ 2147483646 w 104"/>
                <a:gd name="T9" fmla="*/ 2147483646 h 36"/>
                <a:gd name="T10" fmla="*/ 2147483646 w 104"/>
                <a:gd name="T11" fmla="*/ 2147483646 h 36"/>
                <a:gd name="T12" fmla="*/ 2147483646 w 104"/>
                <a:gd name="T13" fmla="*/ 2147483646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36">
                  <a:moveTo>
                    <a:pt x="88" y="12"/>
                  </a:moveTo>
                  <a:cubicBezTo>
                    <a:pt x="99" y="18"/>
                    <a:pt x="104" y="27"/>
                    <a:pt x="103" y="36"/>
                  </a:cubicBezTo>
                  <a:cubicBezTo>
                    <a:pt x="101" y="29"/>
                    <a:pt x="97" y="23"/>
                    <a:pt x="88" y="18"/>
                  </a:cubicBezTo>
                  <a:cubicBezTo>
                    <a:pt x="68" y="6"/>
                    <a:pt x="36" y="6"/>
                    <a:pt x="16" y="18"/>
                  </a:cubicBezTo>
                  <a:cubicBezTo>
                    <a:pt x="7" y="23"/>
                    <a:pt x="3" y="29"/>
                    <a:pt x="2" y="35"/>
                  </a:cubicBezTo>
                  <a:cubicBezTo>
                    <a:pt x="0" y="27"/>
                    <a:pt x="5" y="18"/>
                    <a:pt x="16" y="12"/>
                  </a:cubicBezTo>
                  <a:cubicBezTo>
                    <a:pt x="36" y="0"/>
                    <a:pt x="68" y="0"/>
                    <a:pt x="88" y="12"/>
                  </a:cubicBezTo>
                  <a:close/>
                </a:path>
              </a:pathLst>
            </a:custGeom>
            <a:solidFill>
              <a:srgbClr val="FFE5A3"/>
            </a:solidFill>
            <a:ln>
              <a:noFill/>
            </a:ln>
          </p:spPr>
          <p:txBody>
            <a:bodyPr anchor="ctr"/>
            <a:lstStyle/>
            <a:p>
              <a:endParaRPr lang="zh-CN" altLang="en-US"/>
            </a:p>
          </p:txBody>
        </p:sp>
        <p:sp>
          <p:nvSpPr>
            <p:cNvPr id="1049516" name="iṧlïdè"/>
            <p:cNvSpPr/>
            <p:nvPr>
              <p:custDataLst>
                <p:tags r:id="rId206"/>
              </p:custDataLst>
            </p:nvPr>
          </p:nvSpPr>
          <p:spPr bwMode="auto">
            <a:xfrm>
              <a:off x="5169329" y="4361344"/>
              <a:ext cx="639214" cy="372560"/>
            </a:xfrm>
            <a:custGeom>
              <a:avLst/>
              <a:gdLst>
                <a:gd name="T0" fmla="*/ 2147483646 w 101"/>
                <a:gd name="T1" fmla="*/ 2147483646 h 59"/>
                <a:gd name="T2" fmla="*/ 2147483646 w 101"/>
                <a:gd name="T3" fmla="*/ 2147483646 h 59"/>
                <a:gd name="T4" fmla="*/ 2147483646 w 101"/>
                <a:gd name="T5" fmla="*/ 2147483646 h 59"/>
                <a:gd name="T6" fmla="*/ 2147483646 w 101"/>
                <a:gd name="T7" fmla="*/ 2147483646 h 59"/>
                <a:gd name="T8" fmla="*/ 0 w 101"/>
                <a:gd name="T9" fmla="*/ 2147483646 h 59"/>
                <a:gd name="T10" fmla="*/ 2147483646 w 101"/>
                <a:gd name="T11" fmla="*/ 2147483646 h 59"/>
                <a:gd name="T12" fmla="*/ 2147483646 w 101"/>
                <a:gd name="T13" fmla="*/ 2147483646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59">
                  <a:moveTo>
                    <a:pt x="86" y="12"/>
                  </a:moveTo>
                  <a:cubicBezTo>
                    <a:pt x="95" y="17"/>
                    <a:pt x="99" y="23"/>
                    <a:pt x="101" y="30"/>
                  </a:cubicBezTo>
                  <a:cubicBezTo>
                    <a:pt x="99" y="36"/>
                    <a:pt x="95" y="42"/>
                    <a:pt x="86" y="47"/>
                  </a:cubicBezTo>
                  <a:cubicBezTo>
                    <a:pt x="66" y="59"/>
                    <a:pt x="34" y="59"/>
                    <a:pt x="14" y="47"/>
                  </a:cubicBezTo>
                  <a:cubicBezTo>
                    <a:pt x="6" y="42"/>
                    <a:pt x="1" y="36"/>
                    <a:pt x="0" y="29"/>
                  </a:cubicBezTo>
                  <a:cubicBezTo>
                    <a:pt x="1" y="23"/>
                    <a:pt x="5" y="17"/>
                    <a:pt x="14" y="12"/>
                  </a:cubicBezTo>
                  <a:cubicBezTo>
                    <a:pt x="34" y="0"/>
                    <a:pt x="66" y="0"/>
                    <a:pt x="86" y="12"/>
                  </a:cubicBezTo>
                  <a:close/>
                </a:path>
              </a:pathLst>
            </a:custGeom>
            <a:solidFill>
              <a:srgbClr val="FFFFFF"/>
            </a:solidFill>
            <a:ln>
              <a:noFill/>
            </a:ln>
          </p:spPr>
          <p:txBody>
            <a:bodyPr anchor="ctr"/>
            <a:lstStyle/>
            <a:p>
              <a:endParaRPr lang="zh-CN" altLang="en-US"/>
            </a:p>
          </p:txBody>
        </p:sp>
        <p:sp>
          <p:nvSpPr>
            <p:cNvPr id="1049517" name="iSḷiďê"/>
            <p:cNvSpPr/>
            <p:nvPr>
              <p:custDataLst>
                <p:tags r:id="rId207"/>
              </p:custDataLst>
            </p:nvPr>
          </p:nvSpPr>
          <p:spPr bwMode="auto">
            <a:xfrm>
              <a:off x="5156092" y="4323521"/>
              <a:ext cx="658125" cy="410383"/>
            </a:xfrm>
            <a:custGeom>
              <a:avLst/>
              <a:gdLst>
                <a:gd name="T0" fmla="*/ 2147483646 w 104"/>
                <a:gd name="T1" fmla="*/ 2147483646 h 65"/>
                <a:gd name="T2" fmla="*/ 2147483646 w 104"/>
                <a:gd name="T3" fmla="*/ 2147483646 h 65"/>
                <a:gd name="T4" fmla="*/ 2147483646 w 104"/>
                <a:gd name="T5" fmla="*/ 2147483646 h 65"/>
                <a:gd name="T6" fmla="*/ 2147483646 w 104"/>
                <a:gd name="T7" fmla="*/ 2147483646 h 65"/>
                <a:gd name="T8" fmla="*/ 2147483646 w 104"/>
                <a:gd name="T9" fmla="*/ 2147483646 h 65"/>
                <a:gd name="T10" fmla="*/ 2147483646 w 104"/>
                <a:gd name="T11" fmla="*/ 2147483646 h 65"/>
                <a:gd name="T12" fmla="*/ 2147483646 w 104"/>
                <a:gd name="T13" fmla="*/ 2147483646 h 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65">
                  <a:moveTo>
                    <a:pt x="103" y="36"/>
                  </a:moveTo>
                  <a:cubicBezTo>
                    <a:pt x="104" y="27"/>
                    <a:pt x="99" y="18"/>
                    <a:pt x="88" y="12"/>
                  </a:cubicBezTo>
                  <a:cubicBezTo>
                    <a:pt x="68" y="0"/>
                    <a:pt x="36" y="0"/>
                    <a:pt x="16" y="12"/>
                  </a:cubicBezTo>
                  <a:cubicBezTo>
                    <a:pt x="5" y="18"/>
                    <a:pt x="0" y="27"/>
                    <a:pt x="2" y="35"/>
                  </a:cubicBezTo>
                  <a:cubicBezTo>
                    <a:pt x="3" y="42"/>
                    <a:pt x="8" y="48"/>
                    <a:pt x="16" y="53"/>
                  </a:cubicBezTo>
                  <a:cubicBezTo>
                    <a:pt x="36" y="65"/>
                    <a:pt x="68" y="65"/>
                    <a:pt x="88" y="53"/>
                  </a:cubicBezTo>
                  <a:cubicBezTo>
                    <a:pt x="97" y="48"/>
                    <a:pt x="101" y="42"/>
                    <a:pt x="103" y="36"/>
                  </a:cubicBezTo>
                  <a:close/>
                </a:path>
              </a:pathLst>
            </a:custGeom>
            <a:noFill/>
            <a:ln w="15875" cap="flat">
              <a:solidFill>
                <a:srgbClr val="FFBC12"/>
              </a:solidFill>
              <a:prstDash val="solid"/>
              <a:round/>
            </a:ln>
          </p:spPr>
          <p:txBody>
            <a:bodyPr anchor="ctr"/>
            <a:lstStyle/>
            <a:p>
              <a:endParaRPr lang="zh-CN" altLang="en-US"/>
            </a:p>
          </p:txBody>
        </p:sp>
        <p:sp>
          <p:nvSpPr>
            <p:cNvPr id="1049518" name="îşliḑê"/>
            <p:cNvSpPr/>
            <p:nvPr>
              <p:custDataLst>
                <p:tags r:id="rId208"/>
              </p:custDataLst>
            </p:nvPr>
          </p:nvSpPr>
          <p:spPr bwMode="auto">
            <a:xfrm>
              <a:off x="5169329" y="4361344"/>
              <a:ext cx="639214" cy="189116"/>
            </a:xfrm>
            <a:custGeom>
              <a:avLst/>
              <a:gdLst>
                <a:gd name="T0" fmla="*/ 2147483646 w 101"/>
                <a:gd name="T1" fmla="*/ 2147483646 h 30"/>
                <a:gd name="T2" fmla="*/ 2147483646 w 101"/>
                <a:gd name="T3" fmla="*/ 2147483646 h 30"/>
                <a:gd name="T4" fmla="*/ 2147483646 w 101"/>
                <a:gd name="T5" fmla="*/ 2147483646 h 30"/>
                <a:gd name="T6" fmla="*/ 2147483646 w 101"/>
                <a:gd name="T7" fmla="*/ 2147483646 h 30"/>
                <a:gd name="T8" fmla="*/ 0 w 101"/>
                <a:gd name="T9" fmla="*/ 2147483646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30">
                  <a:moveTo>
                    <a:pt x="101" y="30"/>
                  </a:moveTo>
                  <a:cubicBezTo>
                    <a:pt x="101" y="30"/>
                    <a:pt x="101" y="30"/>
                    <a:pt x="101" y="30"/>
                  </a:cubicBezTo>
                  <a:cubicBezTo>
                    <a:pt x="99" y="23"/>
                    <a:pt x="95" y="17"/>
                    <a:pt x="86" y="12"/>
                  </a:cubicBezTo>
                  <a:cubicBezTo>
                    <a:pt x="66" y="0"/>
                    <a:pt x="34" y="0"/>
                    <a:pt x="14" y="12"/>
                  </a:cubicBezTo>
                  <a:cubicBezTo>
                    <a:pt x="5" y="17"/>
                    <a:pt x="1" y="23"/>
                    <a:pt x="0" y="29"/>
                  </a:cubicBezTo>
                </a:path>
              </a:pathLst>
            </a:custGeom>
            <a:noFill/>
            <a:ln w="15875" cap="flat">
              <a:solidFill>
                <a:srgbClr val="FFBC12"/>
              </a:solidFill>
              <a:prstDash val="solid"/>
              <a:round/>
            </a:ln>
          </p:spPr>
          <p:txBody>
            <a:bodyPr anchor="ctr"/>
            <a:lstStyle/>
            <a:p>
              <a:endParaRPr lang="zh-CN" altLang="en-US"/>
            </a:p>
          </p:txBody>
        </p:sp>
        <p:sp>
          <p:nvSpPr>
            <p:cNvPr id="1049519" name="iş1iḑè"/>
            <p:cNvSpPr/>
            <p:nvPr>
              <p:custDataLst>
                <p:tags r:id="rId209"/>
              </p:custDataLst>
            </p:nvPr>
          </p:nvSpPr>
          <p:spPr bwMode="auto">
            <a:xfrm>
              <a:off x="5326297" y="4450228"/>
              <a:ext cx="317716" cy="177769"/>
            </a:xfrm>
            <a:custGeom>
              <a:avLst/>
              <a:gdLst>
                <a:gd name="T0" fmla="*/ 2147483646 w 50"/>
                <a:gd name="T1" fmla="*/ 2147483646 h 28"/>
                <a:gd name="T2" fmla="*/ 2147483646 w 50"/>
                <a:gd name="T3" fmla="*/ 2147483646 h 28"/>
                <a:gd name="T4" fmla="*/ 2147483646 w 50"/>
                <a:gd name="T5" fmla="*/ 0 h 28"/>
                <a:gd name="T6" fmla="*/ 2147483646 w 50"/>
                <a:gd name="T7" fmla="*/ 2147483646 h 28"/>
                <a:gd name="T8" fmla="*/ 2147483646 w 50"/>
                <a:gd name="T9" fmla="*/ 2147483646 h 28"/>
                <a:gd name="T10" fmla="*/ 2147483646 w 50"/>
                <a:gd name="T11" fmla="*/ 2147483646 h 28"/>
                <a:gd name="T12" fmla="*/ 2147483646 w 50"/>
                <a:gd name="T13" fmla="*/ 2147483646 h 28"/>
                <a:gd name="T14" fmla="*/ 2147483646 w 50"/>
                <a:gd name="T15" fmla="*/ 2147483646 h 28"/>
                <a:gd name="T16" fmla="*/ 2147483646 w 50"/>
                <a:gd name="T17" fmla="*/ 2147483646 h 28"/>
                <a:gd name="T18" fmla="*/ 2147483646 w 50"/>
                <a:gd name="T19" fmla="*/ 2147483646 h 28"/>
                <a:gd name="T20" fmla="*/ 0 w 50"/>
                <a:gd name="T21" fmla="*/ 2147483646 h 28"/>
                <a:gd name="T22" fmla="*/ 2147483646 w 50"/>
                <a:gd name="T23" fmla="*/ 2147483646 h 28"/>
                <a:gd name="T24" fmla="*/ 2147483646 w 50"/>
                <a:gd name="T25" fmla="*/ 2147483646 h 28"/>
                <a:gd name="T26" fmla="*/ 2147483646 w 50"/>
                <a:gd name="T27" fmla="*/ 2147483646 h 28"/>
                <a:gd name="T28" fmla="*/ 2147483646 w 50"/>
                <a:gd name="T29" fmla="*/ 2147483646 h 28"/>
                <a:gd name="T30" fmla="*/ 2147483646 w 50"/>
                <a:gd name="T31" fmla="*/ 2147483646 h 28"/>
                <a:gd name="T32" fmla="*/ 2147483646 w 50"/>
                <a:gd name="T33" fmla="*/ 2147483646 h 28"/>
                <a:gd name="T34" fmla="*/ 2147483646 w 50"/>
                <a:gd name="T35" fmla="*/ 2147483646 h 28"/>
                <a:gd name="T36" fmla="*/ 2147483646 w 50"/>
                <a:gd name="T37" fmla="*/ 2147483646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0" h="28">
                  <a:moveTo>
                    <a:pt x="43" y="7"/>
                  </a:moveTo>
                  <a:cubicBezTo>
                    <a:pt x="49" y="3"/>
                    <a:pt x="49" y="3"/>
                    <a:pt x="49" y="3"/>
                  </a:cubicBezTo>
                  <a:cubicBezTo>
                    <a:pt x="44" y="0"/>
                    <a:pt x="44" y="0"/>
                    <a:pt x="44" y="0"/>
                  </a:cubicBezTo>
                  <a:cubicBezTo>
                    <a:pt x="37" y="3"/>
                    <a:pt x="37" y="3"/>
                    <a:pt x="37" y="3"/>
                  </a:cubicBezTo>
                  <a:cubicBezTo>
                    <a:pt x="31" y="1"/>
                    <a:pt x="25" y="1"/>
                    <a:pt x="20" y="4"/>
                  </a:cubicBezTo>
                  <a:cubicBezTo>
                    <a:pt x="9" y="10"/>
                    <a:pt x="28" y="17"/>
                    <a:pt x="23" y="20"/>
                  </a:cubicBezTo>
                  <a:cubicBezTo>
                    <a:pt x="21" y="21"/>
                    <a:pt x="19" y="21"/>
                    <a:pt x="17" y="20"/>
                  </a:cubicBezTo>
                  <a:cubicBezTo>
                    <a:pt x="13" y="18"/>
                    <a:pt x="10" y="14"/>
                    <a:pt x="10" y="11"/>
                  </a:cubicBezTo>
                  <a:cubicBezTo>
                    <a:pt x="1" y="12"/>
                    <a:pt x="1" y="12"/>
                    <a:pt x="1" y="12"/>
                  </a:cubicBezTo>
                  <a:cubicBezTo>
                    <a:pt x="2" y="15"/>
                    <a:pt x="4" y="18"/>
                    <a:pt x="7" y="21"/>
                  </a:cubicBezTo>
                  <a:cubicBezTo>
                    <a:pt x="0" y="25"/>
                    <a:pt x="0" y="25"/>
                    <a:pt x="0" y="25"/>
                  </a:cubicBezTo>
                  <a:cubicBezTo>
                    <a:pt x="6" y="28"/>
                    <a:pt x="6" y="28"/>
                    <a:pt x="6" y="28"/>
                  </a:cubicBezTo>
                  <a:cubicBezTo>
                    <a:pt x="13" y="24"/>
                    <a:pt x="13" y="24"/>
                    <a:pt x="13" y="24"/>
                  </a:cubicBezTo>
                  <a:cubicBezTo>
                    <a:pt x="19" y="27"/>
                    <a:pt x="26" y="28"/>
                    <a:pt x="32" y="25"/>
                  </a:cubicBezTo>
                  <a:cubicBezTo>
                    <a:pt x="43" y="18"/>
                    <a:pt x="23" y="11"/>
                    <a:pt x="29" y="8"/>
                  </a:cubicBezTo>
                  <a:cubicBezTo>
                    <a:pt x="30" y="7"/>
                    <a:pt x="32" y="7"/>
                    <a:pt x="34" y="9"/>
                  </a:cubicBezTo>
                  <a:cubicBezTo>
                    <a:pt x="37" y="10"/>
                    <a:pt x="39" y="13"/>
                    <a:pt x="41" y="16"/>
                  </a:cubicBezTo>
                  <a:cubicBezTo>
                    <a:pt x="50" y="14"/>
                    <a:pt x="50" y="14"/>
                    <a:pt x="50" y="14"/>
                  </a:cubicBezTo>
                  <a:cubicBezTo>
                    <a:pt x="49" y="12"/>
                    <a:pt x="46" y="9"/>
                    <a:pt x="43" y="7"/>
                  </a:cubicBezTo>
                  <a:close/>
                </a:path>
              </a:pathLst>
            </a:custGeom>
            <a:solidFill>
              <a:srgbClr val="FFBC12"/>
            </a:solidFill>
            <a:ln>
              <a:noFill/>
            </a:ln>
          </p:spPr>
          <p:txBody>
            <a:bodyPr anchor="ctr"/>
            <a:lstStyle/>
            <a:p>
              <a:endParaRPr lang="zh-CN" altLang="en-US"/>
            </a:p>
          </p:txBody>
        </p:sp>
        <p:sp>
          <p:nvSpPr>
            <p:cNvPr id="1049520" name="îṣliďé"/>
            <p:cNvSpPr/>
            <p:nvPr>
              <p:custDataLst>
                <p:tags r:id="rId210"/>
              </p:custDataLst>
            </p:nvPr>
          </p:nvSpPr>
          <p:spPr bwMode="auto">
            <a:xfrm>
              <a:off x="5067206" y="4387820"/>
              <a:ext cx="835895" cy="364995"/>
            </a:xfrm>
            <a:custGeom>
              <a:avLst/>
              <a:gdLst>
                <a:gd name="T0" fmla="*/ 2147483646 w 132"/>
                <a:gd name="T1" fmla="*/ 0 h 58"/>
                <a:gd name="T2" fmla="*/ 2147483646 w 132"/>
                <a:gd name="T3" fmla="*/ 2147483646 h 58"/>
                <a:gd name="T4" fmla="*/ 2147483646 w 132"/>
                <a:gd name="T5" fmla="*/ 2147483646 h 58"/>
                <a:gd name="T6" fmla="*/ 2147483646 w 132"/>
                <a:gd name="T7" fmla="*/ 2147483646 h 58"/>
                <a:gd name="T8" fmla="*/ 0 w 132"/>
                <a:gd name="T9" fmla="*/ 2147483646 h 58"/>
                <a:gd name="T10" fmla="*/ 0 w 132"/>
                <a:gd name="T11" fmla="*/ 0 h 58"/>
                <a:gd name="T12" fmla="*/ 2147483646 w 132"/>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2" h="58">
                  <a:moveTo>
                    <a:pt x="132" y="0"/>
                  </a:moveTo>
                  <a:cubicBezTo>
                    <a:pt x="132" y="16"/>
                    <a:pt x="132" y="16"/>
                    <a:pt x="132" y="16"/>
                  </a:cubicBezTo>
                  <a:cubicBezTo>
                    <a:pt x="132" y="26"/>
                    <a:pt x="126" y="35"/>
                    <a:pt x="113" y="43"/>
                  </a:cubicBezTo>
                  <a:cubicBezTo>
                    <a:pt x="87" y="58"/>
                    <a:pt x="45" y="58"/>
                    <a:pt x="19" y="43"/>
                  </a:cubicBezTo>
                  <a:cubicBezTo>
                    <a:pt x="6" y="35"/>
                    <a:pt x="0" y="25"/>
                    <a:pt x="0" y="16"/>
                  </a:cubicBezTo>
                  <a:cubicBezTo>
                    <a:pt x="0" y="0"/>
                    <a:pt x="0" y="0"/>
                    <a:pt x="0" y="0"/>
                  </a:cubicBezTo>
                  <a:cubicBezTo>
                    <a:pt x="23" y="0"/>
                    <a:pt x="111" y="0"/>
                    <a:pt x="132" y="0"/>
                  </a:cubicBezTo>
                  <a:close/>
                </a:path>
              </a:pathLst>
            </a:custGeom>
            <a:solidFill>
              <a:srgbClr val="FFE5A3"/>
            </a:solidFill>
            <a:ln w="15875" cap="flat">
              <a:solidFill>
                <a:srgbClr val="FFBC12"/>
              </a:solidFill>
              <a:prstDash val="solid"/>
              <a:round/>
            </a:ln>
          </p:spPr>
          <p:txBody>
            <a:bodyPr anchor="ctr"/>
            <a:lstStyle/>
            <a:p>
              <a:endParaRPr lang="zh-CN" altLang="en-US"/>
            </a:p>
          </p:txBody>
        </p:sp>
        <p:sp>
          <p:nvSpPr>
            <p:cNvPr id="1049521" name="ïšḷïḓè"/>
            <p:cNvSpPr/>
            <p:nvPr>
              <p:custDataLst>
                <p:tags r:id="rId211"/>
              </p:custDataLst>
            </p:nvPr>
          </p:nvSpPr>
          <p:spPr bwMode="auto">
            <a:xfrm>
              <a:off x="5023710" y="4121166"/>
              <a:ext cx="922888" cy="531418"/>
            </a:xfrm>
            <a:custGeom>
              <a:avLst/>
              <a:gdLst>
                <a:gd name="T0" fmla="*/ 2147483646 w 146"/>
                <a:gd name="T1" fmla="*/ 2147483646 h 84"/>
                <a:gd name="T2" fmla="*/ 2147483646 w 146"/>
                <a:gd name="T3" fmla="*/ 2147483646 h 84"/>
                <a:gd name="T4" fmla="*/ 2147483646 w 146"/>
                <a:gd name="T5" fmla="*/ 2147483646 h 84"/>
                <a:gd name="T6" fmla="*/ 2147483646 w 146"/>
                <a:gd name="T7" fmla="*/ 2147483646 h 84"/>
                <a:gd name="T8" fmla="*/ 2147483646 w 146"/>
                <a:gd name="T9" fmla="*/ 2147483646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84">
                  <a:moveTo>
                    <a:pt x="120" y="15"/>
                  </a:moveTo>
                  <a:cubicBezTo>
                    <a:pt x="94" y="0"/>
                    <a:pt x="52" y="0"/>
                    <a:pt x="26" y="15"/>
                  </a:cubicBezTo>
                  <a:cubicBezTo>
                    <a:pt x="0" y="30"/>
                    <a:pt x="0" y="54"/>
                    <a:pt x="26" y="69"/>
                  </a:cubicBezTo>
                  <a:cubicBezTo>
                    <a:pt x="52" y="84"/>
                    <a:pt x="94" y="84"/>
                    <a:pt x="120" y="69"/>
                  </a:cubicBezTo>
                  <a:cubicBezTo>
                    <a:pt x="146" y="54"/>
                    <a:pt x="146" y="30"/>
                    <a:pt x="120" y="15"/>
                  </a:cubicBezTo>
                  <a:close/>
                </a:path>
              </a:pathLst>
            </a:custGeom>
            <a:solidFill>
              <a:srgbClr val="FFFFFF"/>
            </a:solidFill>
            <a:ln w="15875" cap="flat">
              <a:solidFill>
                <a:srgbClr val="FFBC12"/>
              </a:solidFill>
              <a:prstDash val="solid"/>
              <a:round/>
            </a:ln>
          </p:spPr>
          <p:txBody>
            <a:bodyPr anchor="ctr"/>
            <a:lstStyle/>
            <a:p>
              <a:endParaRPr lang="zh-CN" altLang="en-US"/>
            </a:p>
          </p:txBody>
        </p:sp>
        <p:sp>
          <p:nvSpPr>
            <p:cNvPr id="1049522" name="íślide"/>
            <p:cNvSpPr/>
            <p:nvPr>
              <p:custDataLst>
                <p:tags r:id="rId212"/>
              </p:custDataLst>
            </p:nvPr>
          </p:nvSpPr>
          <p:spPr bwMode="auto">
            <a:xfrm>
              <a:off x="5156092" y="4185465"/>
              <a:ext cx="658125" cy="221267"/>
            </a:xfrm>
            <a:custGeom>
              <a:avLst/>
              <a:gdLst>
                <a:gd name="T0" fmla="*/ 2147483646 w 104"/>
                <a:gd name="T1" fmla="*/ 2147483646 h 35"/>
                <a:gd name="T2" fmla="*/ 2147483646 w 104"/>
                <a:gd name="T3" fmla="*/ 2147483646 h 35"/>
                <a:gd name="T4" fmla="*/ 2147483646 w 104"/>
                <a:gd name="T5" fmla="*/ 2147483646 h 35"/>
                <a:gd name="T6" fmla="*/ 2147483646 w 104"/>
                <a:gd name="T7" fmla="*/ 2147483646 h 35"/>
                <a:gd name="T8" fmla="*/ 2147483646 w 104"/>
                <a:gd name="T9" fmla="*/ 2147483646 h 35"/>
                <a:gd name="T10" fmla="*/ 2147483646 w 104"/>
                <a:gd name="T11" fmla="*/ 2147483646 h 35"/>
                <a:gd name="T12" fmla="*/ 2147483646 w 104"/>
                <a:gd name="T13" fmla="*/ 2147483646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35">
                  <a:moveTo>
                    <a:pt x="88" y="11"/>
                  </a:moveTo>
                  <a:cubicBezTo>
                    <a:pt x="99" y="18"/>
                    <a:pt x="104" y="27"/>
                    <a:pt x="103" y="35"/>
                  </a:cubicBezTo>
                  <a:cubicBezTo>
                    <a:pt x="101" y="29"/>
                    <a:pt x="97" y="22"/>
                    <a:pt x="88" y="17"/>
                  </a:cubicBezTo>
                  <a:cubicBezTo>
                    <a:pt x="68" y="6"/>
                    <a:pt x="36" y="6"/>
                    <a:pt x="16" y="17"/>
                  </a:cubicBezTo>
                  <a:cubicBezTo>
                    <a:pt x="7" y="22"/>
                    <a:pt x="3" y="28"/>
                    <a:pt x="2" y="35"/>
                  </a:cubicBezTo>
                  <a:cubicBezTo>
                    <a:pt x="0" y="26"/>
                    <a:pt x="5" y="18"/>
                    <a:pt x="16" y="11"/>
                  </a:cubicBezTo>
                  <a:cubicBezTo>
                    <a:pt x="36" y="0"/>
                    <a:pt x="68" y="0"/>
                    <a:pt x="88" y="11"/>
                  </a:cubicBezTo>
                  <a:close/>
                </a:path>
              </a:pathLst>
            </a:custGeom>
            <a:solidFill>
              <a:srgbClr val="FFE5A3"/>
            </a:solidFill>
            <a:ln>
              <a:noFill/>
            </a:ln>
          </p:spPr>
          <p:txBody>
            <a:bodyPr anchor="ctr"/>
            <a:lstStyle/>
            <a:p>
              <a:endParaRPr lang="zh-CN" altLang="en-US"/>
            </a:p>
          </p:txBody>
        </p:sp>
        <p:sp>
          <p:nvSpPr>
            <p:cNvPr id="1049523" name="ïṧlîḑe"/>
            <p:cNvSpPr/>
            <p:nvPr>
              <p:custDataLst>
                <p:tags r:id="rId213"/>
              </p:custDataLst>
            </p:nvPr>
          </p:nvSpPr>
          <p:spPr bwMode="auto">
            <a:xfrm>
              <a:off x="5169329" y="4223289"/>
              <a:ext cx="639214" cy="366886"/>
            </a:xfrm>
            <a:custGeom>
              <a:avLst/>
              <a:gdLst>
                <a:gd name="T0" fmla="*/ 2147483646 w 101"/>
                <a:gd name="T1" fmla="*/ 2147483646 h 58"/>
                <a:gd name="T2" fmla="*/ 2147483646 w 101"/>
                <a:gd name="T3" fmla="*/ 2147483646 h 58"/>
                <a:gd name="T4" fmla="*/ 2147483646 w 101"/>
                <a:gd name="T5" fmla="*/ 2147483646 h 58"/>
                <a:gd name="T6" fmla="*/ 2147483646 w 101"/>
                <a:gd name="T7" fmla="*/ 2147483646 h 58"/>
                <a:gd name="T8" fmla="*/ 0 w 101"/>
                <a:gd name="T9" fmla="*/ 2147483646 h 58"/>
                <a:gd name="T10" fmla="*/ 2147483646 w 101"/>
                <a:gd name="T11" fmla="*/ 2147483646 h 58"/>
                <a:gd name="T12" fmla="*/ 2147483646 w 101"/>
                <a:gd name="T13" fmla="*/ 2147483646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58">
                  <a:moveTo>
                    <a:pt x="86" y="11"/>
                  </a:moveTo>
                  <a:cubicBezTo>
                    <a:pt x="95" y="16"/>
                    <a:pt x="99" y="23"/>
                    <a:pt x="101" y="29"/>
                  </a:cubicBezTo>
                  <a:cubicBezTo>
                    <a:pt x="99" y="36"/>
                    <a:pt x="95" y="42"/>
                    <a:pt x="86" y="47"/>
                  </a:cubicBezTo>
                  <a:cubicBezTo>
                    <a:pt x="66" y="58"/>
                    <a:pt x="34" y="58"/>
                    <a:pt x="14" y="47"/>
                  </a:cubicBezTo>
                  <a:cubicBezTo>
                    <a:pt x="6" y="42"/>
                    <a:pt x="1" y="35"/>
                    <a:pt x="0" y="29"/>
                  </a:cubicBezTo>
                  <a:cubicBezTo>
                    <a:pt x="1" y="22"/>
                    <a:pt x="5" y="16"/>
                    <a:pt x="14" y="11"/>
                  </a:cubicBezTo>
                  <a:cubicBezTo>
                    <a:pt x="34" y="0"/>
                    <a:pt x="66" y="0"/>
                    <a:pt x="86" y="11"/>
                  </a:cubicBezTo>
                  <a:close/>
                </a:path>
              </a:pathLst>
            </a:custGeom>
            <a:solidFill>
              <a:srgbClr val="FFFFFF"/>
            </a:solidFill>
            <a:ln>
              <a:noFill/>
            </a:ln>
          </p:spPr>
          <p:txBody>
            <a:bodyPr anchor="ctr"/>
            <a:lstStyle/>
            <a:p>
              <a:endParaRPr lang="zh-CN" altLang="en-US"/>
            </a:p>
          </p:txBody>
        </p:sp>
        <p:sp>
          <p:nvSpPr>
            <p:cNvPr id="1049524" name="í$ḻîḋè"/>
            <p:cNvSpPr/>
            <p:nvPr>
              <p:custDataLst>
                <p:tags r:id="rId214"/>
              </p:custDataLst>
            </p:nvPr>
          </p:nvSpPr>
          <p:spPr bwMode="auto">
            <a:xfrm>
              <a:off x="5156092" y="4185465"/>
              <a:ext cx="658125" cy="404709"/>
            </a:xfrm>
            <a:custGeom>
              <a:avLst/>
              <a:gdLst>
                <a:gd name="T0" fmla="*/ 2147483646 w 104"/>
                <a:gd name="T1" fmla="*/ 2147483646 h 64"/>
                <a:gd name="T2" fmla="*/ 2147483646 w 104"/>
                <a:gd name="T3" fmla="*/ 2147483646 h 64"/>
                <a:gd name="T4" fmla="*/ 2147483646 w 104"/>
                <a:gd name="T5" fmla="*/ 2147483646 h 64"/>
                <a:gd name="T6" fmla="*/ 2147483646 w 104"/>
                <a:gd name="T7" fmla="*/ 2147483646 h 64"/>
                <a:gd name="T8" fmla="*/ 2147483646 w 104"/>
                <a:gd name="T9" fmla="*/ 2147483646 h 64"/>
                <a:gd name="T10" fmla="*/ 2147483646 w 104"/>
                <a:gd name="T11" fmla="*/ 2147483646 h 64"/>
                <a:gd name="T12" fmla="*/ 2147483646 w 104"/>
                <a:gd name="T13" fmla="*/ 2147483646 h 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64">
                  <a:moveTo>
                    <a:pt x="103" y="35"/>
                  </a:moveTo>
                  <a:cubicBezTo>
                    <a:pt x="104" y="27"/>
                    <a:pt x="99" y="18"/>
                    <a:pt x="88" y="11"/>
                  </a:cubicBezTo>
                  <a:cubicBezTo>
                    <a:pt x="68" y="0"/>
                    <a:pt x="36" y="0"/>
                    <a:pt x="16" y="11"/>
                  </a:cubicBezTo>
                  <a:cubicBezTo>
                    <a:pt x="5" y="18"/>
                    <a:pt x="0" y="26"/>
                    <a:pt x="2" y="35"/>
                  </a:cubicBezTo>
                  <a:cubicBezTo>
                    <a:pt x="3" y="41"/>
                    <a:pt x="8" y="48"/>
                    <a:pt x="16" y="53"/>
                  </a:cubicBezTo>
                  <a:cubicBezTo>
                    <a:pt x="36" y="64"/>
                    <a:pt x="68" y="64"/>
                    <a:pt x="88" y="53"/>
                  </a:cubicBezTo>
                  <a:cubicBezTo>
                    <a:pt x="97" y="48"/>
                    <a:pt x="101" y="42"/>
                    <a:pt x="103" y="35"/>
                  </a:cubicBezTo>
                  <a:close/>
                </a:path>
              </a:pathLst>
            </a:custGeom>
            <a:noFill/>
            <a:ln w="15875" cap="flat">
              <a:solidFill>
                <a:srgbClr val="FFBC12"/>
              </a:solidFill>
              <a:prstDash val="solid"/>
              <a:round/>
            </a:ln>
          </p:spPr>
          <p:txBody>
            <a:bodyPr anchor="ctr"/>
            <a:lstStyle/>
            <a:p>
              <a:endParaRPr lang="zh-CN" altLang="en-US"/>
            </a:p>
          </p:txBody>
        </p:sp>
        <p:sp>
          <p:nvSpPr>
            <p:cNvPr id="1049525" name="íslîḋé"/>
            <p:cNvSpPr/>
            <p:nvPr>
              <p:custDataLst>
                <p:tags r:id="rId215"/>
              </p:custDataLst>
            </p:nvPr>
          </p:nvSpPr>
          <p:spPr bwMode="auto">
            <a:xfrm>
              <a:off x="5169329" y="4223289"/>
              <a:ext cx="639214" cy="183444"/>
            </a:xfrm>
            <a:custGeom>
              <a:avLst/>
              <a:gdLst>
                <a:gd name="T0" fmla="*/ 2147483646 w 101"/>
                <a:gd name="T1" fmla="*/ 2147483646 h 29"/>
                <a:gd name="T2" fmla="*/ 2147483646 w 101"/>
                <a:gd name="T3" fmla="*/ 2147483646 h 29"/>
                <a:gd name="T4" fmla="*/ 2147483646 w 101"/>
                <a:gd name="T5" fmla="*/ 2147483646 h 29"/>
                <a:gd name="T6" fmla="*/ 2147483646 w 101"/>
                <a:gd name="T7" fmla="*/ 2147483646 h 29"/>
                <a:gd name="T8" fmla="*/ 0 w 101"/>
                <a:gd name="T9" fmla="*/ 2147483646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29">
                  <a:moveTo>
                    <a:pt x="101" y="29"/>
                  </a:moveTo>
                  <a:cubicBezTo>
                    <a:pt x="101" y="29"/>
                    <a:pt x="101" y="29"/>
                    <a:pt x="101" y="29"/>
                  </a:cubicBezTo>
                  <a:cubicBezTo>
                    <a:pt x="99" y="23"/>
                    <a:pt x="95" y="16"/>
                    <a:pt x="86" y="11"/>
                  </a:cubicBezTo>
                  <a:cubicBezTo>
                    <a:pt x="66" y="0"/>
                    <a:pt x="34" y="0"/>
                    <a:pt x="14" y="11"/>
                  </a:cubicBezTo>
                  <a:cubicBezTo>
                    <a:pt x="5" y="16"/>
                    <a:pt x="1" y="22"/>
                    <a:pt x="0" y="29"/>
                  </a:cubicBezTo>
                </a:path>
              </a:pathLst>
            </a:custGeom>
            <a:noFill/>
            <a:ln w="15875" cap="flat">
              <a:solidFill>
                <a:srgbClr val="FFBC12"/>
              </a:solidFill>
              <a:prstDash val="solid"/>
              <a:round/>
            </a:ln>
          </p:spPr>
          <p:txBody>
            <a:bodyPr anchor="ctr"/>
            <a:lstStyle/>
            <a:p>
              <a:endParaRPr lang="zh-CN" altLang="en-US"/>
            </a:p>
          </p:txBody>
        </p:sp>
        <p:sp>
          <p:nvSpPr>
            <p:cNvPr id="1049526" name="ïş1iḋe"/>
            <p:cNvSpPr/>
            <p:nvPr>
              <p:custDataLst>
                <p:tags r:id="rId216"/>
              </p:custDataLst>
            </p:nvPr>
          </p:nvSpPr>
          <p:spPr bwMode="auto">
            <a:xfrm>
              <a:off x="5326297" y="4304609"/>
              <a:ext cx="317716" cy="183444"/>
            </a:xfrm>
            <a:custGeom>
              <a:avLst/>
              <a:gdLst>
                <a:gd name="T0" fmla="*/ 2147483646 w 50"/>
                <a:gd name="T1" fmla="*/ 2147483646 h 29"/>
                <a:gd name="T2" fmla="*/ 2147483646 w 50"/>
                <a:gd name="T3" fmla="*/ 2147483646 h 29"/>
                <a:gd name="T4" fmla="*/ 2147483646 w 50"/>
                <a:gd name="T5" fmla="*/ 0 h 29"/>
                <a:gd name="T6" fmla="*/ 2147483646 w 50"/>
                <a:gd name="T7" fmla="*/ 2147483646 h 29"/>
                <a:gd name="T8" fmla="*/ 2147483646 w 50"/>
                <a:gd name="T9" fmla="*/ 2147483646 h 29"/>
                <a:gd name="T10" fmla="*/ 2147483646 w 50"/>
                <a:gd name="T11" fmla="*/ 2147483646 h 29"/>
                <a:gd name="T12" fmla="*/ 2147483646 w 50"/>
                <a:gd name="T13" fmla="*/ 2147483646 h 29"/>
                <a:gd name="T14" fmla="*/ 2147483646 w 50"/>
                <a:gd name="T15" fmla="*/ 2147483646 h 29"/>
                <a:gd name="T16" fmla="*/ 2147483646 w 50"/>
                <a:gd name="T17" fmla="*/ 2147483646 h 29"/>
                <a:gd name="T18" fmla="*/ 2147483646 w 50"/>
                <a:gd name="T19" fmla="*/ 2147483646 h 29"/>
                <a:gd name="T20" fmla="*/ 0 w 50"/>
                <a:gd name="T21" fmla="*/ 2147483646 h 29"/>
                <a:gd name="T22" fmla="*/ 2147483646 w 50"/>
                <a:gd name="T23" fmla="*/ 2147483646 h 29"/>
                <a:gd name="T24" fmla="*/ 2147483646 w 50"/>
                <a:gd name="T25" fmla="*/ 2147483646 h 29"/>
                <a:gd name="T26" fmla="*/ 2147483646 w 50"/>
                <a:gd name="T27" fmla="*/ 2147483646 h 29"/>
                <a:gd name="T28" fmla="*/ 2147483646 w 50"/>
                <a:gd name="T29" fmla="*/ 2147483646 h 29"/>
                <a:gd name="T30" fmla="*/ 2147483646 w 50"/>
                <a:gd name="T31" fmla="*/ 2147483646 h 29"/>
                <a:gd name="T32" fmla="*/ 2147483646 w 50"/>
                <a:gd name="T33" fmla="*/ 2147483646 h 29"/>
                <a:gd name="T34" fmla="*/ 2147483646 w 50"/>
                <a:gd name="T35" fmla="*/ 2147483646 h 29"/>
                <a:gd name="T36" fmla="*/ 2147483646 w 50"/>
                <a:gd name="T37" fmla="*/ 2147483646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0" h="29">
                  <a:moveTo>
                    <a:pt x="43" y="7"/>
                  </a:moveTo>
                  <a:cubicBezTo>
                    <a:pt x="49" y="4"/>
                    <a:pt x="49" y="4"/>
                    <a:pt x="49" y="4"/>
                  </a:cubicBezTo>
                  <a:cubicBezTo>
                    <a:pt x="44" y="0"/>
                    <a:pt x="44" y="0"/>
                    <a:pt x="44" y="0"/>
                  </a:cubicBezTo>
                  <a:cubicBezTo>
                    <a:pt x="37" y="4"/>
                    <a:pt x="37" y="4"/>
                    <a:pt x="37" y="4"/>
                  </a:cubicBezTo>
                  <a:cubicBezTo>
                    <a:pt x="31" y="2"/>
                    <a:pt x="25" y="2"/>
                    <a:pt x="20" y="4"/>
                  </a:cubicBezTo>
                  <a:cubicBezTo>
                    <a:pt x="9" y="10"/>
                    <a:pt x="28" y="18"/>
                    <a:pt x="23" y="21"/>
                  </a:cubicBezTo>
                  <a:cubicBezTo>
                    <a:pt x="21" y="22"/>
                    <a:pt x="19" y="22"/>
                    <a:pt x="17" y="20"/>
                  </a:cubicBezTo>
                  <a:cubicBezTo>
                    <a:pt x="13" y="18"/>
                    <a:pt x="10" y="15"/>
                    <a:pt x="10" y="11"/>
                  </a:cubicBezTo>
                  <a:cubicBezTo>
                    <a:pt x="1" y="13"/>
                    <a:pt x="1" y="13"/>
                    <a:pt x="1" y="13"/>
                  </a:cubicBezTo>
                  <a:cubicBezTo>
                    <a:pt x="2" y="16"/>
                    <a:pt x="4" y="19"/>
                    <a:pt x="7" y="22"/>
                  </a:cubicBezTo>
                  <a:cubicBezTo>
                    <a:pt x="0" y="25"/>
                    <a:pt x="0" y="25"/>
                    <a:pt x="0" y="25"/>
                  </a:cubicBezTo>
                  <a:cubicBezTo>
                    <a:pt x="6" y="29"/>
                    <a:pt x="6" y="29"/>
                    <a:pt x="6" y="29"/>
                  </a:cubicBezTo>
                  <a:cubicBezTo>
                    <a:pt x="13" y="25"/>
                    <a:pt x="13" y="25"/>
                    <a:pt x="13" y="25"/>
                  </a:cubicBezTo>
                  <a:cubicBezTo>
                    <a:pt x="19" y="28"/>
                    <a:pt x="26" y="29"/>
                    <a:pt x="32" y="25"/>
                  </a:cubicBezTo>
                  <a:cubicBezTo>
                    <a:pt x="43" y="19"/>
                    <a:pt x="23" y="12"/>
                    <a:pt x="29" y="8"/>
                  </a:cubicBezTo>
                  <a:cubicBezTo>
                    <a:pt x="30" y="8"/>
                    <a:pt x="32" y="8"/>
                    <a:pt x="34" y="9"/>
                  </a:cubicBezTo>
                  <a:cubicBezTo>
                    <a:pt x="37" y="11"/>
                    <a:pt x="39" y="14"/>
                    <a:pt x="41" y="17"/>
                  </a:cubicBezTo>
                  <a:cubicBezTo>
                    <a:pt x="50" y="15"/>
                    <a:pt x="50" y="15"/>
                    <a:pt x="50" y="15"/>
                  </a:cubicBezTo>
                  <a:cubicBezTo>
                    <a:pt x="49" y="12"/>
                    <a:pt x="46" y="10"/>
                    <a:pt x="43" y="7"/>
                  </a:cubicBezTo>
                  <a:close/>
                </a:path>
              </a:pathLst>
            </a:custGeom>
            <a:solidFill>
              <a:srgbClr val="FFBC12"/>
            </a:solidFill>
            <a:ln>
              <a:noFill/>
            </a:ln>
          </p:spPr>
          <p:txBody>
            <a:bodyPr anchor="ctr"/>
            <a:lstStyle/>
            <a:p>
              <a:endParaRPr lang="zh-CN" altLang="en-US"/>
            </a:p>
          </p:txBody>
        </p:sp>
        <p:sp>
          <p:nvSpPr>
            <p:cNvPr id="1049527" name="iṣlïḓe"/>
            <p:cNvSpPr/>
            <p:nvPr>
              <p:custDataLst>
                <p:tags r:id="rId217"/>
              </p:custDataLst>
            </p:nvPr>
          </p:nvSpPr>
          <p:spPr bwMode="auto">
            <a:xfrm>
              <a:off x="5751808" y="4981646"/>
              <a:ext cx="841569" cy="366886"/>
            </a:xfrm>
            <a:custGeom>
              <a:avLst/>
              <a:gdLst>
                <a:gd name="T0" fmla="*/ 2147483646 w 133"/>
                <a:gd name="T1" fmla="*/ 0 h 58"/>
                <a:gd name="T2" fmla="*/ 2147483646 w 133"/>
                <a:gd name="T3" fmla="*/ 2147483646 h 58"/>
                <a:gd name="T4" fmla="*/ 2147483646 w 133"/>
                <a:gd name="T5" fmla="*/ 2147483646 h 58"/>
                <a:gd name="T6" fmla="*/ 2147483646 w 133"/>
                <a:gd name="T7" fmla="*/ 2147483646 h 58"/>
                <a:gd name="T8" fmla="*/ 0 w 133"/>
                <a:gd name="T9" fmla="*/ 2147483646 h 58"/>
                <a:gd name="T10" fmla="*/ 0 w 133"/>
                <a:gd name="T11" fmla="*/ 0 h 58"/>
                <a:gd name="T12" fmla="*/ 2147483646 w 133"/>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3" h="58">
                  <a:moveTo>
                    <a:pt x="133" y="0"/>
                  </a:moveTo>
                  <a:cubicBezTo>
                    <a:pt x="133" y="16"/>
                    <a:pt x="133" y="16"/>
                    <a:pt x="133" y="16"/>
                  </a:cubicBezTo>
                  <a:cubicBezTo>
                    <a:pt x="133" y="26"/>
                    <a:pt x="126" y="36"/>
                    <a:pt x="113" y="43"/>
                  </a:cubicBezTo>
                  <a:cubicBezTo>
                    <a:pt x="88" y="58"/>
                    <a:pt x="46" y="58"/>
                    <a:pt x="20" y="43"/>
                  </a:cubicBezTo>
                  <a:cubicBezTo>
                    <a:pt x="7" y="36"/>
                    <a:pt x="0" y="26"/>
                    <a:pt x="0" y="16"/>
                  </a:cubicBezTo>
                  <a:cubicBezTo>
                    <a:pt x="0" y="0"/>
                    <a:pt x="0" y="0"/>
                    <a:pt x="0" y="0"/>
                  </a:cubicBezTo>
                  <a:cubicBezTo>
                    <a:pt x="23" y="0"/>
                    <a:pt x="112" y="0"/>
                    <a:pt x="133" y="0"/>
                  </a:cubicBezTo>
                  <a:close/>
                </a:path>
              </a:pathLst>
            </a:custGeom>
            <a:solidFill>
              <a:srgbClr val="FFE5A3"/>
            </a:solidFill>
            <a:ln w="15875" cap="flat">
              <a:solidFill>
                <a:srgbClr val="FFBC12"/>
              </a:solidFill>
              <a:prstDash val="solid"/>
              <a:round/>
            </a:ln>
          </p:spPr>
          <p:txBody>
            <a:bodyPr anchor="ctr"/>
            <a:lstStyle/>
            <a:p>
              <a:endParaRPr lang="zh-CN" altLang="en-US"/>
            </a:p>
          </p:txBody>
        </p:sp>
        <p:sp>
          <p:nvSpPr>
            <p:cNvPr id="1049528" name="îṧḻiḋê"/>
            <p:cNvSpPr/>
            <p:nvPr>
              <p:custDataLst>
                <p:tags r:id="rId218"/>
              </p:custDataLst>
            </p:nvPr>
          </p:nvSpPr>
          <p:spPr bwMode="auto">
            <a:xfrm>
              <a:off x="5713985" y="4714991"/>
              <a:ext cx="917215" cy="531418"/>
            </a:xfrm>
            <a:custGeom>
              <a:avLst/>
              <a:gdLst>
                <a:gd name="T0" fmla="*/ 2147483646 w 145"/>
                <a:gd name="T1" fmla="*/ 2147483646 h 84"/>
                <a:gd name="T2" fmla="*/ 2147483646 w 145"/>
                <a:gd name="T3" fmla="*/ 2147483646 h 84"/>
                <a:gd name="T4" fmla="*/ 2147483646 w 145"/>
                <a:gd name="T5" fmla="*/ 2147483646 h 84"/>
                <a:gd name="T6" fmla="*/ 2147483646 w 145"/>
                <a:gd name="T7" fmla="*/ 2147483646 h 84"/>
                <a:gd name="T8" fmla="*/ 2147483646 w 145"/>
                <a:gd name="T9" fmla="*/ 2147483646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84">
                  <a:moveTo>
                    <a:pt x="119" y="15"/>
                  </a:moveTo>
                  <a:cubicBezTo>
                    <a:pt x="93" y="0"/>
                    <a:pt x="51" y="0"/>
                    <a:pt x="25" y="15"/>
                  </a:cubicBezTo>
                  <a:cubicBezTo>
                    <a:pt x="0" y="30"/>
                    <a:pt x="0" y="54"/>
                    <a:pt x="26" y="69"/>
                  </a:cubicBezTo>
                  <a:cubicBezTo>
                    <a:pt x="52" y="84"/>
                    <a:pt x="94" y="84"/>
                    <a:pt x="119" y="69"/>
                  </a:cubicBezTo>
                  <a:cubicBezTo>
                    <a:pt x="145" y="54"/>
                    <a:pt x="145" y="30"/>
                    <a:pt x="119" y="15"/>
                  </a:cubicBezTo>
                  <a:close/>
                </a:path>
              </a:pathLst>
            </a:custGeom>
            <a:solidFill>
              <a:srgbClr val="FFFFFF"/>
            </a:solidFill>
            <a:ln w="15875" cap="flat">
              <a:solidFill>
                <a:srgbClr val="FFBC12"/>
              </a:solidFill>
              <a:prstDash val="solid"/>
              <a:round/>
            </a:ln>
          </p:spPr>
          <p:txBody>
            <a:bodyPr anchor="ctr"/>
            <a:lstStyle/>
            <a:p>
              <a:endParaRPr lang="zh-CN" altLang="en-US"/>
            </a:p>
          </p:txBody>
        </p:sp>
        <p:sp>
          <p:nvSpPr>
            <p:cNvPr id="1049529" name="is1íďé"/>
            <p:cNvSpPr/>
            <p:nvPr>
              <p:custDataLst>
                <p:tags r:id="rId219"/>
              </p:custDataLst>
            </p:nvPr>
          </p:nvSpPr>
          <p:spPr bwMode="auto">
            <a:xfrm>
              <a:off x="5838802" y="4779291"/>
              <a:ext cx="658125" cy="221267"/>
            </a:xfrm>
            <a:custGeom>
              <a:avLst/>
              <a:gdLst>
                <a:gd name="T0" fmla="*/ 2147483646 w 104"/>
                <a:gd name="T1" fmla="*/ 2147483646 h 35"/>
                <a:gd name="T2" fmla="*/ 2147483646 w 104"/>
                <a:gd name="T3" fmla="*/ 2147483646 h 35"/>
                <a:gd name="T4" fmla="*/ 2147483646 w 104"/>
                <a:gd name="T5" fmla="*/ 2147483646 h 35"/>
                <a:gd name="T6" fmla="*/ 2147483646 w 104"/>
                <a:gd name="T7" fmla="*/ 2147483646 h 35"/>
                <a:gd name="T8" fmla="*/ 2147483646 w 104"/>
                <a:gd name="T9" fmla="*/ 2147483646 h 35"/>
                <a:gd name="T10" fmla="*/ 2147483646 w 104"/>
                <a:gd name="T11" fmla="*/ 2147483646 h 35"/>
                <a:gd name="T12" fmla="*/ 2147483646 w 104"/>
                <a:gd name="T13" fmla="*/ 2147483646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35">
                  <a:moveTo>
                    <a:pt x="88" y="11"/>
                  </a:moveTo>
                  <a:cubicBezTo>
                    <a:pt x="100" y="18"/>
                    <a:pt x="104" y="27"/>
                    <a:pt x="103" y="35"/>
                  </a:cubicBezTo>
                  <a:cubicBezTo>
                    <a:pt x="102" y="29"/>
                    <a:pt x="97" y="22"/>
                    <a:pt x="88" y="17"/>
                  </a:cubicBezTo>
                  <a:cubicBezTo>
                    <a:pt x="68" y="6"/>
                    <a:pt x="36" y="6"/>
                    <a:pt x="16" y="17"/>
                  </a:cubicBezTo>
                  <a:cubicBezTo>
                    <a:pt x="8" y="22"/>
                    <a:pt x="3" y="29"/>
                    <a:pt x="2" y="35"/>
                  </a:cubicBezTo>
                  <a:cubicBezTo>
                    <a:pt x="0" y="27"/>
                    <a:pt x="5" y="18"/>
                    <a:pt x="16" y="11"/>
                  </a:cubicBezTo>
                  <a:cubicBezTo>
                    <a:pt x="36" y="0"/>
                    <a:pt x="68" y="0"/>
                    <a:pt x="88" y="11"/>
                  </a:cubicBezTo>
                  <a:close/>
                </a:path>
              </a:pathLst>
            </a:custGeom>
            <a:solidFill>
              <a:srgbClr val="FFE5A3"/>
            </a:solidFill>
            <a:ln>
              <a:noFill/>
            </a:ln>
          </p:spPr>
          <p:txBody>
            <a:bodyPr anchor="ctr"/>
            <a:lstStyle/>
            <a:p>
              <a:endParaRPr lang="zh-CN" altLang="en-US"/>
            </a:p>
          </p:txBody>
        </p:sp>
        <p:sp>
          <p:nvSpPr>
            <p:cNvPr id="1049530" name="îśļiḍé"/>
            <p:cNvSpPr/>
            <p:nvPr>
              <p:custDataLst>
                <p:tags r:id="rId220"/>
              </p:custDataLst>
            </p:nvPr>
          </p:nvSpPr>
          <p:spPr bwMode="auto">
            <a:xfrm>
              <a:off x="5852040" y="4817114"/>
              <a:ext cx="639214" cy="366886"/>
            </a:xfrm>
            <a:custGeom>
              <a:avLst/>
              <a:gdLst>
                <a:gd name="T0" fmla="*/ 2147483646 w 101"/>
                <a:gd name="T1" fmla="*/ 2147483646 h 58"/>
                <a:gd name="T2" fmla="*/ 2147483646 w 101"/>
                <a:gd name="T3" fmla="*/ 2147483646 h 58"/>
                <a:gd name="T4" fmla="*/ 2147483646 w 101"/>
                <a:gd name="T5" fmla="*/ 2147483646 h 58"/>
                <a:gd name="T6" fmla="*/ 2147483646 w 101"/>
                <a:gd name="T7" fmla="*/ 2147483646 h 58"/>
                <a:gd name="T8" fmla="*/ 0 w 101"/>
                <a:gd name="T9" fmla="*/ 2147483646 h 58"/>
                <a:gd name="T10" fmla="*/ 2147483646 w 101"/>
                <a:gd name="T11" fmla="*/ 2147483646 h 58"/>
                <a:gd name="T12" fmla="*/ 2147483646 w 101"/>
                <a:gd name="T13" fmla="*/ 2147483646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58">
                  <a:moveTo>
                    <a:pt x="86" y="11"/>
                  </a:moveTo>
                  <a:cubicBezTo>
                    <a:pt x="95" y="16"/>
                    <a:pt x="100" y="23"/>
                    <a:pt x="101" y="29"/>
                  </a:cubicBezTo>
                  <a:cubicBezTo>
                    <a:pt x="100" y="36"/>
                    <a:pt x="95" y="42"/>
                    <a:pt x="86" y="47"/>
                  </a:cubicBezTo>
                  <a:cubicBezTo>
                    <a:pt x="67" y="58"/>
                    <a:pt x="35" y="58"/>
                    <a:pt x="15" y="47"/>
                  </a:cubicBezTo>
                  <a:cubicBezTo>
                    <a:pt x="6" y="42"/>
                    <a:pt x="1" y="36"/>
                    <a:pt x="0" y="29"/>
                  </a:cubicBezTo>
                  <a:cubicBezTo>
                    <a:pt x="1" y="23"/>
                    <a:pt x="6" y="16"/>
                    <a:pt x="14" y="11"/>
                  </a:cubicBezTo>
                  <a:cubicBezTo>
                    <a:pt x="34" y="0"/>
                    <a:pt x="66" y="0"/>
                    <a:pt x="86" y="11"/>
                  </a:cubicBezTo>
                  <a:close/>
                </a:path>
              </a:pathLst>
            </a:custGeom>
            <a:solidFill>
              <a:srgbClr val="FFFFFF"/>
            </a:solidFill>
            <a:ln>
              <a:noFill/>
            </a:ln>
          </p:spPr>
          <p:txBody>
            <a:bodyPr anchor="ctr"/>
            <a:lstStyle/>
            <a:p>
              <a:endParaRPr lang="zh-CN" altLang="en-US"/>
            </a:p>
          </p:txBody>
        </p:sp>
        <p:sp>
          <p:nvSpPr>
            <p:cNvPr id="1049531" name="iṣ1îḋe"/>
            <p:cNvSpPr/>
            <p:nvPr>
              <p:custDataLst>
                <p:tags r:id="rId221"/>
              </p:custDataLst>
            </p:nvPr>
          </p:nvSpPr>
          <p:spPr bwMode="auto">
            <a:xfrm>
              <a:off x="5838802" y="4779291"/>
              <a:ext cx="658125" cy="404709"/>
            </a:xfrm>
            <a:custGeom>
              <a:avLst/>
              <a:gdLst>
                <a:gd name="T0" fmla="*/ 2147483646 w 104"/>
                <a:gd name="T1" fmla="*/ 2147483646 h 64"/>
                <a:gd name="T2" fmla="*/ 2147483646 w 104"/>
                <a:gd name="T3" fmla="*/ 2147483646 h 64"/>
                <a:gd name="T4" fmla="*/ 2147483646 w 104"/>
                <a:gd name="T5" fmla="*/ 2147483646 h 64"/>
                <a:gd name="T6" fmla="*/ 2147483646 w 104"/>
                <a:gd name="T7" fmla="*/ 2147483646 h 64"/>
                <a:gd name="T8" fmla="*/ 2147483646 w 104"/>
                <a:gd name="T9" fmla="*/ 2147483646 h 64"/>
                <a:gd name="T10" fmla="*/ 2147483646 w 104"/>
                <a:gd name="T11" fmla="*/ 2147483646 h 64"/>
                <a:gd name="T12" fmla="*/ 2147483646 w 104"/>
                <a:gd name="T13" fmla="*/ 2147483646 h 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64">
                  <a:moveTo>
                    <a:pt x="103" y="35"/>
                  </a:moveTo>
                  <a:cubicBezTo>
                    <a:pt x="104" y="27"/>
                    <a:pt x="100" y="18"/>
                    <a:pt x="88" y="11"/>
                  </a:cubicBezTo>
                  <a:cubicBezTo>
                    <a:pt x="68" y="0"/>
                    <a:pt x="36" y="0"/>
                    <a:pt x="16" y="11"/>
                  </a:cubicBezTo>
                  <a:cubicBezTo>
                    <a:pt x="5" y="18"/>
                    <a:pt x="0" y="27"/>
                    <a:pt x="2" y="35"/>
                  </a:cubicBezTo>
                  <a:cubicBezTo>
                    <a:pt x="3" y="42"/>
                    <a:pt x="8" y="48"/>
                    <a:pt x="17" y="53"/>
                  </a:cubicBezTo>
                  <a:cubicBezTo>
                    <a:pt x="37" y="64"/>
                    <a:pt x="69" y="64"/>
                    <a:pt x="88" y="53"/>
                  </a:cubicBezTo>
                  <a:cubicBezTo>
                    <a:pt x="97" y="48"/>
                    <a:pt x="102" y="42"/>
                    <a:pt x="103" y="35"/>
                  </a:cubicBezTo>
                  <a:close/>
                </a:path>
              </a:pathLst>
            </a:custGeom>
            <a:noFill/>
            <a:ln w="15875" cap="flat">
              <a:solidFill>
                <a:srgbClr val="FFBC12"/>
              </a:solidFill>
              <a:prstDash val="solid"/>
              <a:round/>
            </a:ln>
          </p:spPr>
          <p:txBody>
            <a:bodyPr anchor="ctr"/>
            <a:lstStyle/>
            <a:p>
              <a:endParaRPr lang="zh-CN" altLang="en-US"/>
            </a:p>
          </p:txBody>
        </p:sp>
        <p:sp>
          <p:nvSpPr>
            <p:cNvPr id="1049532" name="ïṧļiḍê"/>
            <p:cNvSpPr/>
            <p:nvPr>
              <p:custDataLst>
                <p:tags r:id="rId222"/>
              </p:custDataLst>
            </p:nvPr>
          </p:nvSpPr>
          <p:spPr bwMode="auto">
            <a:xfrm>
              <a:off x="5852040" y="4817114"/>
              <a:ext cx="639214" cy="183444"/>
            </a:xfrm>
            <a:custGeom>
              <a:avLst/>
              <a:gdLst>
                <a:gd name="T0" fmla="*/ 2147483646 w 101"/>
                <a:gd name="T1" fmla="*/ 2147483646 h 29"/>
                <a:gd name="T2" fmla="*/ 2147483646 w 101"/>
                <a:gd name="T3" fmla="*/ 2147483646 h 29"/>
                <a:gd name="T4" fmla="*/ 2147483646 w 101"/>
                <a:gd name="T5" fmla="*/ 2147483646 h 29"/>
                <a:gd name="T6" fmla="*/ 2147483646 w 101"/>
                <a:gd name="T7" fmla="*/ 2147483646 h 29"/>
                <a:gd name="T8" fmla="*/ 0 w 101"/>
                <a:gd name="T9" fmla="*/ 2147483646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29">
                  <a:moveTo>
                    <a:pt x="101" y="29"/>
                  </a:moveTo>
                  <a:cubicBezTo>
                    <a:pt x="101" y="29"/>
                    <a:pt x="101" y="29"/>
                    <a:pt x="101" y="29"/>
                  </a:cubicBezTo>
                  <a:cubicBezTo>
                    <a:pt x="100" y="23"/>
                    <a:pt x="95" y="16"/>
                    <a:pt x="86" y="11"/>
                  </a:cubicBezTo>
                  <a:cubicBezTo>
                    <a:pt x="66" y="0"/>
                    <a:pt x="34" y="0"/>
                    <a:pt x="14" y="11"/>
                  </a:cubicBezTo>
                  <a:cubicBezTo>
                    <a:pt x="6" y="16"/>
                    <a:pt x="1" y="23"/>
                    <a:pt x="0" y="29"/>
                  </a:cubicBezTo>
                </a:path>
              </a:pathLst>
            </a:custGeom>
            <a:noFill/>
            <a:ln w="15875" cap="flat">
              <a:solidFill>
                <a:srgbClr val="FFBC12"/>
              </a:solidFill>
              <a:prstDash val="solid"/>
              <a:round/>
            </a:ln>
          </p:spPr>
          <p:txBody>
            <a:bodyPr anchor="ctr"/>
            <a:lstStyle/>
            <a:p>
              <a:endParaRPr lang="zh-CN" altLang="en-US"/>
            </a:p>
          </p:txBody>
        </p:sp>
        <p:sp>
          <p:nvSpPr>
            <p:cNvPr id="1049533" name="ïṩľîḋè"/>
            <p:cNvSpPr/>
            <p:nvPr>
              <p:custDataLst>
                <p:tags r:id="rId223"/>
              </p:custDataLst>
            </p:nvPr>
          </p:nvSpPr>
          <p:spPr bwMode="auto">
            <a:xfrm>
              <a:off x="6016571" y="4898435"/>
              <a:ext cx="310151" cy="183444"/>
            </a:xfrm>
            <a:custGeom>
              <a:avLst/>
              <a:gdLst>
                <a:gd name="T0" fmla="*/ 2147483646 w 49"/>
                <a:gd name="T1" fmla="*/ 2147483646 h 29"/>
                <a:gd name="T2" fmla="*/ 2147483646 w 49"/>
                <a:gd name="T3" fmla="*/ 2147483646 h 29"/>
                <a:gd name="T4" fmla="*/ 2147483646 w 49"/>
                <a:gd name="T5" fmla="*/ 0 h 29"/>
                <a:gd name="T6" fmla="*/ 2147483646 w 49"/>
                <a:gd name="T7" fmla="*/ 2147483646 h 29"/>
                <a:gd name="T8" fmla="*/ 2147483646 w 49"/>
                <a:gd name="T9" fmla="*/ 2147483646 h 29"/>
                <a:gd name="T10" fmla="*/ 2147483646 w 49"/>
                <a:gd name="T11" fmla="*/ 2147483646 h 29"/>
                <a:gd name="T12" fmla="*/ 2147483646 w 49"/>
                <a:gd name="T13" fmla="*/ 2147483646 h 29"/>
                <a:gd name="T14" fmla="*/ 2147483646 w 49"/>
                <a:gd name="T15" fmla="*/ 2147483646 h 29"/>
                <a:gd name="T16" fmla="*/ 2147483646 w 49"/>
                <a:gd name="T17" fmla="*/ 2147483646 h 29"/>
                <a:gd name="T18" fmla="*/ 2147483646 w 49"/>
                <a:gd name="T19" fmla="*/ 2147483646 h 29"/>
                <a:gd name="T20" fmla="*/ 0 w 49"/>
                <a:gd name="T21" fmla="*/ 2147483646 h 29"/>
                <a:gd name="T22" fmla="*/ 2147483646 w 49"/>
                <a:gd name="T23" fmla="*/ 2147483646 h 29"/>
                <a:gd name="T24" fmla="*/ 2147483646 w 49"/>
                <a:gd name="T25" fmla="*/ 2147483646 h 29"/>
                <a:gd name="T26" fmla="*/ 2147483646 w 49"/>
                <a:gd name="T27" fmla="*/ 2147483646 h 29"/>
                <a:gd name="T28" fmla="*/ 2147483646 w 49"/>
                <a:gd name="T29" fmla="*/ 2147483646 h 29"/>
                <a:gd name="T30" fmla="*/ 2147483646 w 49"/>
                <a:gd name="T31" fmla="*/ 2147483646 h 29"/>
                <a:gd name="T32" fmla="*/ 2147483646 w 49"/>
                <a:gd name="T33" fmla="*/ 2147483646 h 29"/>
                <a:gd name="T34" fmla="*/ 2147483646 w 49"/>
                <a:gd name="T35" fmla="*/ 2147483646 h 29"/>
                <a:gd name="T36" fmla="*/ 2147483646 w 49"/>
                <a:gd name="T37" fmla="*/ 2147483646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9" h="29">
                  <a:moveTo>
                    <a:pt x="43" y="7"/>
                  </a:moveTo>
                  <a:cubicBezTo>
                    <a:pt x="49" y="4"/>
                    <a:pt x="49" y="4"/>
                    <a:pt x="49" y="4"/>
                  </a:cubicBezTo>
                  <a:cubicBezTo>
                    <a:pt x="43" y="0"/>
                    <a:pt x="43" y="0"/>
                    <a:pt x="43" y="0"/>
                  </a:cubicBezTo>
                  <a:cubicBezTo>
                    <a:pt x="37" y="4"/>
                    <a:pt x="37" y="4"/>
                    <a:pt x="37" y="4"/>
                  </a:cubicBezTo>
                  <a:cubicBezTo>
                    <a:pt x="30" y="2"/>
                    <a:pt x="24" y="2"/>
                    <a:pt x="19" y="4"/>
                  </a:cubicBezTo>
                  <a:cubicBezTo>
                    <a:pt x="9" y="11"/>
                    <a:pt x="28" y="18"/>
                    <a:pt x="22" y="21"/>
                  </a:cubicBezTo>
                  <a:cubicBezTo>
                    <a:pt x="21" y="22"/>
                    <a:pt x="18" y="22"/>
                    <a:pt x="16" y="20"/>
                  </a:cubicBezTo>
                  <a:cubicBezTo>
                    <a:pt x="13" y="18"/>
                    <a:pt x="10" y="15"/>
                    <a:pt x="9" y="11"/>
                  </a:cubicBezTo>
                  <a:cubicBezTo>
                    <a:pt x="1" y="13"/>
                    <a:pt x="1" y="13"/>
                    <a:pt x="1" y="13"/>
                  </a:cubicBezTo>
                  <a:cubicBezTo>
                    <a:pt x="1" y="16"/>
                    <a:pt x="3" y="19"/>
                    <a:pt x="6" y="22"/>
                  </a:cubicBezTo>
                  <a:cubicBezTo>
                    <a:pt x="0" y="26"/>
                    <a:pt x="0" y="26"/>
                    <a:pt x="0" y="26"/>
                  </a:cubicBezTo>
                  <a:cubicBezTo>
                    <a:pt x="5" y="29"/>
                    <a:pt x="5" y="29"/>
                    <a:pt x="5" y="29"/>
                  </a:cubicBezTo>
                  <a:cubicBezTo>
                    <a:pt x="12" y="25"/>
                    <a:pt x="12" y="25"/>
                    <a:pt x="12" y="25"/>
                  </a:cubicBezTo>
                  <a:cubicBezTo>
                    <a:pt x="18" y="28"/>
                    <a:pt x="26" y="29"/>
                    <a:pt x="31" y="26"/>
                  </a:cubicBezTo>
                  <a:cubicBezTo>
                    <a:pt x="42" y="19"/>
                    <a:pt x="23" y="12"/>
                    <a:pt x="28" y="9"/>
                  </a:cubicBezTo>
                  <a:cubicBezTo>
                    <a:pt x="30" y="8"/>
                    <a:pt x="32" y="8"/>
                    <a:pt x="34" y="9"/>
                  </a:cubicBezTo>
                  <a:cubicBezTo>
                    <a:pt x="36" y="11"/>
                    <a:pt x="39" y="14"/>
                    <a:pt x="40" y="17"/>
                  </a:cubicBezTo>
                  <a:cubicBezTo>
                    <a:pt x="49" y="15"/>
                    <a:pt x="49" y="15"/>
                    <a:pt x="49" y="15"/>
                  </a:cubicBezTo>
                  <a:cubicBezTo>
                    <a:pt x="48" y="12"/>
                    <a:pt x="46" y="10"/>
                    <a:pt x="43" y="7"/>
                  </a:cubicBezTo>
                  <a:close/>
                </a:path>
              </a:pathLst>
            </a:custGeom>
            <a:solidFill>
              <a:srgbClr val="FFBC12"/>
            </a:solidFill>
            <a:ln>
              <a:noFill/>
            </a:ln>
          </p:spPr>
          <p:txBody>
            <a:bodyPr anchor="ctr"/>
            <a:lstStyle/>
            <a:p>
              <a:endParaRPr lang="zh-CN" altLang="en-US"/>
            </a:p>
          </p:txBody>
        </p:sp>
        <p:sp>
          <p:nvSpPr>
            <p:cNvPr id="1049534" name="îṡḻíḑe"/>
            <p:cNvSpPr/>
            <p:nvPr>
              <p:custDataLst>
                <p:tags r:id="rId224"/>
              </p:custDataLst>
            </p:nvPr>
          </p:nvSpPr>
          <p:spPr bwMode="auto">
            <a:xfrm>
              <a:off x="5751808" y="4836026"/>
              <a:ext cx="841569" cy="372560"/>
            </a:xfrm>
            <a:custGeom>
              <a:avLst/>
              <a:gdLst>
                <a:gd name="T0" fmla="*/ 2147483646 w 133"/>
                <a:gd name="T1" fmla="*/ 2147483646 h 59"/>
                <a:gd name="T2" fmla="*/ 2147483646 w 133"/>
                <a:gd name="T3" fmla="*/ 2147483646 h 59"/>
                <a:gd name="T4" fmla="*/ 2147483646 w 133"/>
                <a:gd name="T5" fmla="*/ 2147483646 h 59"/>
                <a:gd name="T6" fmla="*/ 2147483646 w 133"/>
                <a:gd name="T7" fmla="*/ 2147483646 h 59"/>
                <a:gd name="T8" fmla="*/ 0 w 133"/>
                <a:gd name="T9" fmla="*/ 2147483646 h 59"/>
                <a:gd name="T10" fmla="*/ 0 w 133"/>
                <a:gd name="T11" fmla="*/ 0 h 59"/>
                <a:gd name="T12" fmla="*/ 2147483646 w 133"/>
                <a:gd name="T13" fmla="*/ 2147483646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3" h="59">
                  <a:moveTo>
                    <a:pt x="133" y="1"/>
                  </a:moveTo>
                  <a:cubicBezTo>
                    <a:pt x="133" y="17"/>
                    <a:pt x="133" y="17"/>
                    <a:pt x="133" y="17"/>
                  </a:cubicBezTo>
                  <a:cubicBezTo>
                    <a:pt x="133" y="26"/>
                    <a:pt x="126" y="36"/>
                    <a:pt x="113" y="44"/>
                  </a:cubicBezTo>
                  <a:cubicBezTo>
                    <a:pt x="88" y="59"/>
                    <a:pt x="46" y="59"/>
                    <a:pt x="20" y="44"/>
                  </a:cubicBezTo>
                  <a:cubicBezTo>
                    <a:pt x="7" y="36"/>
                    <a:pt x="0" y="26"/>
                    <a:pt x="0" y="16"/>
                  </a:cubicBezTo>
                  <a:cubicBezTo>
                    <a:pt x="0" y="0"/>
                    <a:pt x="0" y="0"/>
                    <a:pt x="0" y="0"/>
                  </a:cubicBezTo>
                  <a:cubicBezTo>
                    <a:pt x="23" y="0"/>
                    <a:pt x="112" y="1"/>
                    <a:pt x="133" y="1"/>
                  </a:cubicBezTo>
                  <a:close/>
                </a:path>
              </a:pathLst>
            </a:custGeom>
            <a:solidFill>
              <a:srgbClr val="FFE5A3"/>
            </a:solidFill>
            <a:ln w="15875" cap="flat">
              <a:solidFill>
                <a:srgbClr val="FFBC12"/>
              </a:solidFill>
              <a:prstDash val="solid"/>
              <a:round/>
            </a:ln>
          </p:spPr>
          <p:txBody>
            <a:bodyPr anchor="ctr"/>
            <a:lstStyle/>
            <a:p>
              <a:endParaRPr lang="zh-CN" altLang="en-US"/>
            </a:p>
          </p:txBody>
        </p:sp>
        <p:sp>
          <p:nvSpPr>
            <p:cNvPr id="1049535" name="íŝ1íḍê"/>
            <p:cNvSpPr/>
            <p:nvPr>
              <p:custDataLst>
                <p:tags r:id="rId225"/>
              </p:custDataLst>
            </p:nvPr>
          </p:nvSpPr>
          <p:spPr bwMode="auto">
            <a:xfrm>
              <a:off x="5713985" y="4569372"/>
              <a:ext cx="917215" cy="538982"/>
            </a:xfrm>
            <a:custGeom>
              <a:avLst/>
              <a:gdLst>
                <a:gd name="T0" fmla="*/ 2147483646 w 145"/>
                <a:gd name="T1" fmla="*/ 2147483646 h 85"/>
                <a:gd name="T2" fmla="*/ 2147483646 w 145"/>
                <a:gd name="T3" fmla="*/ 2147483646 h 85"/>
                <a:gd name="T4" fmla="*/ 2147483646 w 145"/>
                <a:gd name="T5" fmla="*/ 2147483646 h 85"/>
                <a:gd name="T6" fmla="*/ 2147483646 w 145"/>
                <a:gd name="T7" fmla="*/ 2147483646 h 85"/>
                <a:gd name="T8" fmla="*/ 2147483646 w 145"/>
                <a:gd name="T9" fmla="*/ 2147483646 h 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85">
                  <a:moveTo>
                    <a:pt x="119" y="15"/>
                  </a:moveTo>
                  <a:cubicBezTo>
                    <a:pt x="93" y="0"/>
                    <a:pt x="51" y="0"/>
                    <a:pt x="25" y="15"/>
                  </a:cubicBezTo>
                  <a:cubicBezTo>
                    <a:pt x="0" y="30"/>
                    <a:pt x="0" y="55"/>
                    <a:pt x="26" y="70"/>
                  </a:cubicBezTo>
                  <a:cubicBezTo>
                    <a:pt x="52" y="85"/>
                    <a:pt x="94" y="85"/>
                    <a:pt x="119" y="70"/>
                  </a:cubicBezTo>
                  <a:cubicBezTo>
                    <a:pt x="145" y="55"/>
                    <a:pt x="145" y="30"/>
                    <a:pt x="119" y="15"/>
                  </a:cubicBezTo>
                  <a:close/>
                </a:path>
              </a:pathLst>
            </a:custGeom>
            <a:solidFill>
              <a:srgbClr val="FFFFFF"/>
            </a:solidFill>
            <a:ln w="15875" cap="flat">
              <a:solidFill>
                <a:srgbClr val="FFBC12"/>
              </a:solidFill>
              <a:prstDash val="solid"/>
              <a:round/>
            </a:ln>
          </p:spPr>
          <p:txBody>
            <a:bodyPr anchor="ctr"/>
            <a:lstStyle/>
            <a:p>
              <a:endParaRPr lang="zh-CN" altLang="en-US"/>
            </a:p>
          </p:txBody>
        </p:sp>
        <p:sp>
          <p:nvSpPr>
            <p:cNvPr id="1049536" name="íş1îḓe"/>
            <p:cNvSpPr/>
            <p:nvPr>
              <p:custDataLst>
                <p:tags r:id="rId226"/>
              </p:custDataLst>
            </p:nvPr>
          </p:nvSpPr>
          <p:spPr bwMode="auto">
            <a:xfrm>
              <a:off x="5838802" y="4633672"/>
              <a:ext cx="658125" cy="226940"/>
            </a:xfrm>
            <a:custGeom>
              <a:avLst/>
              <a:gdLst>
                <a:gd name="T0" fmla="*/ 2147483646 w 104"/>
                <a:gd name="T1" fmla="*/ 2147483646 h 36"/>
                <a:gd name="T2" fmla="*/ 2147483646 w 104"/>
                <a:gd name="T3" fmla="*/ 2147483646 h 36"/>
                <a:gd name="T4" fmla="*/ 2147483646 w 104"/>
                <a:gd name="T5" fmla="*/ 2147483646 h 36"/>
                <a:gd name="T6" fmla="*/ 2147483646 w 104"/>
                <a:gd name="T7" fmla="*/ 2147483646 h 36"/>
                <a:gd name="T8" fmla="*/ 2147483646 w 104"/>
                <a:gd name="T9" fmla="*/ 2147483646 h 36"/>
                <a:gd name="T10" fmla="*/ 2147483646 w 104"/>
                <a:gd name="T11" fmla="*/ 2147483646 h 36"/>
                <a:gd name="T12" fmla="*/ 2147483646 w 104"/>
                <a:gd name="T13" fmla="*/ 2147483646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36">
                  <a:moveTo>
                    <a:pt x="88" y="12"/>
                  </a:moveTo>
                  <a:cubicBezTo>
                    <a:pt x="100" y="18"/>
                    <a:pt x="104" y="27"/>
                    <a:pt x="103" y="36"/>
                  </a:cubicBezTo>
                  <a:cubicBezTo>
                    <a:pt x="102" y="29"/>
                    <a:pt x="97" y="23"/>
                    <a:pt x="88" y="18"/>
                  </a:cubicBezTo>
                  <a:cubicBezTo>
                    <a:pt x="68" y="6"/>
                    <a:pt x="36" y="6"/>
                    <a:pt x="16" y="18"/>
                  </a:cubicBezTo>
                  <a:cubicBezTo>
                    <a:pt x="8" y="23"/>
                    <a:pt x="3" y="29"/>
                    <a:pt x="2" y="36"/>
                  </a:cubicBezTo>
                  <a:cubicBezTo>
                    <a:pt x="0" y="27"/>
                    <a:pt x="5" y="18"/>
                    <a:pt x="16" y="12"/>
                  </a:cubicBezTo>
                  <a:cubicBezTo>
                    <a:pt x="36" y="0"/>
                    <a:pt x="68" y="0"/>
                    <a:pt x="88" y="12"/>
                  </a:cubicBezTo>
                  <a:close/>
                </a:path>
              </a:pathLst>
            </a:custGeom>
            <a:solidFill>
              <a:srgbClr val="FFE5A3"/>
            </a:solidFill>
            <a:ln>
              <a:noFill/>
            </a:ln>
          </p:spPr>
          <p:txBody>
            <a:bodyPr anchor="ctr"/>
            <a:lstStyle/>
            <a:p>
              <a:endParaRPr lang="zh-CN" altLang="en-US"/>
            </a:p>
          </p:txBody>
        </p:sp>
        <p:sp>
          <p:nvSpPr>
            <p:cNvPr id="1049537" name="išļïdè"/>
            <p:cNvSpPr/>
            <p:nvPr>
              <p:custDataLst>
                <p:tags r:id="rId227"/>
              </p:custDataLst>
            </p:nvPr>
          </p:nvSpPr>
          <p:spPr bwMode="auto">
            <a:xfrm>
              <a:off x="5852040" y="4671495"/>
              <a:ext cx="639214" cy="372560"/>
            </a:xfrm>
            <a:custGeom>
              <a:avLst/>
              <a:gdLst>
                <a:gd name="T0" fmla="*/ 2147483646 w 101"/>
                <a:gd name="T1" fmla="*/ 2147483646 h 59"/>
                <a:gd name="T2" fmla="*/ 2147483646 w 101"/>
                <a:gd name="T3" fmla="*/ 2147483646 h 59"/>
                <a:gd name="T4" fmla="*/ 2147483646 w 101"/>
                <a:gd name="T5" fmla="*/ 2147483646 h 59"/>
                <a:gd name="T6" fmla="*/ 2147483646 w 101"/>
                <a:gd name="T7" fmla="*/ 2147483646 h 59"/>
                <a:gd name="T8" fmla="*/ 0 w 101"/>
                <a:gd name="T9" fmla="*/ 2147483646 h 59"/>
                <a:gd name="T10" fmla="*/ 2147483646 w 101"/>
                <a:gd name="T11" fmla="*/ 2147483646 h 59"/>
                <a:gd name="T12" fmla="*/ 2147483646 w 101"/>
                <a:gd name="T13" fmla="*/ 2147483646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59">
                  <a:moveTo>
                    <a:pt x="86" y="12"/>
                  </a:moveTo>
                  <a:cubicBezTo>
                    <a:pt x="95" y="17"/>
                    <a:pt x="100" y="23"/>
                    <a:pt x="101" y="30"/>
                  </a:cubicBezTo>
                  <a:cubicBezTo>
                    <a:pt x="100" y="36"/>
                    <a:pt x="95" y="43"/>
                    <a:pt x="86" y="47"/>
                  </a:cubicBezTo>
                  <a:cubicBezTo>
                    <a:pt x="67" y="59"/>
                    <a:pt x="35" y="59"/>
                    <a:pt x="15" y="47"/>
                  </a:cubicBezTo>
                  <a:cubicBezTo>
                    <a:pt x="6" y="42"/>
                    <a:pt x="1" y="36"/>
                    <a:pt x="0" y="30"/>
                  </a:cubicBezTo>
                  <a:cubicBezTo>
                    <a:pt x="1" y="23"/>
                    <a:pt x="6" y="17"/>
                    <a:pt x="14" y="12"/>
                  </a:cubicBezTo>
                  <a:cubicBezTo>
                    <a:pt x="34" y="0"/>
                    <a:pt x="66" y="0"/>
                    <a:pt x="86" y="12"/>
                  </a:cubicBezTo>
                  <a:close/>
                </a:path>
              </a:pathLst>
            </a:custGeom>
            <a:solidFill>
              <a:srgbClr val="FFFFFF"/>
            </a:solidFill>
            <a:ln>
              <a:noFill/>
            </a:ln>
          </p:spPr>
          <p:txBody>
            <a:bodyPr anchor="ctr"/>
            <a:lstStyle/>
            <a:p>
              <a:endParaRPr lang="zh-CN" altLang="en-US"/>
            </a:p>
          </p:txBody>
        </p:sp>
        <p:sp>
          <p:nvSpPr>
            <p:cNvPr id="1049538" name="íşḷiḍè"/>
            <p:cNvSpPr/>
            <p:nvPr>
              <p:custDataLst>
                <p:tags r:id="rId228"/>
              </p:custDataLst>
            </p:nvPr>
          </p:nvSpPr>
          <p:spPr bwMode="auto">
            <a:xfrm>
              <a:off x="5838802" y="4633672"/>
              <a:ext cx="658125" cy="410383"/>
            </a:xfrm>
            <a:custGeom>
              <a:avLst/>
              <a:gdLst>
                <a:gd name="T0" fmla="*/ 2147483646 w 104"/>
                <a:gd name="T1" fmla="*/ 2147483646 h 65"/>
                <a:gd name="T2" fmla="*/ 2147483646 w 104"/>
                <a:gd name="T3" fmla="*/ 2147483646 h 65"/>
                <a:gd name="T4" fmla="*/ 2147483646 w 104"/>
                <a:gd name="T5" fmla="*/ 2147483646 h 65"/>
                <a:gd name="T6" fmla="*/ 2147483646 w 104"/>
                <a:gd name="T7" fmla="*/ 2147483646 h 65"/>
                <a:gd name="T8" fmla="*/ 2147483646 w 104"/>
                <a:gd name="T9" fmla="*/ 2147483646 h 65"/>
                <a:gd name="T10" fmla="*/ 2147483646 w 104"/>
                <a:gd name="T11" fmla="*/ 2147483646 h 65"/>
                <a:gd name="T12" fmla="*/ 2147483646 w 104"/>
                <a:gd name="T13" fmla="*/ 2147483646 h 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65">
                  <a:moveTo>
                    <a:pt x="103" y="36"/>
                  </a:moveTo>
                  <a:cubicBezTo>
                    <a:pt x="104" y="27"/>
                    <a:pt x="100" y="18"/>
                    <a:pt x="88" y="12"/>
                  </a:cubicBezTo>
                  <a:cubicBezTo>
                    <a:pt x="68" y="0"/>
                    <a:pt x="36" y="0"/>
                    <a:pt x="16" y="12"/>
                  </a:cubicBezTo>
                  <a:cubicBezTo>
                    <a:pt x="5" y="18"/>
                    <a:pt x="0" y="27"/>
                    <a:pt x="2" y="36"/>
                  </a:cubicBezTo>
                  <a:cubicBezTo>
                    <a:pt x="3" y="42"/>
                    <a:pt x="8" y="48"/>
                    <a:pt x="17" y="53"/>
                  </a:cubicBezTo>
                  <a:cubicBezTo>
                    <a:pt x="37" y="65"/>
                    <a:pt x="69" y="65"/>
                    <a:pt x="88" y="53"/>
                  </a:cubicBezTo>
                  <a:cubicBezTo>
                    <a:pt x="97" y="49"/>
                    <a:pt x="102" y="42"/>
                    <a:pt x="103" y="36"/>
                  </a:cubicBezTo>
                  <a:close/>
                </a:path>
              </a:pathLst>
            </a:custGeom>
            <a:noFill/>
            <a:ln w="15875" cap="flat">
              <a:solidFill>
                <a:srgbClr val="FFBC12"/>
              </a:solidFill>
              <a:prstDash val="solid"/>
              <a:round/>
            </a:ln>
          </p:spPr>
          <p:txBody>
            <a:bodyPr anchor="ctr"/>
            <a:lstStyle/>
            <a:p>
              <a:endParaRPr lang="zh-CN" altLang="en-US"/>
            </a:p>
          </p:txBody>
        </p:sp>
        <p:sp>
          <p:nvSpPr>
            <p:cNvPr id="1049539" name="ís1iḓe"/>
            <p:cNvSpPr/>
            <p:nvPr>
              <p:custDataLst>
                <p:tags r:id="rId229"/>
              </p:custDataLst>
            </p:nvPr>
          </p:nvSpPr>
          <p:spPr bwMode="auto">
            <a:xfrm>
              <a:off x="5852040" y="4671495"/>
              <a:ext cx="639214" cy="189116"/>
            </a:xfrm>
            <a:custGeom>
              <a:avLst/>
              <a:gdLst>
                <a:gd name="T0" fmla="*/ 2147483646 w 101"/>
                <a:gd name="T1" fmla="*/ 2147483646 h 30"/>
                <a:gd name="T2" fmla="*/ 2147483646 w 101"/>
                <a:gd name="T3" fmla="*/ 2147483646 h 30"/>
                <a:gd name="T4" fmla="*/ 2147483646 w 101"/>
                <a:gd name="T5" fmla="*/ 2147483646 h 30"/>
                <a:gd name="T6" fmla="*/ 2147483646 w 101"/>
                <a:gd name="T7" fmla="*/ 2147483646 h 30"/>
                <a:gd name="T8" fmla="*/ 0 w 101"/>
                <a:gd name="T9" fmla="*/ 2147483646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30">
                  <a:moveTo>
                    <a:pt x="101" y="30"/>
                  </a:moveTo>
                  <a:cubicBezTo>
                    <a:pt x="101" y="30"/>
                    <a:pt x="101" y="30"/>
                    <a:pt x="101" y="30"/>
                  </a:cubicBezTo>
                  <a:cubicBezTo>
                    <a:pt x="100" y="23"/>
                    <a:pt x="95" y="17"/>
                    <a:pt x="86" y="12"/>
                  </a:cubicBezTo>
                  <a:cubicBezTo>
                    <a:pt x="66" y="0"/>
                    <a:pt x="34" y="0"/>
                    <a:pt x="14" y="12"/>
                  </a:cubicBezTo>
                  <a:cubicBezTo>
                    <a:pt x="6" y="17"/>
                    <a:pt x="1" y="23"/>
                    <a:pt x="0" y="30"/>
                  </a:cubicBezTo>
                </a:path>
              </a:pathLst>
            </a:custGeom>
            <a:noFill/>
            <a:ln w="15875" cap="flat">
              <a:solidFill>
                <a:srgbClr val="FFBC12"/>
              </a:solidFill>
              <a:prstDash val="solid"/>
              <a:round/>
            </a:ln>
          </p:spPr>
          <p:txBody>
            <a:bodyPr anchor="ctr"/>
            <a:lstStyle/>
            <a:p>
              <a:endParaRPr lang="zh-CN" altLang="en-US"/>
            </a:p>
          </p:txBody>
        </p:sp>
        <p:sp>
          <p:nvSpPr>
            <p:cNvPr id="1049540" name="îṧ1iḋé"/>
            <p:cNvSpPr/>
            <p:nvPr>
              <p:custDataLst>
                <p:tags r:id="rId230"/>
              </p:custDataLst>
            </p:nvPr>
          </p:nvSpPr>
          <p:spPr bwMode="auto">
            <a:xfrm>
              <a:off x="6016571" y="4760379"/>
              <a:ext cx="310151" cy="175879"/>
            </a:xfrm>
            <a:custGeom>
              <a:avLst/>
              <a:gdLst>
                <a:gd name="T0" fmla="*/ 2147483646 w 49"/>
                <a:gd name="T1" fmla="*/ 2147483646 h 28"/>
                <a:gd name="T2" fmla="*/ 2147483646 w 49"/>
                <a:gd name="T3" fmla="*/ 2147483646 h 28"/>
                <a:gd name="T4" fmla="*/ 2147483646 w 49"/>
                <a:gd name="T5" fmla="*/ 0 h 28"/>
                <a:gd name="T6" fmla="*/ 2147483646 w 49"/>
                <a:gd name="T7" fmla="*/ 2147483646 h 28"/>
                <a:gd name="T8" fmla="*/ 2147483646 w 49"/>
                <a:gd name="T9" fmla="*/ 2147483646 h 28"/>
                <a:gd name="T10" fmla="*/ 2147483646 w 49"/>
                <a:gd name="T11" fmla="*/ 2147483646 h 28"/>
                <a:gd name="T12" fmla="*/ 2147483646 w 49"/>
                <a:gd name="T13" fmla="*/ 2147483646 h 28"/>
                <a:gd name="T14" fmla="*/ 2147483646 w 49"/>
                <a:gd name="T15" fmla="*/ 2147483646 h 28"/>
                <a:gd name="T16" fmla="*/ 2147483646 w 49"/>
                <a:gd name="T17" fmla="*/ 2147483646 h 28"/>
                <a:gd name="T18" fmla="*/ 2147483646 w 49"/>
                <a:gd name="T19" fmla="*/ 2147483646 h 28"/>
                <a:gd name="T20" fmla="*/ 0 w 49"/>
                <a:gd name="T21" fmla="*/ 2147483646 h 28"/>
                <a:gd name="T22" fmla="*/ 2147483646 w 49"/>
                <a:gd name="T23" fmla="*/ 2147483646 h 28"/>
                <a:gd name="T24" fmla="*/ 2147483646 w 49"/>
                <a:gd name="T25" fmla="*/ 2147483646 h 28"/>
                <a:gd name="T26" fmla="*/ 2147483646 w 49"/>
                <a:gd name="T27" fmla="*/ 2147483646 h 28"/>
                <a:gd name="T28" fmla="*/ 2147483646 w 49"/>
                <a:gd name="T29" fmla="*/ 2147483646 h 28"/>
                <a:gd name="T30" fmla="*/ 2147483646 w 49"/>
                <a:gd name="T31" fmla="*/ 2147483646 h 28"/>
                <a:gd name="T32" fmla="*/ 2147483646 w 49"/>
                <a:gd name="T33" fmla="*/ 2147483646 h 28"/>
                <a:gd name="T34" fmla="*/ 2147483646 w 49"/>
                <a:gd name="T35" fmla="*/ 2147483646 h 28"/>
                <a:gd name="T36" fmla="*/ 2147483646 w 49"/>
                <a:gd name="T37" fmla="*/ 2147483646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9" h="28">
                  <a:moveTo>
                    <a:pt x="43" y="7"/>
                  </a:moveTo>
                  <a:cubicBezTo>
                    <a:pt x="49" y="3"/>
                    <a:pt x="49" y="3"/>
                    <a:pt x="49" y="3"/>
                  </a:cubicBezTo>
                  <a:cubicBezTo>
                    <a:pt x="43" y="0"/>
                    <a:pt x="43" y="0"/>
                    <a:pt x="43" y="0"/>
                  </a:cubicBezTo>
                  <a:cubicBezTo>
                    <a:pt x="37" y="4"/>
                    <a:pt x="37" y="4"/>
                    <a:pt x="37" y="4"/>
                  </a:cubicBezTo>
                  <a:cubicBezTo>
                    <a:pt x="30" y="1"/>
                    <a:pt x="24" y="1"/>
                    <a:pt x="19" y="4"/>
                  </a:cubicBezTo>
                  <a:cubicBezTo>
                    <a:pt x="9" y="10"/>
                    <a:pt x="28" y="18"/>
                    <a:pt x="22" y="21"/>
                  </a:cubicBezTo>
                  <a:cubicBezTo>
                    <a:pt x="21" y="22"/>
                    <a:pt x="18" y="21"/>
                    <a:pt x="16" y="20"/>
                  </a:cubicBezTo>
                  <a:cubicBezTo>
                    <a:pt x="13" y="18"/>
                    <a:pt x="10" y="14"/>
                    <a:pt x="9" y="11"/>
                  </a:cubicBezTo>
                  <a:cubicBezTo>
                    <a:pt x="1" y="13"/>
                    <a:pt x="1" y="13"/>
                    <a:pt x="1" y="13"/>
                  </a:cubicBezTo>
                  <a:cubicBezTo>
                    <a:pt x="1" y="16"/>
                    <a:pt x="3" y="19"/>
                    <a:pt x="6" y="21"/>
                  </a:cubicBezTo>
                  <a:cubicBezTo>
                    <a:pt x="0" y="25"/>
                    <a:pt x="0" y="25"/>
                    <a:pt x="0" y="25"/>
                  </a:cubicBezTo>
                  <a:cubicBezTo>
                    <a:pt x="5" y="28"/>
                    <a:pt x="5" y="28"/>
                    <a:pt x="5" y="28"/>
                  </a:cubicBezTo>
                  <a:cubicBezTo>
                    <a:pt x="12" y="25"/>
                    <a:pt x="12" y="25"/>
                    <a:pt x="12" y="25"/>
                  </a:cubicBezTo>
                  <a:cubicBezTo>
                    <a:pt x="18" y="28"/>
                    <a:pt x="26" y="28"/>
                    <a:pt x="31" y="25"/>
                  </a:cubicBezTo>
                  <a:cubicBezTo>
                    <a:pt x="42" y="19"/>
                    <a:pt x="23" y="11"/>
                    <a:pt x="28" y="8"/>
                  </a:cubicBezTo>
                  <a:cubicBezTo>
                    <a:pt x="30" y="7"/>
                    <a:pt x="32" y="8"/>
                    <a:pt x="34" y="9"/>
                  </a:cubicBezTo>
                  <a:cubicBezTo>
                    <a:pt x="36" y="10"/>
                    <a:pt x="39" y="13"/>
                    <a:pt x="40" y="16"/>
                  </a:cubicBezTo>
                  <a:cubicBezTo>
                    <a:pt x="49" y="14"/>
                    <a:pt x="49" y="14"/>
                    <a:pt x="49" y="14"/>
                  </a:cubicBezTo>
                  <a:cubicBezTo>
                    <a:pt x="48" y="12"/>
                    <a:pt x="46" y="9"/>
                    <a:pt x="43" y="7"/>
                  </a:cubicBezTo>
                  <a:close/>
                </a:path>
              </a:pathLst>
            </a:custGeom>
            <a:solidFill>
              <a:srgbClr val="FFBC12"/>
            </a:solidFill>
            <a:ln>
              <a:noFill/>
            </a:ln>
          </p:spPr>
          <p:txBody>
            <a:bodyPr anchor="ctr"/>
            <a:lstStyle/>
            <a:p>
              <a:endParaRPr lang="zh-CN" altLang="en-US"/>
            </a:p>
          </p:txBody>
        </p:sp>
      </p:gr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43"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049545" name="文本框 3"/>
          <p:cNvSpPr txBox="1"/>
          <p:nvPr>
            <p:custDataLst>
              <p:tags r:id="rId3"/>
            </p:custDataLst>
          </p:nvPr>
        </p:nvSpPr>
        <p:spPr>
          <a:xfrm>
            <a:off x="525145" y="887095"/>
            <a:ext cx="1355725" cy="459740"/>
          </a:xfrm>
          <a:prstGeom prst="rect">
            <a:avLst/>
          </a:prstGeom>
          <a:noFill/>
        </p:spPr>
        <p:txBody>
          <a:bodyPr wrap="square" rtlCol="0">
            <a:spAutoFit/>
          </a:bodyPr>
          <a:lstStyle/>
          <a:p>
            <a:pPr algn="ctr"/>
            <a:r>
              <a:rPr lang="zh-CN" altLang="en-US" sz="2200" b="1">
                <a:solidFill>
                  <a:prstClr val="white"/>
                </a:solidFill>
                <a:latin typeface="微软雅黑" panose="020B0503020204020204" charset="-122"/>
                <a:ea typeface="微软雅黑" panose="020B0503020204020204" charset="-122"/>
                <a:cs typeface="Calibri" panose="020F0502020204030204" charset="0"/>
                <a:sym typeface="+mn-ea"/>
              </a:rPr>
              <a:t>改善阶段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9554" name="任意多边形 9"/>
          <p:cNvSpPr/>
          <p:nvPr>
            <p:custDataLst>
              <p:tags r:id="rId4"/>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9555" name="文本框 1"/>
          <p:cNvSpPr txBox="1"/>
          <p:nvPr>
            <p:custDataLst>
              <p:tags r:id="rId5"/>
            </p:custDataLst>
          </p:nvPr>
        </p:nvSpPr>
        <p:spPr>
          <a:xfrm>
            <a:off x="525145" y="887095"/>
            <a:ext cx="1355725" cy="459740"/>
          </a:xfrm>
          <a:prstGeom prst="rect">
            <a:avLst/>
          </a:prstGeom>
          <a:noFill/>
        </p:spPr>
        <p:txBody>
          <a:bodyPr wrap="square" rtlCol="0">
            <a:spAutoFit/>
          </a:bodyPr>
          <a:lstStyle/>
          <a:p>
            <a:pPr algn="ctr"/>
            <a:r>
              <a:rPr lang="zh-CN" altLang="en-US" sz="2200" b="1">
                <a:solidFill>
                  <a:prstClr val="white"/>
                </a:solidFill>
                <a:latin typeface="微软雅黑" panose="020B0503020204020204" charset="-122"/>
                <a:ea typeface="微软雅黑" panose="020B0503020204020204" charset="-122"/>
                <a:cs typeface="Calibri" panose="020F0502020204030204" charset="0"/>
                <a:sym typeface="+mn-ea"/>
              </a:rPr>
              <a:t>维持管理</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9556" name="燕尾形箭头 6"/>
          <p:cNvSpPr/>
          <p:nvPr>
            <p:custDataLst>
              <p:tags r:id="rId6"/>
            </p:custDataLst>
          </p:nvPr>
        </p:nvSpPr>
        <p:spPr bwMode="auto">
          <a:xfrm>
            <a:off x="2053590" y="840740"/>
            <a:ext cx="2134235" cy="570356"/>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9557" name="文本框 7"/>
          <p:cNvSpPr txBox="1"/>
          <p:nvPr>
            <p:custDataLst>
              <p:tags r:id="rId7"/>
            </p:custDataLst>
          </p:nvPr>
        </p:nvSpPr>
        <p:spPr>
          <a:xfrm>
            <a:off x="2028825" y="901700"/>
            <a:ext cx="2205355" cy="41275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标准固化</a:t>
            </a:r>
          </a:p>
        </p:txBody>
      </p:sp>
      <p:sp>
        <p:nvSpPr>
          <p:cNvPr id="1049559" name="矩形 2"/>
          <p:cNvSpPr/>
          <p:nvPr>
            <p:custDataLst>
              <p:tags r:id="rId8"/>
            </p:custDataLst>
          </p:nvPr>
        </p:nvSpPr>
        <p:spPr bwMode="auto">
          <a:xfrm>
            <a:off x="2110740" y="6189345"/>
            <a:ext cx="2123440" cy="414009"/>
          </a:xfrm>
          <a:prstGeom prst="rect">
            <a:avLst/>
          </a:prstGeom>
          <a:solidFill>
            <a:schemeClr val="accent1"/>
          </a:solidFill>
          <a:ln w="28575">
            <a:noFill/>
          </a:ln>
          <a:scene3d>
            <a:camera prst="orthographicFront"/>
            <a:lightRig rig="threePt" dir="t"/>
          </a:scene3d>
          <a:sp3d/>
        </p:spPr>
        <p:txBody>
          <a:bodyPr wrap="square" lIns="71114" tIns="35555" rIns="71114" bIns="35555">
            <a:spAutoFit/>
          </a:bodyPr>
          <a:lstStyle/>
          <a:p>
            <a:pPr algn="ctr" defTabSz="0">
              <a:tabLst>
                <a:tab pos="7011670" algn="r"/>
              </a:tabLst>
            </a:pPr>
            <a:r>
              <a:rPr lang="zh-CN" altLang="en-US" sz="2000" b="1" noProof="1">
                <a:solidFill>
                  <a:prstClr val="white"/>
                </a:solidFill>
                <a:latin typeface="微软雅黑" panose="020B0503020204020204" charset="-122"/>
                <a:ea typeface="微软雅黑" panose="020B0503020204020204" charset="-122"/>
              </a:rPr>
              <a:t>标准固化</a:t>
            </a:r>
          </a:p>
        </p:txBody>
      </p:sp>
      <p:sp>
        <p:nvSpPr>
          <p:cNvPr id="5" name="文本框 4"/>
          <p:cNvSpPr txBox="1"/>
          <p:nvPr/>
        </p:nvSpPr>
        <p:spPr>
          <a:xfrm>
            <a:off x="7109460" y="2150745"/>
            <a:ext cx="166370" cy="212725"/>
          </a:xfrm>
          <a:prstGeom prst="rect">
            <a:avLst/>
          </a:prstGeom>
          <a:solidFill>
            <a:schemeClr val="bg1"/>
          </a:solidFill>
        </p:spPr>
        <p:txBody>
          <a:bodyPr wrap="square" rtlCol="0" anchor="t">
            <a:noAutofit/>
          </a:bodyPr>
          <a:lstStyle/>
          <a:p>
            <a:r>
              <a:rPr lang="zh-CN" altLang="en-US" sz="1000">
                <a:latin typeface="微软雅黑" panose="020B0503020204020204" charset="-122"/>
                <a:ea typeface="微软雅黑" panose="020B0503020204020204" charset="-122"/>
                <a:sym typeface="+mn-ea"/>
              </a:rPr>
              <a:t>∮</a:t>
            </a:r>
          </a:p>
        </p:txBody>
      </p:sp>
      <p:pic>
        <p:nvPicPr>
          <p:cNvPr id="2" name="图片 1"/>
          <p:cNvPicPr>
            <a:picLocks noChangeAspect="1"/>
          </p:cNvPicPr>
          <p:nvPr/>
        </p:nvPicPr>
        <p:blipFill>
          <a:blip r:embed="rId12"/>
          <a:srcRect r="192"/>
          <a:stretch>
            <a:fillRect/>
          </a:stretch>
        </p:blipFill>
        <p:spPr>
          <a:xfrm>
            <a:off x="633730" y="1557655"/>
            <a:ext cx="5147310" cy="1990090"/>
          </a:xfrm>
          <a:prstGeom prst="rect">
            <a:avLst/>
          </a:prstGeom>
        </p:spPr>
      </p:pic>
      <p:sp>
        <p:nvSpPr>
          <p:cNvPr id="1049560" name="矩形 4"/>
          <p:cNvSpPr/>
          <p:nvPr>
            <p:custDataLst>
              <p:tags r:id="rId9"/>
            </p:custDataLst>
          </p:nvPr>
        </p:nvSpPr>
        <p:spPr bwMode="auto">
          <a:xfrm>
            <a:off x="7291070" y="6229350"/>
            <a:ext cx="4288155" cy="374015"/>
          </a:xfrm>
          <a:prstGeom prst="rect">
            <a:avLst/>
          </a:prstGeom>
          <a:solidFill>
            <a:schemeClr val="accent1"/>
          </a:solidFill>
          <a:ln w="28575">
            <a:noFill/>
          </a:ln>
          <a:scene3d>
            <a:camera prst="orthographicFront"/>
            <a:lightRig rig="threePt" dir="t"/>
          </a:scene3d>
          <a:sp3d/>
        </p:spPr>
        <p:txBody>
          <a:bodyPr wrap="square" lIns="71114" tIns="35555" rIns="71114" bIns="35555">
            <a:noAutofit/>
          </a:bodyPr>
          <a:lstStyle/>
          <a:p>
            <a:pPr algn="ctr" defTabSz="0">
              <a:tabLst>
                <a:tab pos="7011670" algn="r"/>
              </a:tabLst>
            </a:pPr>
            <a:r>
              <a:rPr lang="zh-CN" altLang="en-US" sz="2000" b="1" noProof="1">
                <a:solidFill>
                  <a:prstClr val="white"/>
                </a:solidFill>
                <a:latin typeface="微软雅黑" panose="020B0503020204020204" charset="-122"/>
                <a:ea typeface="微软雅黑" panose="020B0503020204020204" charset="-122"/>
              </a:rPr>
              <a:t>职工技能培训提升</a:t>
            </a:r>
          </a:p>
        </p:txBody>
      </p:sp>
      <p:pic>
        <p:nvPicPr>
          <p:cNvPr id="3" name="图片 2"/>
          <p:cNvPicPr>
            <a:picLocks noChangeAspect="1"/>
          </p:cNvPicPr>
          <p:nvPr/>
        </p:nvPicPr>
        <p:blipFill>
          <a:blip r:embed="rId13"/>
          <a:srcRect t="40542"/>
          <a:stretch>
            <a:fillRect/>
          </a:stretch>
        </p:blipFill>
        <p:spPr>
          <a:xfrm>
            <a:off x="7165975" y="3980815"/>
            <a:ext cx="4524375" cy="2079625"/>
          </a:xfrm>
          <a:prstGeom prst="rect">
            <a:avLst/>
          </a:prstGeom>
          <a:ln w="28575" cmpd="sng">
            <a:solidFill>
              <a:schemeClr val="accent1">
                <a:shade val="50000"/>
              </a:schemeClr>
            </a:solidFill>
            <a:prstDash val="solid"/>
          </a:ln>
        </p:spPr>
      </p:pic>
      <p:pic>
        <p:nvPicPr>
          <p:cNvPr id="6" name="图片 5" descr="截屏 2025-06-16 14.56.08"/>
          <p:cNvPicPr>
            <a:picLocks noChangeAspect="1"/>
          </p:cNvPicPr>
          <p:nvPr/>
        </p:nvPicPr>
        <p:blipFill>
          <a:blip r:embed="rId14"/>
          <a:srcRect b="45123"/>
          <a:stretch>
            <a:fillRect/>
          </a:stretch>
        </p:blipFill>
        <p:spPr>
          <a:xfrm>
            <a:off x="417195" y="3547745"/>
            <a:ext cx="1885315" cy="2494915"/>
          </a:xfrm>
          <a:prstGeom prst="rect">
            <a:avLst/>
          </a:prstGeom>
        </p:spPr>
      </p:pic>
      <p:pic>
        <p:nvPicPr>
          <p:cNvPr id="7" name="图片 6" descr="截屏 2025-06-16 14.59.25"/>
          <p:cNvPicPr>
            <a:picLocks noChangeAspect="1"/>
          </p:cNvPicPr>
          <p:nvPr/>
        </p:nvPicPr>
        <p:blipFill>
          <a:blip r:embed="rId15"/>
          <a:stretch>
            <a:fillRect/>
          </a:stretch>
        </p:blipFill>
        <p:spPr>
          <a:xfrm>
            <a:off x="2403475" y="3561715"/>
            <a:ext cx="1994535" cy="2530475"/>
          </a:xfrm>
          <a:prstGeom prst="rect">
            <a:avLst/>
          </a:prstGeom>
        </p:spPr>
      </p:pic>
      <p:pic>
        <p:nvPicPr>
          <p:cNvPr id="8" name="图片 7" descr="截屏 2025-06-16 15.00.42"/>
          <p:cNvPicPr>
            <a:picLocks noChangeAspect="1"/>
          </p:cNvPicPr>
          <p:nvPr/>
        </p:nvPicPr>
        <p:blipFill>
          <a:blip r:embed="rId16"/>
          <a:stretch>
            <a:fillRect/>
          </a:stretch>
        </p:blipFill>
        <p:spPr>
          <a:xfrm>
            <a:off x="4291330" y="3561715"/>
            <a:ext cx="1734820" cy="2530475"/>
          </a:xfrm>
          <a:prstGeom prst="rect">
            <a:avLst/>
          </a:prstGeom>
        </p:spPr>
      </p:pic>
      <p:pic>
        <p:nvPicPr>
          <p:cNvPr id="10" name="图片 9" descr="9443437ee074e82523ffda1bceda2ddb"/>
          <p:cNvPicPr>
            <a:picLocks noChangeAspect="1"/>
          </p:cNvPicPr>
          <p:nvPr/>
        </p:nvPicPr>
        <p:blipFill>
          <a:blip r:embed="rId17"/>
          <a:stretch>
            <a:fillRect/>
          </a:stretch>
        </p:blipFill>
        <p:spPr>
          <a:xfrm>
            <a:off x="7059930" y="1552575"/>
            <a:ext cx="4729480" cy="2309495"/>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cd7b66e-3eee-48c7-ac87-44714a3aaa0b"/>
  <p:tag name="COMMONDATA" val="eyJoZGlkIjoiMTFlYjUyMmI1MTE0ZmY0N2ZhMDg5YjgxYzY2M2I4MjE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9968503937}"/>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401.5748031496064,&quot;width&quot;:5102.36220472441}"/>
</p:tagLst>
</file>

<file path=ppt/tags/tag51.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1"/>
  <p:tag name="KSO_WM_UNIT_ID" val="diagram20228057_3*n_h_h_i*1_1_1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263.5,&quot;top&quot;:170.45,&quot;width&quot;:566.6}"/>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28057_3*n_h_i*1_1_1"/>
  <p:tag name="KSO_WM_TEMPLATE_CATEGORY" val="diagram"/>
  <p:tag name="KSO_WM_TEMPLATE_INDEX" val="20228057"/>
  <p:tag name="KSO_WM_UNIT_LAYERLEVEL" val="1_1_1"/>
  <p:tag name="KSO_WM_TAG_VERSION" val="1.0"/>
  <p:tag name="KSO_WM_UNIT_LINE_FORE_SCHEMECOLOR_INDEX" val="5"/>
  <p:tag name="KSO_WM_UNIT_LINE_FILL_TYPE" val="2"/>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28057_3*n_h_i*1_1_2"/>
  <p:tag name="KSO_WM_TEMPLATE_CATEGORY" val="diagram"/>
  <p:tag name="KSO_WM_TEMPLATE_INDEX" val="20228057"/>
  <p:tag name="KSO_WM_UNIT_LAYERLEVEL" val="1_1_1"/>
  <p:tag name="KSO_WM_TAG_VERSION" val="1.0"/>
  <p:tag name="KSO_WM_UNIT_FILL_FORE_SCHEMECOLOR_INDEX" val="5"/>
  <p:tag name="KSO_WM_UNIT_FILL_TYPE" val="1"/>
  <p:tag name="KSO_WM_UNIT_TEXT_FILL_FORE_SCHEMECOLOR_INDEX" val="2"/>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5"/>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28057_3*n_h_a*1_1_1"/>
  <p:tag name="KSO_WM_TEMPLATE_CATEGORY" val="diagram"/>
  <p:tag name="KSO_WM_TEMPLATE_INDEX" val="20228057"/>
  <p:tag name="KSO_WM_UNIT_LAYERLEVEL" val="1_1_1"/>
  <p:tag name="KSO_WM_TAG_VERSION" val="1.0"/>
  <p:tag name="KSO_WM_UNIT_TEXT_FILL_FORE_SCHEMECOLOR_INDEX" val="14"/>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28057_3*n_h_i*1_1_3"/>
  <p:tag name="KSO_WM_TEMPLATE_CATEGORY" val="diagram"/>
  <p:tag name="KSO_WM_TEMPLATE_INDEX" val="20228057"/>
  <p:tag name="KSO_WM_UNIT_LAYERLEVEL" val="1_1_1"/>
  <p:tag name="KSO_WM_TAG_VERSION" val="1.0"/>
  <p:tag name="KSO_WM_UNIT_LINE_FORE_SCHEMECOLOR_INDEX" val="5"/>
  <p:tag name="KSO_WM_UNIT_LINE_FILL_TYPE" val="2"/>
  <p:tag name="KSO_WM_UNIT_TEXT_FILL_FORE_SCHEMECOLOR_INDEX" val="2"/>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1"/>
  <p:tag name="KSO_WM_UNIT_ID" val="diagram20228057_3*n_h_h_i*1_1_3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263.5,&quot;top&quot;:170.45,&quot;width&quot;:566.6}"/>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2"/>
  <p:tag name="KSO_WM_UNIT_ID" val="diagram20228057_3*n_h_h_i*1_1_3_2"/>
  <p:tag name="KSO_WM_TEMPLATE_CATEGORY" val="diagram"/>
  <p:tag name="KSO_WM_TEMPLATE_INDEX" val="20228057"/>
  <p:tag name="KSO_WM_UNIT_LAYERLEVEL" val="1_1_1_1"/>
  <p:tag name="KSO_WM_TAG_VERSION" val="1.0"/>
  <p:tag name="KSO_WM_UNIT_FILL_FORE_SCHEMECOLOR_INDEX" val="7"/>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3"/>
  <p:tag name="KSO_WM_UNIT_ID" val="diagram20228057_3*n_h_h_i*1_1_3_3"/>
  <p:tag name="KSO_WM_TEMPLATE_CATEGORY" val="diagram"/>
  <p:tag name="KSO_WM_TEMPLATE_INDEX" val="20228057"/>
  <p:tag name="KSO_WM_UNIT_LAYERLEVEL" val="1_1_1_1"/>
  <p:tag name="KSO_WM_TAG_VERSION" val="1.0"/>
  <p:tag name="KSO_WM_UNIT_FILL_FORE_SCHEMECOLOR_INDEX" val="7"/>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1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3_1"/>
  <p:tag name="KSO_WM_UNIT_ID" val="diagram20228057_3*n_h_h_a*1_1_3_1"/>
  <p:tag name="KSO_WM_TEMPLATE_CATEGORY" val="diagram"/>
  <p:tag name="KSO_WM_TEMPLATE_INDEX" val="20228057"/>
  <p:tag name="KSO_WM_UNIT_LAYERLEVEL" val="1_1_1_1"/>
  <p:tag name="KSO_WM_TAG_VERSION" val="1.0"/>
  <p:tag name="KSO_WM_UNIT_TEXT_FILL_FORE_SCHEMECOLOR_INDEX" val="7"/>
  <p:tag name="KSO_WM_UNIT_TEXT_FILL_TYPE" val="1"/>
  <p:tag name="KSO_WM_DIAGRAM_VIRTUALLY_FRAME" val="{&quot;height&quot;:288.7,&quot;left&quot;:263.5,&quot;top&quot;:170.45,&quot;width&quot;:566.6}"/>
</p:tagLst>
</file>

<file path=ppt/tags/tag115.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3_1"/>
  <p:tag name="KSO_WM_UNIT_ID" val="diagram20228057_3*n_h_h_x*1_1_3_1"/>
  <p:tag name="KSO_WM_TEMPLATE_CATEGORY" val="diagram"/>
  <p:tag name="KSO_WM_TEMPLATE_INDEX" val="20228057"/>
  <p:tag name="KSO_WM_UNIT_LAYERLEVEL" val="1_1_1_1"/>
  <p:tag name="KSO_WM_TAG_VERSION" val="1.0"/>
  <p:tag name="KSO_WM_DIAGRAM_VIRTUALLY_FRAME" val="{&quot;height&quot;:288.7,&quot;left&quot;:263.5,&quot;top&quot;:170.45,&quot;width&quot;:566.6}"/>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1"/>
  <p:tag name="KSO_WM_UNIT_ID" val="diagram20228057_3*n_h_h_i*1_1_2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263.5,&quot;top&quot;:170.45,&quot;width&quot;:566.6}"/>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2"/>
  <p:tag name="KSO_WM_UNIT_ID" val="diagram20228057_3*n_h_h_i*1_1_2_2"/>
  <p:tag name="KSO_WM_TEMPLATE_CATEGORY" val="diagram"/>
  <p:tag name="KSO_WM_TEMPLATE_INDEX" val="20228057"/>
  <p:tag name="KSO_WM_UNIT_LAYERLEVEL" val="1_1_1_1"/>
  <p:tag name="KSO_WM_TAG_VERSION" val="1.0"/>
  <p:tag name="KSO_WM_UNIT_FILL_FORE_SCHEMECOLOR_INDEX" val="6"/>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3"/>
  <p:tag name="KSO_WM_UNIT_ID" val="diagram20228057_3*n_h_h_i*1_1_2_3"/>
  <p:tag name="KSO_WM_TEMPLATE_CATEGORY" val="diagram"/>
  <p:tag name="KSO_WM_TEMPLATE_INDEX" val="20228057"/>
  <p:tag name="KSO_WM_UNIT_LAYERLEVEL" val="1_1_1_1"/>
  <p:tag name="KSO_WM_TAG_VERSION" val="1.0"/>
  <p:tag name="KSO_WM_UNIT_FILL_FORE_SCHEMECOLOR_INDEX" val="6"/>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ID" val="diagram20228057_3*n_h_h_a*1_1_2_1"/>
  <p:tag name="KSO_WM_TEMPLATE_CATEGORY" val="diagram"/>
  <p:tag name="KSO_WM_TEMPLATE_INDEX" val="20228057"/>
  <p:tag name="KSO_WM_UNIT_LAYERLEVEL" val="1_1_1_1"/>
  <p:tag name="KSO_WM_TAG_VERSION" val="1.0"/>
  <p:tag name="KSO_WM_UNIT_TEXT_FILL_FORE_SCHEMECOLOR_INDEX" val="6"/>
  <p:tag name="KSO_WM_UNIT_TEXT_FILL_TYPE" val="1"/>
  <p:tag name="KSO_WM_DIAGRAM_VIRTUALLY_FRAME" val="{&quot;height&quot;:288.7,&quot;left&quot;:263.5,&quot;top&quot;:170.45,&quot;width&quot;:566.6}"/>
</p:tagLst>
</file>

<file path=ppt/tags/tag120.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2_1"/>
  <p:tag name="KSO_WM_UNIT_ID" val="diagram20228057_3*n_h_h_x*1_1_2_1"/>
  <p:tag name="KSO_WM_TEMPLATE_CATEGORY" val="diagram"/>
  <p:tag name="KSO_WM_TEMPLATE_INDEX" val="20228057"/>
  <p:tag name="KSO_WM_UNIT_LAYERLEVEL" val="1_1_1_1"/>
  <p:tag name="KSO_WM_TAG_VERSION" val="1.0"/>
  <p:tag name="KSO_WM_DIAGRAM_VIRTUALLY_FRAME" val="{&quot;height&quot;:288.7,&quot;left&quot;:263.5,&quot;top&quot;:170.45,&quot;width&quot;:566.6}"/>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2"/>
  <p:tag name="KSO_WM_UNIT_ID" val="diagram20228057_3*n_h_h_i*1_1_1_2"/>
  <p:tag name="KSO_WM_TEMPLATE_CATEGORY" val="diagram"/>
  <p:tag name="KSO_WM_TEMPLATE_INDEX" val="20228057"/>
  <p:tag name="KSO_WM_UNIT_LAYERLEVEL" val="1_1_1_1"/>
  <p:tag name="KSO_WM_TAG_VERSION" val="1.0"/>
  <p:tag name="KSO_WM_UNIT_FILL_FORE_SCHEMECOLOR_INDEX" val="5"/>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3"/>
  <p:tag name="KSO_WM_UNIT_ID" val="diagram20228057_3*n_h_h_i*1_1_1_3"/>
  <p:tag name="KSO_WM_TEMPLATE_CATEGORY" val="diagram"/>
  <p:tag name="KSO_WM_TEMPLATE_INDEX" val="20228057"/>
  <p:tag name="KSO_WM_UNIT_LAYERLEVEL" val="1_1_1_1"/>
  <p:tag name="KSO_WM_TAG_VERSION" val="1.0"/>
  <p:tag name="KSO_WM_UNIT_FILL_FORE_SCHEMECOLOR_INDEX" val="5"/>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2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ID" val="diagram20228057_3*n_h_h_a*1_1_1_1"/>
  <p:tag name="KSO_WM_TEMPLATE_CATEGORY" val="diagram"/>
  <p:tag name="KSO_WM_TEMPLATE_INDEX" val="20228057"/>
  <p:tag name="KSO_WM_UNIT_LAYERLEVEL" val="1_1_1_1"/>
  <p:tag name="KSO_WM_TAG_VERSION" val="1.0"/>
  <p:tag name="KSO_WM_UNIT_TEXT_FILL_FORE_SCHEMECOLOR_INDEX" val="5"/>
  <p:tag name="KSO_WM_UNIT_TEXT_FILL_TYPE" val="1"/>
  <p:tag name="KSO_WM_DIAGRAM_VIRTUALLY_FRAME" val="{&quot;height&quot;:288.7,&quot;left&quot;:263.5,&quot;top&quot;:170.45,&quot;width&quot;:566.6}"/>
</p:tagLst>
</file>

<file path=ppt/tags/tag124.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1_1"/>
  <p:tag name="KSO_WM_UNIT_ID" val="diagram20228057_3*n_h_h_x*1_1_1_1"/>
  <p:tag name="KSO_WM_TEMPLATE_CATEGORY" val="diagram"/>
  <p:tag name="KSO_WM_TEMPLATE_INDEX" val="20228057"/>
  <p:tag name="KSO_WM_UNIT_LAYERLEVEL" val="1_1_1_1"/>
  <p:tag name="KSO_WM_TAG_VERSION" val="1.0"/>
  <p:tag name="KSO_WM_DIAGRAM_VIRTUALLY_FRAME" val="{&quot;height&quot;:288.7,&quot;left&quot;:263.5,&quot;top&quot;:170.45,&quot;width&quot;:566.6}"/>
</p:tagLst>
</file>

<file path=ppt/tags/tag125.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1"/>
  <p:tag name="KSO_WM_UNIT_ID" val="diagram20228057_3*n_h_h_i*1_1_1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98.3,&quot;top&quot;:170.45,&quot;width&quot;:731.8}"/>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28057_3*n_h_i*1_1_1"/>
  <p:tag name="KSO_WM_TEMPLATE_CATEGORY" val="diagram"/>
  <p:tag name="KSO_WM_TEMPLATE_INDEX" val="20228057"/>
  <p:tag name="KSO_WM_UNIT_LAYERLEVEL" val="1_1_1"/>
  <p:tag name="KSO_WM_TAG_VERSION" val="1.0"/>
  <p:tag name="KSO_WM_UNIT_LINE_FORE_SCHEMECOLOR_INDEX" val="5"/>
  <p:tag name="KSO_WM_UNIT_LINE_FILL_TYPE" val="2"/>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5"/>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28057_3*n_h_a*1_1_1"/>
  <p:tag name="KSO_WM_TEMPLATE_CATEGORY" val="diagram"/>
  <p:tag name="KSO_WM_TEMPLATE_INDEX" val="20228057"/>
  <p:tag name="KSO_WM_UNIT_LAYERLEVEL" val="1_1_1"/>
  <p:tag name="KSO_WM_TAG_VERSION" val="1.0"/>
  <p:tag name="KSO_WM_UNIT_TEXT_FILL_FORE_SCHEMECOLOR_INDEX" val="14"/>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1"/>
  <p:tag name="KSO_WM_UNIT_ID" val="diagram20228057_3*n_h_h_i*1_1_3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98.3,&quot;top&quot;:170.45,&quot;width&quot;:731.8}"/>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2"/>
  <p:tag name="KSO_WM_UNIT_ID" val="diagram20228057_3*n_h_h_i*1_1_3_2"/>
  <p:tag name="KSO_WM_TEMPLATE_CATEGORY" val="diagram"/>
  <p:tag name="KSO_WM_TEMPLATE_INDEX" val="20228057"/>
  <p:tag name="KSO_WM_UNIT_LAYERLEVEL" val="1_1_1_1"/>
  <p:tag name="KSO_WM_TAG_VERSION" val="1.0"/>
  <p:tag name="KSO_WM_UNIT_FILL_FORE_SCHEMECOLOR_INDEX" val="7"/>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3"/>
  <p:tag name="KSO_WM_UNIT_ID" val="diagram20228057_3*n_h_h_i*1_1_3_3"/>
  <p:tag name="KSO_WM_TEMPLATE_CATEGORY" val="diagram"/>
  <p:tag name="KSO_WM_TEMPLATE_INDEX" val="20228057"/>
  <p:tag name="KSO_WM_UNIT_LAYERLEVEL" val="1_1_1_1"/>
  <p:tag name="KSO_WM_TAG_VERSION" val="1.0"/>
  <p:tag name="KSO_WM_UNIT_FILL_FORE_SCHEMECOLOR_INDEX" val="7"/>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3_1"/>
  <p:tag name="KSO_WM_UNIT_ID" val="diagram20228057_3*n_h_h_a*1_1_3_1"/>
  <p:tag name="KSO_WM_TEMPLATE_CATEGORY" val="diagram"/>
  <p:tag name="KSO_WM_TEMPLATE_INDEX" val="20228057"/>
  <p:tag name="KSO_WM_UNIT_LAYERLEVEL" val="1_1_1_1"/>
  <p:tag name="KSO_WM_TAG_VERSION" val="1.0"/>
  <p:tag name="KSO_WM_UNIT_TEXT_FILL_FORE_SCHEMECOLOR_INDEX" val="7"/>
  <p:tag name="KSO_WM_UNIT_TEXT_FILL_TYPE" val="1"/>
  <p:tag name="KSO_WM_DIAGRAM_VIRTUALLY_FRAME" val="{&quot;height&quot;:288.7,&quot;left&quot;:98.3,&quot;top&quot;:170.45,&quot;width&quot;:731.8}"/>
</p:tagLst>
</file>

<file path=ppt/tags/tag138.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3_1"/>
  <p:tag name="KSO_WM_UNIT_ID" val="diagram20228057_3*n_h_h_x*1_1_3_1"/>
  <p:tag name="KSO_WM_TEMPLATE_CATEGORY" val="diagram"/>
  <p:tag name="KSO_WM_TEMPLATE_INDEX" val="20228057"/>
  <p:tag name="KSO_WM_UNIT_LAYERLEVEL" val="1_1_1_1"/>
  <p:tag name="KSO_WM_TAG_VERSION" val="1.0"/>
  <p:tag name="KSO_WM_DIAGRAM_VIRTUALLY_FRAME" val="{&quot;height&quot;:288.7,&quot;left&quot;:98.3,&quot;top&quot;:170.45,&quot;width&quot;:731.8}"/>
</p:tagLst>
</file>

<file path=ppt/tags/tag139.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2_1"/>
  <p:tag name="KSO_WM_UNIT_ID" val="diagram20228057_3*n_h_h_x*1_1_2_1"/>
  <p:tag name="KSO_WM_TEMPLATE_CATEGORY" val="diagram"/>
  <p:tag name="KSO_WM_TEMPLATE_INDEX" val="20228057"/>
  <p:tag name="KSO_WM_UNIT_LAYERLEVEL" val="1_1_1_1"/>
  <p:tag name="KSO_WM_TAG_VERSION" val="1.0"/>
  <p:tag name="KSO_WM_DIAGRAM_VIRTUALLY_FRAME" val="{&quot;height&quot;:288.7,&quot;left&quot;:98.3,&quot;top&quot;:170.45,&quot;width&quot;:731.8}"/>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3"/>
  <p:tag name="KSO_WM_UNIT_ID" val="diagram20228057_3*n_h_h_i*1_1_1_3"/>
  <p:tag name="KSO_WM_TEMPLATE_CATEGORY" val="diagram"/>
  <p:tag name="KSO_WM_TEMPLATE_INDEX" val="20228057"/>
  <p:tag name="KSO_WM_UNIT_LAYERLEVEL" val="1_1_1_1"/>
  <p:tag name="KSO_WM_TAG_VERSION" val="1.0"/>
  <p:tag name="KSO_WM_UNIT_FILL_FORE_SCHEMECOLOR_INDEX" val="5"/>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41.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1_1"/>
  <p:tag name="KSO_WM_UNIT_ID" val="diagram20228057_3*n_h_h_x*1_1_1_1"/>
  <p:tag name="KSO_WM_TEMPLATE_CATEGORY" val="diagram"/>
  <p:tag name="KSO_WM_TEMPLATE_INDEX" val="20228057"/>
  <p:tag name="KSO_WM_UNIT_LAYERLEVEL" val="1_1_1_1"/>
  <p:tag name="KSO_WM_TAG_VERSION" val="1.0"/>
  <p:tag name="KSO_WM_DIAGRAM_VIRTUALLY_FRAME" val="{&quot;height&quot;:288.7,&quot;left&quot;:98.3,&quot;top&quot;:170.45,&quot;width&quot;:731.8}"/>
</p:tagLst>
</file>

<file path=ppt/tags/tag142.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2"/>
  <p:tag name="KSO_WM_UNIT_ID" val="diagram20228057_3*n_h_h_i*1_1_1_2"/>
  <p:tag name="KSO_WM_TEMPLATE_CATEGORY" val="diagram"/>
  <p:tag name="KSO_WM_TEMPLATE_INDEX" val="20228057"/>
  <p:tag name="KSO_WM_UNIT_LAYERLEVEL" val="1_1_1_1"/>
  <p:tag name="KSO_WM_TAG_VERSION" val="1.0"/>
  <p:tag name="KSO_WM_UNIT_FILL_FORE_SCHEMECOLOR_INDEX" val="5"/>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ID" val="diagram20228057_3*n_h_h_a*1_1_1_1"/>
  <p:tag name="KSO_WM_TEMPLATE_CATEGORY" val="diagram"/>
  <p:tag name="KSO_WM_TEMPLATE_INDEX" val="20228057"/>
  <p:tag name="KSO_WM_UNIT_LAYERLEVEL" val="1_1_1_1"/>
  <p:tag name="KSO_WM_TAG_VERSION" val="1.0"/>
  <p:tag name="KSO_WM_UNIT_TEXT_FILL_FORE_SCHEMECOLOR_INDEX" val="5"/>
  <p:tag name="KSO_WM_UNIT_TEXT_FILL_TYPE" val="1"/>
  <p:tag name="KSO_WM_DIAGRAM_VIRTUALLY_FRAME" val="{&quot;height&quot;:288.7,&quot;left&quot;:98.3,&quot;top&quot;:170.45,&quot;width&quot;:731.8}"/>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1"/>
  <p:tag name="KSO_WM_UNIT_ID" val="diagram20228057_3*n_h_h_i*1_1_2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98.3,&quot;top&quot;:170.45,&quot;width&quot;:731.8}"/>
</p:tagLst>
</file>

<file path=ppt/tags/tag1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ID" val="diagram20228057_3*n_h_h_a*1_1_2_1"/>
  <p:tag name="KSO_WM_TEMPLATE_CATEGORY" val="diagram"/>
  <p:tag name="KSO_WM_TEMPLATE_INDEX" val="20228057"/>
  <p:tag name="KSO_WM_UNIT_LAYERLEVEL" val="1_1_1_1"/>
  <p:tag name="KSO_WM_TAG_VERSION" val="1.0"/>
  <p:tag name="KSO_WM_UNIT_TEXT_FILL_FORE_SCHEMECOLOR_INDEX" val="6"/>
  <p:tag name="KSO_WM_UNIT_TEXT_FILL_TYPE" val="1"/>
  <p:tag name="KSO_WM_DIAGRAM_VIRTUALLY_FRAME" val="{&quot;height&quot;:288.7,&quot;left&quot;:98.3,&quot;top&quot;:170.45,&quot;width&quot;:731.8}"/>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2"/>
  <p:tag name="KSO_WM_UNIT_ID" val="diagram20228057_3*n_h_h_i*1_1_2_2"/>
  <p:tag name="KSO_WM_TEMPLATE_CATEGORY" val="diagram"/>
  <p:tag name="KSO_WM_TEMPLATE_INDEX" val="20228057"/>
  <p:tag name="KSO_WM_UNIT_LAYERLEVEL" val="1_1_1_1"/>
  <p:tag name="KSO_WM_TAG_VERSION" val="1.0"/>
  <p:tag name="KSO_WM_UNIT_FILL_FORE_SCHEMECOLOR_INDEX" val="6"/>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3"/>
  <p:tag name="KSO_WM_UNIT_ID" val="diagram20228057_3*n_h_h_i*1_1_2_3"/>
  <p:tag name="KSO_WM_TEMPLATE_CATEGORY" val="diagram"/>
  <p:tag name="KSO_WM_TEMPLATE_INDEX" val="20228057"/>
  <p:tag name="KSO_WM_UNIT_LAYERLEVEL" val="1_1_1_1"/>
  <p:tag name="KSO_WM_TAG_VERSION" val="1.0"/>
  <p:tag name="KSO_WM_UNIT_FILL_FORE_SCHEMECOLOR_INDEX" val="6"/>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269_1_2"/>
  <p:tag name="KSO_WM_UNIT_ID" val="diagram20191985_1*m_h_i*269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269_2_2"/>
  <p:tag name="KSO_WM_UNIT_ID" val="diagram20191985_1*m_h_i*269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59.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269_1_2"/>
  <p:tag name="KSO_WM_UNIT_ID" val="diagram20191985_1*m_h_i*269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160.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269_2_2"/>
  <p:tag name="KSO_WM_UNIT_ID" val="diagram20191985_1*m_h_i*269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 name="KSO_WM_SLIDE_ITEM_CNT" val="4"/>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1083_1_2"/>
  <p:tag name="KSO_WM_UNIT_ID" val="diagram20191985_1*m_h_i*1083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1078_1_2"/>
  <p:tag name="KSO_WM_UNIT_ID" val="diagram20191985_1*m_h_i*1078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ISLIDE.VECTOR" val="30608ea9-54fa-48de-9987-40f75cf537d7"/>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6.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932_1_2"/>
  <p:tag name="KSO_WM_UNIT_ID" val="diagram20191985_1*m_h_i*932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4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8.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448_2_2"/>
  <p:tag name="KSO_WM_UNIT_ID" val="diagram20191985_1*m_h_i*448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3440</Words>
  <Application>Microsoft Office PowerPoint</Application>
  <PresentationFormat>宽屏</PresentationFormat>
  <Paragraphs>166</Paragraphs>
  <Slides>23</Slides>
  <Notes>23</Notes>
  <HiddenSlides>2</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23</vt:i4>
      </vt:variant>
    </vt:vector>
  </HeadingPairs>
  <TitlesOfParts>
    <vt:vector size="38" baseType="lpstr">
      <vt:lpstr>Gulim</vt:lpstr>
      <vt:lpstr>Heiti SC Light</vt:lpstr>
      <vt:lpstr>黑体</vt:lpstr>
      <vt:lpstr>华文隶书</vt:lpstr>
      <vt:lpstr>思源黑体 CN Bold</vt:lpstr>
      <vt:lpstr>思源黑体 CN Regular</vt:lpstr>
      <vt:lpstr>宋体</vt:lpstr>
      <vt:lpstr>微软雅黑</vt:lpstr>
      <vt:lpstr>Arial</vt:lpstr>
      <vt:lpstr>Calibri</vt:lpstr>
      <vt:lpstr>Cambria Math</vt:lpstr>
      <vt:lpstr>Times New Roman</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wpf cs</cp:lastModifiedBy>
  <cp:revision>682</cp:revision>
  <dcterms:created xsi:type="dcterms:W3CDTF">2025-06-16T08:14:00Z</dcterms:created>
  <dcterms:modified xsi:type="dcterms:W3CDTF">2026-07-10T07:25:22Z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ICV">
    <vt:lpwstr>A313BCB0C9C942C4A86C27566DE02D73_13</vt:lpwstr>
  </property>
</Properties>
</file>